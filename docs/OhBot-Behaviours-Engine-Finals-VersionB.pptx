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19" r:id="rId3"/>
    <p:sldId id="313" r:id="rId4"/>
    <p:sldId id="306"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301" r:id="rId22"/>
    <p:sldId id="300" r:id="rId23"/>
    <p:sldId id="281" r:id="rId24"/>
    <p:sldId id="278" r:id="rId25"/>
    <p:sldId id="302" r:id="rId26"/>
    <p:sldId id="304" r:id="rId27"/>
    <p:sldId id="298" r:id="rId28"/>
    <p:sldId id="307" r:id="rId29"/>
    <p:sldId id="308" r:id="rId30"/>
    <p:sldId id="309" r:id="rId31"/>
    <p:sldId id="310" r:id="rId32"/>
    <p:sldId id="311" r:id="rId33"/>
    <p:sldId id="305" r:id="rId34"/>
    <p:sldId id="280" r:id="rId35"/>
    <p:sldId id="303" r:id="rId36"/>
    <p:sldId id="294" r:id="rId37"/>
    <p:sldId id="282" r:id="rId38"/>
    <p:sldId id="299" r:id="rId39"/>
    <p:sldId id="286"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E23"/>
    <a:srgbClr val="249972"/>
    <a:srgbClr val="3781D8"/>
    <a:srgbClr val="F2A93B"/>
    <a:srgbClr val="5FD08A"/>
    <a:srgbClr val="479A6C"/>
    <a:srgbClr val="5AC5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304" autoAdjust="0"/>
  </p:normalViewPr>
  <p:slideViewPr>
    <p:cSldViewPr snapToGrid="0">
      <p:cViewPr varScale="1">
        <p:scale>
          <a:sx n="160" d="100"/>
          <a:sy n="160" d="100"/>
        </p:scale>
        <p:origin x="15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CFDA4ECA-22AB-D395-E894-15A725C3F71D}"/>
    <pc:docChg chg="modSld">
      <pc:chgData name="Guest User" userId="" providerId="Windows Live" clId="Web-{CFDA4ECA-22AB-D395-E894-15A725C3F71D}" dt="2026-08-19T07:58:54.382" v="54"/>
      <pc:docMkLst>
        <pc:docMk/>
      </pc:docMkLst>
      <pc:sldChg chg="delSp">
        <pc:chgData name="Guest User" userId="" providerId="Windows Live" clId="Web-{CFDA4ECA-22AB-D395-E894-15A725C3F71D}" dt="2026-08-19T07:58:38.241" v="18"/>
        <pc:sldMkLst>
          <pc:docMk/>
          <pc:sldMk cId="0" sldId="276"/>
        </pc:sldMkLst>
        <pc:spChg chg="del">
          <ac:chgData name="Guest User" userId="" providerId="Windows Live" clId="Web-{CFDA4ECA-22AB-D395-E894-15A725C3F71D}" dt="2026-08-19T07:58:38.241" v="18"/>
          <ac:spMkLst>
            <pc:docMk/>
            <pc:sldMk cId="0" sldId="276"/>
            <ac:spMk id="10" creationId="{00000000-0000-0000-0000-000000000000}"/>
          </ac:spMkLst>
        </pc:spChg>
        <pc:spChg chg="del">
          <ac:chgData name="Guest User" userId="" providerId="Windows Live" clId="Web-{CFDA4ECA-22AB-D395-E894-15A725C3F71D}" dt="2026-08-19T07:58:38.241" v="17"/>
          <ac:spMkLst>
            <pc:docMk/>
            <pc:sldMk cId="0" sldId="276"/>
            <ac:spMk id="11" creationId="{00000000-0000-0000-0000-000000000000}"/>
          </ac:spMkLst>
        </pc:spChg>
        <pc:spChg chg="del">
          <ac:chgData name="Guest User" userId="" providerId="Windows Live" clId="Web-{CFDA4ECA-22AB-D395-E894-15A725C3F71D}" dt="2026-08-19T07:58:38.241" v="16"/>
          <ac:spMkLst>
            <pc:docMk/>
            <pc:sldMk cId="0" sldId="276"/>
            <ac:spMk id="12" creationId="{00000000-0000-0000-0000-000000000000}"/>
          </ac:spMkLst>
        </pc:spChg>
        <pc:spChg chg="del">
          <ac:chgData name="Guest User" userId="" providerId="Windows Live" clId="Web-{CFDA4ECA-22AB-D395-E894-15A725C3F71D}" dt="2026-08-19T07:58:38.241" v="15"/>
          <ac:spMkLst>
            <pc:docMk/>
            <pc:sldMk cId="0" sldId="276"/>
            <ac:spMk id="13" creationId="{00000000-0000-0000-0000-000000000000}"/>
          </ac:spMkLst>
        </pc:spChg>
        <pc:spChg chg="del">
          <ac:chgData name="Guest User" userId="" providerId="Windows Live" clId="Web-{CFDA4ECA-22AB-D395-E894-15A725C3F71D}" dt="2026-08-19T07:58:38.241" v="14"/>
          <ac:spMkLst>
            <pc:docMk/>
            <pc:sldMk cId="0" sldId="276"/>
            <ac:spMk id="14" creationId="{00000000-0000-0000-0000-000000000000}"/>
          </ac:spMkLst>
        </pc:spChg>
        <pc:spChg chg="del">
          <ac:chgData name="Guest User" userId="" providerId="Windows Live" clId="Web-{CFDA4ECA-22AB-D395-E894-15A725C3F71D}" dt="2026-08-19T07:58:38.241" v="13"/>
          <ac:spMkLst>
            <pc:docMk/>
            <pc:sldMk cId="0" sldId="276"/>
            <ac:spMk id="15" creationId="{00000000-0000-0000-0000-000000000000}"/>
          </ac:spMkLst>
        </pc:spChg>
      </pc:sldChg>
      <pc:sldChg chg="delSp modSp">
        <pc:chgData name="Guest User" userId="" providerId="Windows Live" clId="Web-{CFDA4ECA-22AB-D395-E894-15A725C3F71D}" dt="2026-08-19T07:58:23.756" v="12"/>
        <pc:sldMkLst>
          <pc:docMk/>
          <pc:sldMk cId="0" sldId="277"/>
        </pc:sldMkLst>
        <pc:spChg chg="del mod">
          <ac:chgData name="Guest User" userId="" providerId="Windows Live" clId="Web-{CFDA4ECA-22AB-D395-E894-15A725C3F71D}" dt="2026-08-19T07:58:23.756" v="12"/>
          <ac:spMkLst>
            <pc:docMk/>
            <pc:sldMk cId="0" sldId="277"/>
            <ac:spMk id="20" creationId="{00000000-0000-0000-0000-000000000000}"/>
          </ac:spMkLst>
        </pc:spChg>
        <pc:spChg chg="del">
          <ac:chgData name="Guest User" userId="" providerId="Windows Live" clId="Web-{CFDA4ECA-22AB-D395-E894-15A725C3F71D}" dt="2026-08-19T07:58:23.756" v="11"/>
          <ac:spMkLst>
            <pc:docMk/>
            <pc:sldMk cId="0" sldId="277"/>
            <ac:spMk id="21" creationId="{00000000-0000-0000-0000-000000000000}"/>
          </ac:spMkLst>
        </pc:spChg>
        <pc:spChg chg="del">
          <ac:chgData name="Guest User" userId="" providerId="Windows Live" clId="Web-{CFDA4ECA-22AB-D395-E894-15A725C3F71D}" dt="2026-08-19T07:58:23.756" v="10"/>
          <ac:spMkLst>
            <pc:docMk/>
            <pc:sldMk cId="0" sldId="277"/>
            <ac:spMk id="22" creationId="{00000000-0000-0000-0000-000000000000}"/>
          </ac:spMkLst>
        </pc:spChg>
        <pc:spChg chg="del">
          <ac:chgData name="Guest User" userId="" providerId="Windows Live" clId="Web-{CFDA4ECA-22AB-D395-E894-15A725C3F71D}" dt="2026-08-19T07:58:23.756" v="9"/>
          <ac:spMkLst>
            <pc:docMk/>
            <pc:sldMk cId="0" sldId="277"/>
            <ac:spMk id="23" creationId="{00000000-0000-0000-0000-000000000000}"/>
          </ac:spMkLst>
        </pc:spChg>
        <pc:spChg chg="del">
          <ac:chgData name="Guest User" userId="" providerId="Windows Live" clId="Web-{CFDA4ECA-22AB-D395-E894-15A725C3F71D}" dt="2026-08-19T07:58:23.756" v="8"/>
          <ac:spMkLst>
            <pc:docMk/>
            <pc:sldMk cId="0" sldId="277"/>
            <ac:spMk id="24" creationId="{00000000-0000-0000-0000-000000000000}"/>
          </ac:spMkLst>
        </pc:spChg>
        <pc:spChg chg="del mod">
          <ac:chgData name="Guest User" userId="" providerId="Windows Live" clId="Web-{CFDA4ECA-22AB-D395-E894-15A725C3F71D}" dt="2026-08-19T07:58:23.756" v="7"/>
          <ac:spMkLst>
            <pc:docMk/>
            <pc:sldMk cId="0" sldId="277"/>
            <ac:spMk id="25" creationId="{00000000-0000-0000-0000-000000000000}"/>
          </ac:spMkLst>
        </pc:spChg>
      </pc:sldChg>
      <pc:sldChg chg="delSp">
        <pc:chgData name="Guest User" userId="" providerId="Windows Live" clId="Web-{CFDA4ECA-22AB-D395-E894-15A725C3F71D}" dt="2026-08-19T07:58:49.116" v="42"/>
        <pc:sldMkLst>
          <pc:docMk/>
          <pc:sldMk cId="0" sldId="278"/>
        </pc:sldMkLst>
        <pc:spChg chg="del">
          <ac:chgData name="Guest User" userId="" providerId="Windows Live" clId="Web-{CFDA4ECA-22AB-D395-E894-15A725C3F71D}" dt="2026-08-19T07:58:49.116" v="42"/>
          <ac:spMkLst>
            <pc:docMk/>
            <pc:sldMk cId="0" sldId="278"/>
            <ac:spMk id="20" creationId="{00000000-0000-0000-0000-000000000000}"/>
          </ac:spMkLst>
        </pc:spChg>
        <pc:spChg chg="del">
          <ac:chgData name="Guest User" userId="" providerId="Windows Live" clId="Web-{CFDA4ECA-22AB-D395-E894-15A725C3F71D}" dt="2026-08-19T07:58:49.116" v="41"/>
          <ac:spMkLst>
            <pc:docMk/>
            <pc:sldMk cId="0" sldId="278"/>
            <ac:spMk id="21" creationId="{00000000-0000-0000-0000-000000000000}"/>
          </ac:spMkLst>
        </pc:spChg>
        <pc:spChg chg="del">
          <ac:chgData name="Guest User" userId="" providerId="Windows Live" clId="Web-{CFDA4ECA-22AB-D395-E894-15A725C3F71D}" dt="2026-08-19T07:58:49.116" v="40"/>
          <ac:spMkLst>
            <pc:docMk/>
            <pc:sldMk cId="0" sldId="278"/>
            <ac:spMk id="22" creationId="{00000000-0000-0000-0000-000000000000}"/>
          </ac:spMkLst>
        </pc:spChg>
        <pc:spChg chg="del">
          <ac:chgData name="Guest User" userId="" providerId="Windows Live" clId="Web-{CFDA4ECA-22AB-D395-E894-15A725C3F71D}" dt="2026-08-19T07:58:49.116" v="39"/>
          <ac:spMkLst>
            <pc:docMk/>
            <pc:sldMk cId="0" sldId="278"/>
            <ac:spMk id="23" creationId="{00000000-0000-0000-0000-000000000000}"/>
          </ac:spMkLst>
        </pc:spChg>
        <pc:spChg chg="del">
          <ac:chgData name="Guest User" userId="" providerId="Windows Live" clId="Web-{CFDA4ECA-22AB-D395-E894-15A725C3F71D}" dt="2026-08-19T07:58:49.116" v="38"/>
          <ac:spMkLst>
            <pc:docMk/>
            <pc:sldMk cId="0" sldId="278"/>
            <ac:spMk id="24" creationId="{00000000-0000-0000-0000-000000000000}"/>
          </ac:spMkLst>
        </pc:spChg>
        <pc:spChg chg="del">
          <ac:chgData name="Guest User" userId="" providerId="Windows Live" clId="Web-{CFDA4ECA-22AB-D395-E894-15A725C3F71D}" dt="2026-08-19T07:58:49.116" v="37"/>
          <ac:spMkLst>
            <pc:docMk/>
            <pc:sldMk cId="0" sldId="278"/>
            <ac:spMk id="25" creationId="{00000000-0000-0000-0000-000000000000}"/>
          </ac:spMkLst>
        </pc:spChg>
      </pc:sldChg>
      <pc:sldChg chg="delSp">
        <pc:chgData name="Guest User" userId="" providerId="Windows Live" clId="Web-{CFDA4ECA-22AB-D395-E894-15A725C3F71D}" dt="2026-08-19T07:58:46.897" v="36"/>
        <pc:sldMkLst>
          <pc:docMk/>
          <pc:sldMk cId="0" sldId="281"/>
        </pc:sldMkLst>
        <pc:spChg chg="del">
          <ac:chgData name="Guest User" userId="" providerId="Windows Live" clId="Web-{CFDA4ECA-22AB-D395-E894-15A725C3F71D}" dt="2026-08-19T07:58:46.897" v="36"/>
          <ac:spMkLst>
            <pc:docMk/>
            <pc:sldMk cId="0" sldId="281"/>
            <ac:spMk id="20" creationId="{00000000-0000-0000-0000-000000000000}"/>
          </ac:spMkLst>
        </pc:spChg>
        <pc:spChg chg="del">
          <ac:chgData name="Guest User" userId="" providerId="Windows Live" clId="Web-{CFDA4ECA-22AB-D395-E894-15A725C3F71D}" dt="2026-08-19T07:58:46.897" v="35"/>
          <ac:spMkLst>
            <pc:docMk/>
            <pc:sldMk cId="0" sldId="281"/>
            <ac:spMk id="21" creationId="{00000000-0000-0000-0000-000000000000}"/>
          </ac:spMkLst>
        </pc:spChg>
        <pc:spChg chg="del">
          <ac:chgData name="Guest User" userId="" providerId="Windows Live" clId="Web-{CFDA4ECA-22AB-D395-E894-15A725C3F71D}" dt="2026-08-19T07:58:46.897" v="34"/>
          <ac:spMkLst>
            <pc:docMk/>
            <pc:sldMk cId="0" sldId="281"/>
            <ac:spMk id="22" creationId="{00000000-0000-0000-0000-000000000000}"/>
          </ac:spMkLst>
        </pc:spChg>
        <pc:spChg chg="del">
          <ac:chgData name="Guest User" userId="" providerId="Windows Live" clId="Web-{CFDA4ECA-22AB-D395-E894-15A725C3F71D}" dt="2026-08-19T07:58:46.897" v="33"/>
          <ac:spMkLst>
            <pc:docMk/>
            <pc:sldMk cId="0" sldId="281"/>
            <ac:spMk id="23" creationId="{00000000-0000-0000-0000-000000000000}"/>
          </ac:spMkLst>
        </pc:spChg>
        <pc:spChg chg="del">
          <ac:chgData name="Guest User" userId="" providerId="Windows Live" clId="Web-{CFDA4ECA-22AB-D395-E894-15A725C3F71D}" dt="2026-08-19T07:58:46.897" v="32"/>
          <ac:spMkLst>
            <pc:docMk/>
            <pc:sldMk cId="0" sldId="281"/>
            <ac:spMk id="24" creationId="{00000000-0000-0000-0000-000000000000}"/>
          </ac:spMkLst>
        </pc:spChg>
        <pc:spChg chg="del">
          <ac:chgData name="Guest User" userId="" providerId="Windows Live" clId="Web-{CFDA4ECA-22AB-D395-E894-15A725C3F71D}" dt="2026-08-19T07:58:46.897" v="31"/>
          <ac:spMkLst>
            <pc:docMk/>
            <pc:sldMk cId="0" sldId="281"/>
            <ac:spMk id="25" creationId="{00000000-0000-0000-0000-000000000000}"/>
          </ac:spMkLst>
        </pc:spChg>
      </pc:sldChg>
      <pc:sldChg chg="delSp">
        <pc:chgData name="Guest User" userId="" providerId="Windows Live" clId="Web-{CFDA4ECA-22AB-D395-E894-15A725C3F71D}" dt="2026-08-19T07:58:54.382" v="54"/>
        <pc:sldMkLst>
          <pc:docMk/>
          <pc:sldMk cId="2310149572" sldId="298"/>
        </pc:sldMkLst>
        <pc:spChg chg="del">
          <ac:chgData name="Guest User" userId="" providerId="Windows Live" clId="Web-{CFDA4ECA-22AB-D395-E894-15A725C3F71D}" dt="2026-08-19T07:58:54.382" v="54"/>
          <ac:spMkLst>
            <pc:docMk/>
            <pc:sldMk cId="2310149572" sldId="298"/>
            <ac:spMk id="20" creationId="{B61C0AEF-DCED-9CA8-B29B-F0B109092FD5}"/>
          </ac:spMkLst>
        </pc:spChg>
        <pc:spChg chg="del">
          <ac:chgData name="Guest User" userId="" providerId="Windows Live" clId="Web-{CFDA4ECA-22AB-D395-E894-15A725C3F71D}" dt="2026-08-19T07:58:54.382" v="53"/>
          <ac:spMkLst>
            <pc:docMk/>
            <pc:sldMk cId="2310149572" sldId="298"/>
            <ac:spMk id="21" creationId="{AAF75D31-326C-A08E-EFA1-0E6FA05974BD}"/>
          </ac:spMkLst>
        </pc:spChg>
        <pc:spChg chg="del">
          <ac:chgData name="Guest User" userId="" providerId="Windows Live" clId="Web-{CFDA4ECA-22AB-D395-E894-15A725C3F71D}" dt="2026-08-19T07:58:54.382" v="52"/>
          <ac:spMkLst>
            <pc:docMk/>
            <pc:sldMk cId="2310149572" sldId="298"/>
            <ac:spMk id="22" creationId="{B41C0444-4FED-D19A-71D7-939927E38804}"/>
          </ac:spMkLst>
        </pc:spChg>
        <pc:spChg chg="del">
          <ac:chgData name="Guest User" userId="" providerId="Windows Live" clId="Web-{CFDA4ECA-22AB-D395-E894-15A725C3F71D}" dt="2026-08-19T07:58:54.382" v="51"/>
          <ac:spMkLst>
            <pc:docMk/>
            <pc:sldMk cId="2310149572" sldId="298"/>
            <ac:spMk id="23" creationId="{1ACD1484-AE70-41C8-25FA-3558DE6AEE5B}"/>
          </ac:spMkLst>
        </pc:spChg>
        <pc:spChg chg="del">
          <ac:chgData name="Guest User" userId="" providerId="Windows Live" clId="Web-{CFDA4ECA-22AB-D395-E894-15A725C3F71D}" dt="2026-08-19T07:58:54.382" v="50"/>
          <ac:spMkLst>
            <pc:docMk/>
            <pc:sldMk cId="2310149572" sldId="298"/>
            <ac:spMk id="24" creationId="{DD61AC26-8FDF-FDFE-4DB0-CF3C2EF78E03}"/>
          </ac:spMkLst>
        </pc:spChg>
        <pc:spChg chg="del">
          <ac:chgData name="Guest User" userId="" providerId="Windows Live" clId="Web-{CFDA4ECA-22AB-D395-E894-15A725C3F71D}" dt="2026-08-19T07:58:54.382" v="49"/>
          <ac:spMkLst>
            <pc:docMk/>
            <pc:sldMk cId="2310149572" sldId="298"/>
            <ac:spMk id="25" creationId="{9B6B20CA-D053-58F1-22A2-EA1ED314EEB6}"/>
          </ac:spMkLst>
        </pc:spChg>
      </pc:sldChg>
      <pc:sldChg chg="delSp">
        <pc:chgData name="Guest User" userId="" providerId="Windows Live" clId="Web-{CFDA4ECA-22AB-D395-E894-15A725C3F71D}" dt="2026-08-19T07:58:44.569" v="30"/>
        <pc:sldMkLst>
          <pc:docMk/>
          <pc:sldMk cId="3786739178" sldId="300"/>
        </pc:sldMkLst>
        <pc:spChg chg="del">
          <ac:chgData name="Guest User" userId="" providerId="Windows Live" clId="Web-{CFDA4ECA-22AB-D395-E894-15A725C3F71D}" dt="2026-08-19T07:58:44.569" v="30"/>
          <ac:spMkLst>
            <pc:docMk/>
            <pc:sldMk cId="3786739178" sldId="300"/>
            <ac:spMk id="6" creationId="{554E29E4-74B9-D5CF-C68E-13B3502C6A85}"/>
          </ac:spMkLst>
        </pc:spChg>
        <pc:spChg chg="del">
          <ac:chgData name="Guest User" userId="" providerId="Windows Live" clId="Web-{CFDA4ECA-22AB-D395-E894-15A725C3F71D}" dt="2026-08-19T07:58:44.569" v="29"/>
          <ac:spMkLst>
            <pc:docMk/>
            <pc:sldMk cId="3786739178" sldId="300"/>
            <ac:spMk id="7" creationId="{9D3E40D7-3B95-6B92-A9EA-710856C0591C}"/>
          </ac:spMkLst>
        </pc:spChg>
        <pc:spChg chg="del">
          <ac:chgData name="Guest User" userId="" providerId="Windows Live" clId="Web-{CFDA4ECA-22AB-D395-E894-15A725C3F71D}" dt="2026-08-19T07:58:44.569" v="28"/>
          <ac:spMkLst>
            <pc:docMk/>
            <pc:sldMk cId="3786739178" sldId="300"/>
            <ac:spMk id="8" creationId="{CB9859F9-A613-EA34-8E3C-45BA2BB7AA73}"/>
          </ac:spMkLst>
        </pc:spChg>
        <pc:spChg chg="del">
          <ac:chgData name="Guest User" userId="" providerId="Windows Live" clId="Web-{CFDA4ECA-22AB-D395-E894-15A725C3F71D}" dt="2026-08-19T07:58:44.569" v="27"/>
          <ac:spMkLst>
            <pc:docMk/>
            <pc:sldMk cId="3786739178" sldId="300"/>
            <ac:spMk id="9" creationId="{B046B40C-526D-C5F7-A6A7-EDA4F2F2B69F}"/>
          </ac:spMkLst>
        </pc:spChg>
        <pc:spChg chg="del">
          <ac:chgData name="Guest User" userId="" providerId="Windows Live" clId="Web-{CFDA4ECA-22AB-D395-E894-15A725C3F71D}" dt="2026-08-19T07:58:44.569" v="26"/>
          <ac:spMkLst>
            <pc:docMk/>
            <pc:sldMk cId="3786739178" sldId="300"/>
            <ac:spMk id="10" creationId="{C30360F5-4B86-2801-7238-0A441ABB1AF9}"/>
          </ac:spMkLst>
        </pc:spChg>
        <pc:spChg chg="del">
          <ac:chgData name="Guest User" userId="" providerId="Windows Live" clId="Web-{CFDA4ECA-22AB-D395-E894-15A725C3F71D}" dt="2026-08-19T07:58:44.569" v="25"/>
          <ac:spMkLst>
            <pc:docMk/>
            <pc:sldMk cId="3786739178" sldId="300"/>
            <ac:spMk id="11" creationId="{33C9EC58-1C27-214C-605B-499C4FCD01D2}"/>
          </ac:spMkLst>
        </pc:spChg>
      </pc:sldChg>
      <pc:sldChg chg="delSp">
        <pc:chgData name="Guest User" userId="" providerId="Windows Live" clId="Web-{CFDA4ECA-22AB-D395-E894-15A725C3F71D}" dt="2026-08-19T07:58:41.444" v="24"/>
        <pc:sldMkLst>
          <pc:docMk/>
          <pc:sldMk cId="728778457" sldId="301"/>
        </pc:sldMkLst>
        <pc:spChg chg="del">
          <ac:chgData name="Guest User" userId="" providerId="Windows Live" clId="Web-{CFDA4ECA-22AB-D395-E894-15A725C3F71D}" dt="2026-08-19T07:58:41.444" v="24"/>
          <ac:spMkLst>
            <pc:docMk/>
            <pc:sldMk cId="728778457" sldId="301"/>
            <ac:spMk id="6" creationId="{1ECF282E-4C8B-8703-EA84-E1178042A478}"/>
          </ac:spMkLst>
        </pc:spChg>
        <pc:spChg chg="del">
          <ac:chgData name="Guest User" userId="" providerId="Windows Live" clId="Web-{CFDA4ECA-22AB-D395-E894-15A725C3F71D}" dt="2026-08-19T07:58:41.444" v="23"/>
          <ac:spMkLst>
            <pc:docMk/>
            <pc:sldMk cId="728778457" sldId="301"/>
            <ac:spMk id="7" creationId="{637C6395-8A31-9696-F492-316DE78C2C56}"/>
          </ac:spMkLst>
        </pc:spChg>
        <pc:spChg chg="del">
          <ac:chgData name="Guest User" userId="" providerId="Windows Live" clId="Web-{CFDA4ECA-22AB-D395-E894-15A725C3F71D}" dt="2026-08-19T07:58:41.444" v="22"/>
          <ac:spMkLst>
            <pc:docMk/>
            <pc:sldMk cId="728778457" sldId="301"/>
            <ac:spMk id="8" creationId="{6A5F7B2B-1127-9731-C827-89C4E8B4A98D}"/>
          </ac:spMkLst>
        </pc:spChg>
        <pc:spChg chg="del">
          <ac:chgData name="Guest User" userId="" providerId="Windows Live" clId="Web-{CFDA4ECA-22AB-D395-E894-15A725C3F71D}" dt="2026-08-19T07:58:41.444" v="21"/>
          <ac:spMkLst>
            <pc:docMk/>
            <pc:sldMk cId="728778457" sldId="301"/>
            <ac:spMk id="9" creationId="{1B3D755A-F027-A72E-FF0C-A670E278A078}"/>
          </ac:spMkLst>
        </pc:spChg>
        <pc:spChg chg="del">
          <ac:chgData name="Guest User" userId="" providerId="Windows Live" clId="Web-{CFDA4ECA-22AB-D395-E894-15A725C3F71D}" dt="2026-08-19T07:58:41.444" v="20"/>
          <ac:spMkLst>
            <pc:docMk/>
            <pc:sldMk cId="728778457" sldId="301"/>
            <ac:spMk id="10" creationId="{84395FC2-2B86-423D-DDAF-7BD2F9D48E08}"/>
          </ac:spMkLst>
        </pc:spChg>
        <pc:spChg chg="del">
          <ac:chgData name="Guest User" userId="" providerId="Windows Live" clId="Web-{CFDA4ECA-22AB-D395-E894-15A725C3F71D}" dt="2026-08-19T07:58:41.444" v="19"/>
          <ac:spMkLst>
            <pc:docMk/>
            <pc:sldMk cId="728778457" sldId="301"/>
            <ac:spMk id="11" creationId="{1E1436F8-3C84-815A-9F23-6F922CE55C39}"/>
          </ac:spMkLst>
        </pc:spChg>
      </pc:sldChg>
      <pc:sldChg chg="delSp">
        <pc:chgData name="Guest User" userId="" providerId="Windows Live" clId="Web-{CFDA4ECA-22AB-D395-E894-15A725C3F71D}" dt="2026-08-19T07:58:52.741" v="48"/>
        <pc:sldMkLst>
          <pc:docMk/>
          <pc:sldMk cId="2736261930" sldId="302"/>
        </pc:sldMkLst>
        <pc:spChg chg="del">
          <ac:chgData name="Guest User" userId="" providerId="Windows Live" clId="Web-{CFDA4ECA-22AB-D395-E894-15A725C3F71D}" dt="2026-08-19T07:58:52.741" v="48"/>
          <ac:spMkLst>
            <pc:docMk/>
            <pc:sldMk cId="2736261930" sldId="302"/>
            <ac:spMk id="20" creationId="{6D489056-4952-5FB2-81CD-D00DAD65384D}"/>
          </ac:spMkLst>
        </pc:spChg>
        <pc:spChg chg="del">
          <ac:chgData name="Guest User" userId="" providerId="Windows Live" clId="Web-{CFDA4ECA-22AB-D395-E894-15A725C3F71D}" dt="2026-08-19T07:58:52.741" v="47"/>
          <ac:spMkLst>
            <pc:docMk/>
            <pc:sldMk cId="2736261930" sldId="302"/>
            <ac:spMk id="21" creationId="{235D1883-11EF-CB1F-D332-DC594814517A}"/>
          </ac:spMkLst>
        </pc:spChg>
        <pc:spChg chg="del">
          <ac:chgData name="Guest User" userId="" providerId="Windows Live" clId="Web-{CFDA4ECA-22AB-D395-E894-15A725C3F71D}" dt="2026-08-19T07:58:52.741" v="46"/>
          <ac:spMkLst>
            <pc:docMk/>
            <pc:sldMk cId="2736261930" sldId="302"/>
            <ac:spMk id="22" creationId="{A1386103-4E34-A82C-9A70-1F30546AFC02}"/>
          </ac:spMkLst>
        </pc:spChg>
        <pc:spChg chg="del">
          <ac:chgData name="Guest User" userId="" providerId="Windows Live" clId="Web-{CFDA4ECA-22AB-D395-E894-15A725C3F71D}" dt="2026-08-19T07:58:52.741" v="45"/>
          <ac:spMkLst>
            <pc:docMk/>
            <pc:sldMk cId="2736261930" sldId="302"/>
            <ac:spMk id="23" creationId="{BF136CD0-69F1-DBBB-E9B7-6357F06BC077}"/>
          </ac:spMkLst>
        </pc:spChg>
        <pc:spChg chg="del">
          <ac:chgData name="Guest User" userId="" providerId="Windows Live" clId="Web-{CFDA4ECA-22AB-D395-E894-15A725C3F71D}" dt="2026-08-19T07:58:52.741" v="44"/>
          <ac:spMkLst>
            <pc:docMk/>
            <pc:sldMk cId="2736261930" sldId="302"/>
            <ac:spMk id="24" creationId="{85E68016-8DC2-15DA-9850-FE5E8044B0F0}"/>
          </ac:spMkLst>
        </pc:spChg>
        <pc:spChg chg="del">
          <ac:chgData name="Guest User" userId="" providerId="Windows Live" clId="Web-{CFDA4ECA-22AB-D395-E894-15A725C3F71D}" dt="2026-08-19T07:58:52.741" v="43"/>
          <ac:spMkLst>
            <pc:docMk/>
            <pc:sldMk cId="2736261930" sldId="302"/>
            <ac:spMk id="25" creationId="{4D988A83-03FF-F77E-B19C-C75BF372E44E}"/>
          </ac:spMkLst>
        </pc:spChg>
      </pc:sldChg>
    </pc:docChg>
  </pc:docChgLst>
  <pc:docChgLst>
    <pc:chgData name="Robin Kuhnhenne" userId="43964cd215a31544" providerId="Windows Live" clId="Web-{86D85772-503D-3D93-086B-73DB5FC421F0}"/>
    <pc:docChg chg="modSld">
      <pc:chgData name="Robin Kuhnhenne" userId="43964cd215a31544" providerId="Windows Live" clId="Web-{86D85772-503D-3D93-086B-73DB5FC421F0}" dt="2026-08-18T23:40:50.026" v="2" actId="1076"/>
      <pc:docMkLst>
        <pc:docMk/>
      </pc:docMkLst>
      <pc:sldChg chg="addSp modSp">
        <pc:chgData name="Robin Kuhnhenne" userId="43964cd215a31544" providerId="Windows Live" clId="Web-{86D85772-503D-3D93-086B-73DB5FC421F0}" dt="2026-08-18T23:40:50.026" v="2" actId="1076"/>
        <pc:sldMkLst>
          <pc:docMk/>
          <pc:sldMk cId="0" sldId="278"/>
        </pc:sldMkLst>
        <pc:graphicFrameChg chg="mod">
          <ac:chgData name="Robin Kuhnhenne" userId="43964cd215a31544" providerId="Windows Live" clId="Web-{86D85772-503D-3D93-086B-73DB5FC421F0}" dt="2026-08-18T23:39:27.603" v="0" actId="1076"/>
          <ac:graphicFrameMkLst>
            <pc:docMk/>
            <pc:sldMk cId="0" sldId="278"/>
            <ac:graphicFrameMk id="5" creationId="{794B34AF-4172-EEED-D633-DB360046A74E}"/>
          </ac:graphicFrameMkLst>
        </pc:graphicFrameChg>
        <pc:picChg chg="add mod">
          <ac:chgData name="Robin Kuhnhenne" userId="43964cd215a31544" providerId="Windows Live" clId="Web-{86D85772-503D-3D93-086B-73DB5FC421F0}" dt="2026-08-18T23:40:50.026" v="2" actId="1076"/>
          <ac:picMkLst>
            <pc:docMk/>
            <pc:sldMk cId="0" sldId="278"/>
            <ac:picMk id="40" creationId="{48A38C8E-D4D9-F435-71F4-82D08AD4ACAC}"/>
          </ac:picMkLst>
        </pc:picChg>
      </pc:sldChg>
    </pc:docChg>
  </pc:docChgLst>
  <pc:docChgLst>
    <pc:chgData name="Sebastian Koschorreck" userId="ec20b63dc07cd6f7" providerId="LiveId" clId="{D72EA3D0-91C5-4FC4-A82F-13E8E95A1939}"/>
    <pc:docChg chg="undo custSel addSld delSld modSld">
      <pc:chgData name="Sebastian Koschorreck" userId="ec20b63dc07cd6f7" providerId="LiveId" clId="{D72EA3D0-91C5-4FC4-A82F-13E8E95A1939}" dt="2026-08-20T12:20:42.310" v="11179" actId="47"/>
      <pc:docMkLst>
        <pc:docMk/>
      </pc:docMkLst>
      <pc:sldChg chg="modSp mod">
        <pc:chgData name="Sebastian Koschorreck" userId="ec20b63dc07cd6f7" providerId="LiveId" clId="{D72EA3D0-91C5-4FC4-A82F-13E8E95A1939}" dt="2026-08-17T08:08:22.539" v="509" actId="207"/>
        <pc:sldMkLst>
          <pc:docMk/>
          <pc:sldMk cId="0" sldId="256"/>
        </pc:sldMkLst>
        <pc:spChg chg="mod">
          <ac:chgData name="Sebastian Koschorreck" userId="ec20b63dc07cd6f7" providerId="LiveId" clId="{D72EA3D0-91C5-4FC4-A82F-13E8E95A1939}" dt="2026-08-17T08:08:13.928" v="508" actId="208"/>
          <ac:spMkLst>
            <pc:docMk/>
            <pc:sldMk cId="0" sldId="256"/>
            <ac:spMk id="2" creationId="{00000000-0000-0000-0000-000000000000}"/>
          </ac:spMkLst>
        </pc:spChg>
        <pc:spChg chg="mod">
          <ac:chgData name="Sebastian Koschorreck" userId="ec20b63dc07cd6f7" providerId="LiveId" clId="{D72EA3D0-91C5-4FC4-A82F-13E8E95A1939}" dt="2026-08-17T08:08:22.539" v="509" actId="207"/>
          <ac:spMkLst>
            <pc:docMk/>
            <pc:sldMk cId="0" sldId="256"/>
            <ac:spMk id="3" creationId="{00000000-0000-0000-0000-000000000000}"/>
          </ac:spMkLst>
        </pc:spChg>
        <pc:spChg chg="mod">
          <ac:chgData name="Sebastian Koschorreck" userId="ec20b63dc07cd6f7" providerId="LiveId" clId="{D72EA3D0-91C5-4FC4-A82F-13E8E95A1939}" dt="2026-08-16T15:43:22.188" v="505" actId="20577"/>
          <ac:spMkLst>
            <pc:docMk/>
            <pc:sldMk cId="0" sldId="256"/>
            <ac:spMk id="5" creationId="{00000000-0000-0000-0000-000000000000}"/>
          </ac:spMkLst>
        </pc:spChg>
      </pc:sldChg>
      <pc:sldChg chg="delSp modSp mod modNotesTx">
        <pc:chgData name="Sebastian Koschorreck" userId="ec20b63dc07cd6f7" providerId="LiveId" clId="{D72EA3D0-91C5-4FC4-A82F-13E8E95A1939}" dt="2026-08-18T17:51:47.214" v="10636" actId="208"/>
        <pc:sldMkLst>
          <pc:docMk/>
          <pc:sldMk cId="0" sldId="259"/>
        </pc:sldMkLst>
        <pc:spChg chg="mod">
          <ac:chgData name="Sebastian Koschorreck" userId="ec20b63dc07cd6f7" providerId="LiveId" clId="{D72EA3D0-91C5-4FC4-A82F-13E8E95A1939}" dt="2026-08-18T17:51:47.214" v="10636" actId="208"/>
          <ac:spMkLst>
            <pc:docMk/>
            <pc:sldMk cId="0" sldId="259"/>
            <ac:spMk id="2" creationId="{00000000-0000-0000-0000-000000000000}"/>
          </ac:spMkLst>
        </pc:spChg>
        <pc:spChg chg="mod">
          <ac:chgData name="Sebastian Koschorreck" userId="ec20b63dc07cd6f7" providerId="LiveId" clId="{D72EA3D0-91C5-4FC4-A82F-13E8E95A1939}" dt="2026-08-18T17:51:31.147" v="10635" actId="208"/>
          <ac:spMkLst>
            <pc:docMk/>
            <pc:sldMk cId="0" sldId="259"/>
            <ac:spMk id="3" creationId="{00000000-0000-0000-0000-000000000000}"/>
          </ac:spMkLst>
        </pc:spChg>
      </pc:sldChg>
      <pc:sldChg chg="delSp modSp mod modNotesTx">
        <pc:chgData name="Sebastian Koschorreck" userId="ec20b63dc07cd6f7" providerId="LiveId" clId="{D72EA3D0-91C5-4FC4-A82F-13E8E95A1939}" dt="2026-08-18T17:31:45.440" v="9736" actId="20577"/>
        <pc:sldMkLst>
          <pc:docMk/>
          <pc:sldMk cId="0" sldId="260"/>
        </pc:sldMkLst>
        <pc:spChg chg="mod">
          <ac:chgData name="Sebastian Koschorreck" userId="ec20b63dc07cd6f7" providerId="LiveId" clId="{D72EA3D0-91C5-4FC4-A82F-13E8E95A1939}" dt="2026-08-18T17:31:36.687" v="9712" actId="20577"/>
          <ac:spMkLst>
            <pc:docMk/>
            <pc:sldMk cId="0" sldId="260"/>
            <ac:spMk id="21" creationId="{00000000-0000-0000-0000-000000000000}"/>
          </ac:spMkLst>
        </pc:spChg>
        <pc:spChg chg="mod">
          <ac:chgData name="Sebastian Koschorreck" userId="ec20b63dc07cd6f7" providerId="LiveId" clId="{D72EA3D0-91C5-4FC4-A82F-13E8E95A1939}" dt="2026-08-18T17:31:45.440" v="9736" actId="20577"/>
          <ac:spMkLst>
            <pc:docMk/>
            <pc:sldMk cId="0" sldId="260"/>
            <ac:spMk id="22" creationId="{00000000-0000-0000-0000-000000000000}"/>
          </ac:spMkLst>
        </pc:spChg>
      </pc:sldChg>
      <pc:sldChg chg="delSp modSp mod modNotesTx">
        <pc:chgData name="Sebastian Koschorreck" userId="ec20b63dc07cd6f7" providerId="LiveId" clId="{D72EA3D0-91C5-4FC4-A82F-13E8E95A1939}" dt="2026-08-18T12:04:27.393" v="3613" actId="20577"/>
        <pc:sldMkLst>
          <pc:docMk/>
          <pc:sldMk cId="0" sldId="261"/>
        </pc:sldMkLst>
        <pc:spChg chg="mod">
          <ac:chgData name="Sebastian Koschorreck" userId="ec20b63dc07cd6f7" providerId="LiveId" clId="{D72EA3D0-91C5-4FC4-A82F-13E8E95A1939}" dt="2026-08-15T17:02:45.299" v="277" actId="20577"/>
          <ac:spMkLst>
            <pc:docMk/>
            <pc:sldMk cId="0" sldId="261"/>
            <ac:spMk id="5" creationId="{00000000-0000-0000-0000-000000000000}"/>
          </ac:spMkLst>
        </pc:spChg>
      </pc:sldChg>
      <pc:sldChg chg="addSp delSp modSp mod modNotesTx">
        <pc:chgData name="Sebastian Koschorreck" userId="ec20b63dc07cd6f7" providerId="LiveId" clId="{D72EA3D0-91C5-4FC4-A82F-13E8E95A1939}" dt="2026-08-18T15:55:43.584" v="4171" actId="478"/>
        <pc:sldMkLst>
          <pc:docMk/>
          <pc:sldMk cId="0" sldId="262"/>
        </pc:sldMkLst>
        <pc:spChg chg="mod">
          <ac:chgData name="Sebastian Koschorreck" userId="ec20b63dc07cd6f7" providerId="LiveId" clId="{D72EA3D0-91C5-4FC4-A82F-13E8E95A1939}" dt="2026-08-18T14:02:55.243" v="3659" actId="20577"/>
          <ac:spMkLst>
            <pc:docMk/>
            <pc:sldMk cId="0" sldId="262"/>
            <ac:spMk id="4" creationId="{00000000-0000-0000-0000-000000000000}"/>
          </ac:spMkLst>
        </pc:spChg>
        <pc:spChg chg="mod">
          <ac:chgData name="Sebastian Koschorreck" userId="ec20b63dc07cd6f7" providerId="LiveId" clId="{D72EA3D0-91C5-4FC4-A82F-13E8E95A1939}" dt="2026-08-18T14:03:11.459" v="3660" actId="20577"/>
          <ac:spMkLst>
            <pc:docMk/>
            <pc:sldMk cId="0" sldId="262"/>
            <ac:spMk id="36" creationId="{00000000-0000-0000-0000-000000000000}"/>
          </ac:spMkLst>
        </pc:spChg>
        <pc:spChg chg="mod">
          <ac:chgData name="Sebastian Koschorreck" userId="ec20b63dc07cd6f7" providerId="LiveId" clId="{D72EA3D0-91C5-4FC4-A82F-13E8E95A1939}" dt="2026-08-18T15:54:15.167" v="4063" actId="1076"/>
          <ac:spMkLst>
            <pc:docMk/>
            <pc:sldMk cId="0" sldId="262"/>
            <ac:spMk id="48" creationId="{00000000-0000-0000-0000-000000000000}"/>
          </ac:spMkLst>
        </pc:spChg>
        <pc:spChg chg="mod">
          <ac:chgData name="Sebastian Koschorreck" userId="ec20b63dc07cd6f7" providerId="LiveId" clId="{D72EA3D0-91C5-4FC4-A82F-13E8E95A1939}" dt="2026-08-18T15:54:19.258" v="4064" actId="1076"/>
          <ac:spMkLst>
            <pc:docMk/>
            <pc:sldMk cId="0" sldId="262"/>
            <ac:spMk id="49" creationId="{00000000-0000-0000-0000-000000000000}"/>
          </ac:spMkLst>
        </pc:spChg>
        <pc:spChg chg="mod">
          <ac:chgData name="Sebastian Koschorreck" userId="ec20b63dc07cd6f7" providerId="LiveId" clId="{D72EA3D0-91C5-4FC4-A82F-13E8E95A1939}" dt="2026-08-18T15:54:10.048" v="4061" actId="20577"/>
          <ac:spMkLst>
            <pc:docMk/>
            <pc:sldMk cId="0" sldId="262"/>
            <ac:spMk id="50" creationId="{00000000-0000-0000-0000-000000000000}"/>
          </ac:spMkLst>
        </pc:spChg>
        <pc:spChg chg="del">
          <ac:chgData name="Sebastian Koschorreck" userId="ec20b63dc07cd6f7" providerId="LiveId" clId="{D72EA3D0-91C5-4FC4-A82F-13E8E95A1939}" dt="2026-08-18T15:55:43.584" v="4171" actId="478"/>
          <ac:spMkLst>
            <pc:docMk/>
            <pc:sldMk cId="0" sldId="262"/>
            <ac:spMk id="53" creationId="{00000000-0000-0000-0000-000000000000}"/>
          </ac:spMkLst>
        </pc:spChg>
        <pc:spChg chg="del mod">
          <ac:chgData name="Sebastian Koschorreck" userId="ec20b63dc07cd6f7" providerId="LiveId" clId="{D72EA3D0-91C5-4FC4-A82F-13E8E95A1939}" dt="2026-08-18T15:55:41.797" v="4170" actId="478"/>
          <ac:spMkLst>
            <pc:docMk/>
            <pc:sldMk cId="0" sldId="262"/>
            <ac:spMk id="54" creationId="{00000000-0000-0000-0000-000000000000}"/>
          </ac:spMkLst>
        </pc:spChg>
        <pc:spChg chg="add mod">
          <ac:chgData name="Sebastian Koschorreck" userId="ec20b63dc07cd6f7" providerId="LiveId" clId="{D72EA3D0-91C5-4FC4-A82F-13E8E95A1939}" dt="2026-08-18T15:54:26.798" v="4066" actId="1076"/>
          <ac:spMkLst>
            <pc:docMk/>
            <pc:sldMk cId="0" sldId="262"/>
            <ac:spMk id="57" creationId="{D4B8B2C1-F942-A6BD-1198-5A9077A4FD23}"/>
          </ac:spMkLst>
        </pc:spChg>
      </pc:sldChg>
      <pc:sldChg chg="delSp modSp mod modNotesTx">
        <pc:chgData name="Sebastian Koschorreck" userId="ec20b63dc07cd6f7" providerId="LiveId" clId="{D72EA3D0-91C5-4FC4-A82F-13E8E95A1939}" dt="2026-08-18T15:58:56.317" v="4793" actId="20577"/>
        <pc:sldMkLst>
          <pc:docMk/>
          <pc:sldMk cId="0" sldId="263"/>
        </pc:sldMkLst>
        <pc:spChg chg="mod">
          <ac:chgData name="Sebastian Koschorreck" userId="ec20b63dc07cd6f7" providerId="LiveId" clId="{D72EA3D0-91C5-4FC4-A82F-13E8E95A1939}" dt="2026-08-15T17:06:34.666" v="339" actId="20577"/>
          <ac:spMkLst>
            <pc:docMk/>
            <pc:sldMk cId="0" sldId="263"/>
            <ac:spMk id="5" creationId="{00000000-0000-0000-0000-000000000000}"/>
          </ac:spMkLst>
        </pc:spChg>
        <pc:spChg chg="mod">
          <ac:chgData name="Sebastian Koschorreck" userId="ec20b63dc07cd6f7" providerId="LiveId" clId="{D72EA3D0-91C5-4FC4-A82F-13E8E95A1939}" dt="2026-08-15T17:08:33.654" v="385" actId="20577"/>
          <ac:spMkLst>
            <pc:docMk/>
            <pc:sldMk cId="0" sldId="263"/>
            <ac:spMk id="46" creationId="{00000000-0000-0000-0000-000000000000}"/>
          </ac:spMkLst>
        </pc:spChg>
      </pc:sldChg>
      <pc:sldChg chg="delSp modSp mod modNotesTx">
        <pc:chgData name="Sebastian Koschorreck" userId="ec20b63dc07cd6f7" providerId="LiveId" clId="{D72EA3D0-91C5-4FC4-A82F-13E8E95A1939}" dt="2026-08-20T12:19:27.540" v="11169" actId="20577"/>
        <pc:sldMkLst>
          <pc:docMk/>
          <pc:sldMk cId="0" sldId="264"/>
        </pc:sldMkLst>
        <pc:spChg chg="mod">
          <ac:chgData name="Sebastian Koschorreck" userId="ec20b63dc07cd6f7" providerId="LiveId" clId="{D72EA3D0-91C5-4FC4-A82F-13E8E95A1939}" dt="2026-08-17T08:09:50.668" v="519" actId="208"/>
          <ac:spMkLst>
            <pc:docMk/>
            <pc:sldMk cId="0" sldId="264"/>
            <ac:spMk id="2" creationId="{00000000-0000-0000-0000-000000000000}"/>
          </ac:spMkLst>
        </pc:spChg>
        <pc:spChg chg="mod">
          <ac:chgData name="Sebastian Koschorreck" userId="ec20b63dc07cd6f7" providerId="LiveId" clId="{D72EA3D0-91C5-4FC4-A82F-13E8E95A1939}" dt="2026-08-17T08:09:47.136" v="518" actId="207"/>
          <ac:spMkLst>
            <pc:docMk/>
            <pc:sldMk cId="0" sldId="264"/>
            <ac:spMk id="3" creationId="{00000000-0000-0000-0000-000000000000}"/>
          </ac:spMkLst>
        </pc:spChg>
      </pc:sldChg>
      <pc:sldChg chg="delSp modSp mod modNotesTx">
        <pc:chgData name="Sebastian Koschorreck" userId="ec20b63dc07cd6f7" providerId="LiveId" clId="{D72EA3D0-91C5-4FC4-A82F-13E8E95A1939}" dt="2026-08-18T16:05:38.413" v="5633" actId="20577"/>
        <pc:sldMkLst>
          <pc:docMk/>
          <pc:sldMk cId="0" sldId="265"/>
        </pc:sldMkLst>
        <pc:spChg chg="mod">
          <ac:chgData name="Sebastian Koschorreck" userId="ec20b63dc07cd6f7" providerId="LiveId" clId="{D72EA3D0-91C5-4FC4-A82F-13E8E95A1939}" dt="2026-08-15T17:20:01.970" v="392" actId="20577"/>
          <ac:spMkLst>
            <pc:docMk/>
            <pc:sldMk cId="0" sldId="265"/>
            <ac:spMk id="13" creationId="{00000000-0000-0000-0000-000000000000}"/>
          </ac:spMkLst>
        </pc:spChg>
        <pc:spChg chg="mod">
          <ac:chgData name="Sebastian Koschorreck" userId="ec20b63dc07cd6f7" providerId="LiveId" clId="{D72EA3D0-91C5-4FC4-A82F-13E8E95A1939}" dt="2026-08-15T17:24:38.444" v="398" actId="20577"/>
          <ac:spMkLst>
            <pc:docMk/>
            <pc:sldMk cId="0" sldId="265"/>
            <ac:spMk id="17" creationId="{00000000-0000-0000-0000-000000000000}"/>
          </ac:spMkLst>
        </pc:spChg>
        <pc:spChg chg="mod">
          <ac:chgData name="Sebastian Koschorreck" userId="ec20b63dc07cd6f7" providerId="LiveId" clId="{D72EA3D0-91C5-4FC4-A82F-13E8E95A1939}" dt="2026-08-18T16:04:03.107" v="5246" actId="1076"/>
          <ac:spMkLst>
            <pc:docMk/>
            <pc:sldMk cId="0" sldId="265"/>
            <ac:spMk id="31" creationId="{00000000-0000-0000-0000-000000000000}"/>
          </ac:spMkLst>
        </pc:spChg>
        <pc:spChg chg="mod">
          <ac:chgData name="Sebastian Koschorreck" userId="ec20b63dc07cd6f7" providerId="LiveId" clId="{D72EA3D0-91C5-4FC4-A82F-13E8E95A1939}" dt="2026-08-18T16:04:08.908" v="5247" actId="1076"/>
          <ac:spMkLst>
            <pc:docMk/>
            <pc:sldMk cId="0" sldId="265"/>
            <ac:spMk id="32" creationId="{00000000-0000-0000-0000-000000000000}"/>
          </ac:spMkLst>
        </pc:spChg>
        <pc:spChg chg="mod">
          <ac:chgData name="Sebastian Koschorreck" userId="ec20b63dc07cd6f7" providerId="LiveId" clId="{D72EA3D0-91C5-4FC4-A82F-13E8E95A1939}" dt="2026-08-18T16:04:08.908" v="5247" actId="1076"/>
          <ac:spMkLst>
            <pc:docMk/>
            <pc:sldMk cId="0" sldId="265"/>
            <ac:spMk id="33" creationId="{00000000-0000-0000-0000-000000000000}"/>
          </ac:spMkLst>
        </pc:spChg>
        <pc:spChg chg="mod">
          <ac:chgData name="Sebastian Koschorreck" userId="ec20b63dc07cd6f7" providerId="LiveId" clId="{D72EA3D0-91C5-4FC4-A82F-13E8E95A1939}" dt="2026-08-15T17:25:12.326" v="402" actId="20577"/>
          <ac:spMkLst>
            <pc:docMk/>
            <pc:sldMk cId="0" sldId="265"/>
            <ac:spMk id="43" creationId="{00000000-0000-0000-0000-000000000000}"/>
          </ac:spMkLst>
        </pc:spChg>
      </pc:sldChg>
      <pc:sldChg chg="delSp modSp mod modNotesTx">
        <pc:chgData name="Sebastian Koschorreck" userId="ec20b63dc07cd6f7" providerId="LiveId" clId="{D72EA3D0-91C5-4FC4-A82F-13E8E95A1939}" dt="2026-08-18T16:09:35.455" v="6438" actId="20577"/>
        <pc:sldMkLst>
          <pc:docMk/>
          <pc:sldMk cId="0" sldId="266"/>
        </pc:sldMkLst>
        <pc:spChg chg="mod">
          <ac:chgData name="Sebastian Koschorreck" userId="ec20b63dc07cd6f7" providerId="LiveId" clId="{D72EA3D0-91C5-4FC4-A82F-13E8E95A1939}" dt="2026-08-15T17:31:15.319" v="416" actId="20577"/>
          <ac:spMkLst>
            <pc:docMk/>
            <pc:sldMk cId="0" sldId="266"/>
            <ac:spMk id="5" creationId="{00000000-0000-0000-0000-000000000000}"/>
          </ac:spMkLst>
        </pc:spChg>
        <pc:spChg chg="mod">
          <ac:chgData name="Sebastian Koschorreck" userId="ec20b63dc07cd6f7" providerId="LiveId" clId="{D72EA3D0-91C5-4FC4-A82F-13E8E95A1939}" dt="2026-08-18T16:07:14.601" v="5759" actId="20577"/>
          <ac:spMkLst>
            <pc:docMk/>
            <pc:sldMk cId="0" sldId="266"/>
            <ac:spMk id="28" creationId="{00000000-0000-0000-0000-000000000000}"/>
          </ac:spMkLst>
        </pc:spChg>
      </pc:sldChg>
      <pc:sldChg chg="addSp delSp modSp mod modNotesTx">
        <pc:chgData name="Sebastian Koschorreck" userId="ec20b63dc07cd6f7" providerId="LiveId" clId="{D72EA3D0-91C5-4FC4-A82F-13E8E95A1939}" dt="2026-08-18T16:18:46.854" v="7611" actId="478"/>
        <pc:sldMkLst>
          <pc:docMk/>
          <pc:sldMk cId="0" sldId="267"/>
        </pc:sldMkLst>
        <pc:spChg chg="del">
          <ac:chgData name="Sebastian Koschorreck" userId="ec20b63dc07cd6f7" providerId="LiveId" clId="{D72EA3D0-91C5-4FC4-A82F-13E8E95A1939}" dt="2026-08-18T16:18:45.625" v="7609" actId="478"/>
          <ac:spMkLst>
            <pc:docMk/>
            <pc:sldMk cId="0" sldId="267"/>
            <ac:spMk id="2" creationId="{00000000-0000-0000-0000-000000000000}"/>
          </ac:spMkLst>
        </pc:spChg>
        <pc:spChg chg="del mod">
          <ac:chgData name="Sebastian Koschorreck" userId="ec20b63dc07cd6f7" providerId="LiveId" clId="{D72EA3D0-91C5-4FC4-A82F-13E8E95A1939}" dt="2026-08-18T16:18:46.854" v="7611" actId="478"/>
          <ac:spMkLst>
            <pc:docMk/>
            <pc:sldMk cId="0" sldId="267"/>
            <ac:spMk id="3" creationId="{00000000-0000-0000-0000-000000000000}"/>
          </ac:spMkLst>
        </pc:spChg>
        <pc:spChg chg="mod">
          <ac:chgData name="Sebastian Koschorreck" userId="ec20b63dc07cd6f7" providerId="LiveId" clId="{D72EA3D0-91C5-4FC4-A82F-13E8E95A1939}" dt="2026-08-18T16:09:57.924" v="6439" actId="313"/>
          <ac:spMkLst>
            <pc:docMk/>
            <pc:sldMk cId="0" sldId="267"/>
            <ac:spMk id="12" creationId="{00000000-0000-0000-0000-000000000000}"/>
          </ac:spMkLst>
        </pc:spChg>
        <pc:spChg chg="mod">
          <ac:chgData name="Sebastian Koschorreck" userId="ec20b63dc07cd6f7" providerId="LiveId" clId="{D72EA3D0-91C5-4FC4-A82F-13E8E95A1939}" dt="2026-08-18T16:12:34.680" v="6882" actId="20577"/>
          <ac:spMkLst>
            <pc:docMk/>
            <pc:sldMk cId="0" sldId="267"/>
            <ac:spMk id="54" creationId="{00000000-0000-0000-0000-000000000000}"/>
          </ac:spMkLst>
        </pc:spChg>
        <pc:spChg chg="mod">
          <ac:chgData name="Sebastian Koschorreck" userId="ec20b63dc07cd6f7" providerId="LiveId" clId="{D72EA3D0-91C5-4FC4-A82F-13E8E95A1939}" dt="2026-08-18T16:12:45.379" v="6904" actId="20577"/>
          <ac:spMkLst>
            <pc:docMk/>
            <pc:sldMk cId="0" sldId="267"/>
            <ac:spMk id="55" creationId="{00000000-0000-0000-0000-000000000000}"/>
          </ac:spMkLst>
        </pc:spChg>
        <pc:spChg chg="del">
          <ac:chgData name="Sebastian Koschorreck" userId="ec20b63dc07cd6f7" providerId="LiveId" clId="{D72EA3D0-91C5-4FC4-A82F-13E8E95A1939}" dt="2026-08-18T16:12:49.489" v="6905" actId="478"/>
          <ac:spMkLst>
            <pc:docMk/>
            <pc:sldMk cId="0" sldId="267"/>
            <ac:spMk id="56" creationId="{00000000-0000-0000-0000-000000000000}"/>
          </ac:spMkLst>
        </pc:spChg>
        <pc:spChg chg="add">
          <ac:chgData name="Sebastian Koschorreck" userId="ec20b63dc07cd6f7" providerId="LiveId" clId="{D72EA3D0-91C5-4FC4-A82F-13E8E95A1939}" dt="2026-08-18T16:18:43.868" v="7608" actId="22"/>
          <ac:spMkLst>
            <pc:docMk/>
            <pc:sldMk cId="0" sldId="267"/>
            <ac:spMk id="59" creationId="{25A306FF-AAC6-4314-2C02-1AA33CAA6DE8}"/>
          </ac:spMkLst>
        </pc:spChg>
        <pc:spChg chg="add">
          <ac:chgData name="Sebastian Koschorreck" userId="ec20b63dc07cd6f7" providerId="LiveId" clId="{D72EA3D0-91C5-4FC4-A82F-13E8E95A1939}" dt="2026-08-18T16:18:43.868" v="7608" actId="22"/>
          <ac:spMkLst>
            <pc:docMk/>
            <pc:sldMk cId="0" sldId="267"/>
            <ac:spMk id="61" creationId="{6AAFC9B0-441D-886D-F20E-51DDB8136611}"/>
          </ac:spMkLst>
        </pc:spChg>
      </pc:sldChg>
      <pc:sldChg chg="delSp modSp mod modNotesTx">
        <pc:chgData name="Sebastian Koschorreck" userId="ec20b63dc07cd6f7" providerId="LiveId" clId="{D72EA3D0-91C5-4FC4-A82F-13E8E95A1939}" dt="2026-08-18T16:19:01.587" v="7646" actId="20577"/>
        <pc:sldMkLst>
          <pc:docMk/>
          <pc:sldMk cId="0" sldId="268"/>
        </pc:sldMkLst>
        <pc:spChg chg="del mod">
          <ac:chgData name="Sebastian Koschorreck" userId="ec20b63dc07cd6f7" providerId="LiveId" clId="{D72EA3D0-91C5-4FC4-A82F-13E8E95A1939}" dt="2026-08-18T16:18:24.187" v="7606" actId="478"/>
          <ac:spMkLst>
            <pc:docMk/>
            <pc:sldMk cId="0" sldId="268"/>
            <ac:spMk id="23" creationId="{00000000-0000-0000-0000-000000000000}"/>
          </ac:spMkLst>
        </pc:spChg>
        <pc:spChg chg="del">
          <ac:chgData name="Sebastian Koschorreck" userId="ec20b63dc07cd6f7" providerId="LiveId" clId="{D72EA3D0-91C5-4FC4-A82F-13E8E95A1939}" dt="2026-08-18T16:17:58.634" v="7583" actId="478"/>
          <ac:spMkLst>
            <pc:docMk/>
            <pc:sldMk cId="0" sldId="268"/>
            <ac:spMk id="24" creationId="{00000000-0000-0000-0000-000000000000}"/>
          </ac:spMkLst>
        </pc:spChg>
        <pc:spChg chg="del">
          <ac:chgData name="Sebastian Koschorreck" userId="ec20b63dc07cd6f7" providerId="LiveId" clId="{D72EA3D0-91C5-4FC4-A82F-13E8E95A1939}" dt="2026-08-18T16:13:00.048" v="6906" actId="478"/>
          <ac:spMkLst>
            <pc:docMk/>
            <pc:sldMk cId="0" sldId="268"/>
            <ac:spMk id="27" creationId="{00000000-0000-0000-0000-000000000000}"/>
          </ac:spMkLst>
        </pc:spChg>
      </pc:sldChg>
      <pc:sldChg chg="delSp modSp mod modNotesTx">
        <pc:chgData name="Sebastian Koschorreck" userId="ec20b63dc07cd6f7" providerId="LiveId" clId="{D72EA3D0-91C5-4FC4-A82F-13E8E95A1939}" dt="2026-08-18T17:31:22.150" v="9708" actId="1076"/>
        <pc:sldMkLst>
          <pc:docMk/>
          <pc:sldMk cId="0" sldId="269"/>
        </pc:sldMkLst>
        <pc:spChg chg="del">
          <ac:chgData name="Sebastian Koschorreck" userId="ec20b63dc07cd6f7" providerId="LiveId" clId="{D72EA3D0-91C5-4FC4-A82F-13E8E95A1939}" dt="2026-08-18T17:31:14.235" v="9704" actId="478"/>
          <ac:spMkLst>
            <pc:docMk/>
            <pc:sldMk cId="0" sldId="269"/>
            <ac:spMk id="15" creationId="{00000000-0000-0000-0000-000000000000}"/>
          </ac:spMkLst>
        </pc:spChg>
        <pc:spChg chg="del mod">
          <ac:chgData name="Sebastian Koschorreck" userId="ec20b63dc07cd6f7" providerId="LiveId" clId="{D72EA3D0-91C5-4FC4-A82F-13E8E95A1939}" dt="2026-08-18T17:31:15.796" v="9706" actId="478"/>
          <ac:spMkLst>
            <pc:docMk/>
            <pc:sldMk cId="0" sldId="269"/>
            <ac:spMk id="16" creationId="{00000000-0000-0000-0000-000000000000}"/>
          </ac:spMkLst>
        </pc:spChg>
        <pc:spChg chg="del">
          <ac:chgData name="Sebastian Koschorreck" userId="ec20b63dc07cd6f7" providerId="LiveId" clId="{D72EA3D0-91C5-4FC4-A82F-13E8E95A1939}" dt="2026-08-18T17:31:17.179" v="9707" actId="478"/>
          <ac:spMkLst>
            <pc:docMk/>
            <pc:sldMk cId="0" sldId="269"/>
            <ac:spMk id="17" creationId="{00000000-0000-0000-0000-000000000000}"/>
          </ac:spMkLst>
        </pc:spChg>
        <pc:spChg chg="mod">
          <ac:chgData name="Sebastian Koschorreck" userId="ec20b63dc07cd6f7" providerId="LiveId" clId="{D72EA3D0-91C5-4FC4-A82F-13E8E95A1939}" dt="2026-08-18T17:31:22.150" v="9708" actId="1076"/>
          <ac:spMkLst>
            <pc:docMk/>
            <pc:sldMk cId="0" sldId="269"/>
            <ac:spMk id="18" creationId="{00000000-0000-0000-0000-000000000000}"/>
          </ac:spMkLst>
        </pc:spChg>
        <pc:spChg chg="mod">
          <ac:chgData name="Sebastian Koschorreck" userId="ec20b63dc07cd6f7" providerId="LiveId" clId="{D72EA3D0-91C5-4FC4-A82F-13E8E95A1939}" dt="2026-08-18T17:31:22.150" v="9708" actId="1076"/>
          <ac:spMkLst>
            <pc:docMk/>
            <pc:sldMk cId="0" sldId="269"/>
            <ac:spMk id="19" creationId="{00000000-0000-0000-0000-000000000000}"/>
          </ac:spMkLst>
        </pc:spChg>
        <pc:spChg chg="mod">
          <ac:chgData name="Sebastian Koschorreck" userId="ec20b63dc07cd6f7" providerId="LiveId" clId="{D72EA3D0-91C5-4FC4-A82F-13E8E95A1939}" dt="2026-08-18T17:31:22.150" v="9708" actId="1076"/>
          <ac:spMkLst>
            <pc:docMk/>
            <pc:sldMk cId="0" sldId="269"/>
            <ac:spMk id="20" creationId="{00000000-0000-0000-0000-000000000000}"/>
          </ac:spMkLst>
        </pc:spChg>
        <pc:spChg chg="mod">
          <ac:chgData name="Sebastian Koschorreck" userId="ec20b63dc07cd6f7" providerId="LiveId" clId="{D72EA3D0-91C5-4FC4-A82F-13E8E95A1939}" dt="2026-08-18T16:28:55.295" v="8093" actId="20577"/>
          <ac:spMkLst>
            <pc:docMk/>
            <pc:sldMk cId="0" sldId="269"/>
            <ac:spMk id="25" creationId="{00000000-0000-0000-0000-000000000000}"/>
          </ac:spMkLst>
        </pc:spChg>
        <pc:spChg chg="mod">
          <ac:chgData name="Sebastian Koschorreck" userId="ec20b63dc07cd6f7" providerId="LiveId" clId="{D72EA3D0-91C5-4FC4-A82F-13E8E95A1939}" dt="2026-08-18T16:29:06.628" v="8139" actId="5793"/>
          <ac:spMkLst>
            <pc:docMk/>
            <pc:sldMk cId="0" sldId="269"/>
            <ac:spMk id="27" creationId="{00000000-0000-0000-0000-000000000000}"/>
          </ac:spMkLst>
        </pc:spChg>
      </pc:sldChg>
      <pc:sldChg chg="addSp delSp modSp mod modNotesTx">
        <pc:chgData name="Sebastian Koschorreck" userId="ec20b63dc07cd6f7" providerId="LiveId" clId="{D72EA3D0-91C5-4FC4-A82F-13E8E95A1939}" dt="2026-08-18T17:03:21.435" v="9494" actId="20577"/>
        <pc:sldMkLst>
          <pc:docMk/>
          <pc:sldMk cId="0" sldId="270"/>
        </pc:sldMkLst>
        <pc:spChg chg="del">
          <ac:chgData name="Sebastian Koschorreck" userId="ec20b63dc07cd6f7" providerId="LiveId" clId="{D72EA3D0-91C5-4FC4-A82F-13E8E95A1939}" dt="2026-08-18T16:53:53.357" v="8182" actId="478"/>
          <ac:spMkLst>
            <pc:docMk/>
            <pc:sldMk cId="0" sldId="270"/>
            <ac:spMk id="2" creationId="{00000000-0000-0000-0000-000000000000}"/>
          </ac:spMkLst>
        </pc:spChg>
        <pc:spChg chg="del">
          <ac:chgData name="Sebastian Koschorreck" userId="ec20b63dc07cd6f7" providerId="LiveId" clId="{D72EA3D0-91C5-4FC4-A82F-13E8E95A1939}" dt="2026-08-18T16:53:53.357" v="8182" actId="478"/>
          <ac:spMkLst>
            <pc:docMk/>
            <pc:sldMk cId="0" sldId="270"/>
            <ac:spMk id="3" creationId="{00000000-0000-0000-0000-000000000000}"/>
          </ac:spMkLst>
        </pc:spChg>
        <pc:spChg chg="mod">
          <ac:chgData name="Sebastian Koschorreck" userId="ec20b63dc07cd6f7" providerId="LiveId" clId="{D72EA3D0-91C5-4FC4-A82F-13E8E95A1939}" dt="2026-08-18T16:55:08.059" v="8191" actId="20577"/>
          <ac:spMkLst>
            <pc:docMk/>
            <pc:sldMk cId="0" sldId="270"/>
            <ac:spMk id="14" creationId="{00000000-0000-0000-0000-000000000000}"/>
          </ac:spMkLst>
        </pc:spChg>
        <pc:spChg chg="mod">
          <ac:chgData name="Sebastian Koschorreck" userId="ec20b63dc07cd6f7" providerId="LiveId" clId="{D72EA3D0-91C5-4FC4-A82F-13E8E95A1939}" dt="2026-08-18T16:54:11.393" v="8189" actId="14100"/>
          <ac:spMkLst>
            <pc:docMk/>
            <pc:sldMk cId="0" sldId="270"/>
            <ac:spMk id="18" creationId="{00000000-0000-0000-0000-000000000000}"/>
          </ac:spMkLst>
        </pc:spChg>
        <pc:spChg chg="mod">
          <ac:chgData name="Sebastian Koschorreck" userId="ec20b63dc07cd6f7" providerId="LiveId" clId="{D72EA3D0-91C5-4FC4-A82F-13E8E95A1939}" dt="2026-08-18T16:55:31.229" v="8199" actId="20577"/>
          <ac:spMkLst>
            <pc:docMk/>
            <pc:sldMk cId="0" sldId="270"/>
            <ac:spMk id="24" creationId="{00000000-0000-0000-0000-000000000000}"/>
          </ac:spMkLst>
        </pc:spChg>
        <pc:spChg chg="mod">
          <ac:chgData name="Sebastian Koschorreck" userId="ec20b63dc07cd6f7" providerId="LiveId" clId="{D72EA3D0-91C5-4FC4-A82F-13E8E95A1939}" dt="2026-08-18T16:56:05.818" v="8329" actId="20577"/>
          <ac:spMkLst>
            <pc:docMk/>
            <pc:sldMk cId="0" sldId="270"/>
            <ac:spMk id="26" creationId="{00000000-0000-0000-0000-000000000000}"/>
          </ac:spMkLst>
        </pc:spChg>
        <pc:spChg chg="del">
          <ac:chgData name="Sebastian Koschorreck" userId="ec20b63dc07cd6f7" providerId="LiveId" clId="{D72EA3D0-91C5-4FC4-A82F-13E8E95A1939}" dt="2026-08-18T17:01:31.813" v="9094" actId="478"/>
          <ac:spMkLst>
            <pc:docMk/>
            <pc:sldMk cId="0" sldId="270"/>
            <ac:spMk id="27" creationId="{00000000-0000-0000-0000-000000000000}"/>
          </ac:spMkLst>
        </pc:spChg>
        <pc:spChg chg="del mod">
          <ac:chgData name="Sebastian Koschorreck" userId="ec20b63dc07cd6f7" providerId="LiveId" clId="{D72EA3D0-91C5-4FC4-A82F-13E8E95A1939}" dt="2026-08-18T17:01:30.240" v="9093" actId="478"/>
          <ac:spMkLst>
            <pc:docMk/>
            <pc:sldMk cId="0" sldId="270"/>
            <ac:spMk id="28" creationId="{00000000-0000-0000-0000-000000000000}"/>
          </ac:spMkLst>
        </pc:spChg>
        <pc:spChg chg="del">
          <ac:chgData name="Sebastian Koschorreck" userId="ec20b63dc07cd6f7" providerId="LiveId" clId="{D72EA3D0-91C5-4FC4-A82F-13E8E95A1939}" dt="2026-08-18T16:54:01.958" v="8184" actId="478"/>
          <ac:spMkLst>
            <pc:docMk/>
            <pc:sldMk cId="0" sldId="270"/>
            <ac:spMk id="31" creationId="{00000000-0000-0000-0000-000000000000}"/>
          </ac:spMkLst>
        </pc:spChg>
        <pc:spChg chg="add">
          <ac:chgData name="Sebastian Koschorreck" userId="ec20b63dc07cd6f7" providerId="LiveId" clId="{D72EA3D0-91C5-4FC4-A82F-13E8E95A1939}" dt="2026-08-18T16:53:53.458" v="8183" actId="22"/>
          <ac:spMkLst>
            <pc:docMk/>
            <pc:sldMk cId="0" sldId="270"/>
            <ac:spMk id="32" creationId="{E90A300E-2583-B803-7333-E34B967D142A}"/>
          </ac:spMkLst>
        </pc:spChg>
        <pc:spChg chg="add">
          <ac:chgData name="Sebastian Koschorreck" userId="ec20b63dc07cd6f7" providerId="LiveId" clId="{D72EA3D0-91C5-4FC4-A82F-13E8E95A1939}" dt="2026-08-18T16:53:53.458" v="8183" actId="22"/>
          <ac:spMkLst>
            <pc:docMk/>
            <pc:sldMk cId="0" sldId="270"/>
            <ac:spMk id="34" creationId="{118C98B9-2A2F-15E9-2234-0EB033F2F545}"/>
          </ac:spMkLst>
        </pc:spChg>
      </pc:sldChg>
      <pc:sldChg chg="delSp modSp del mod modShow modNotesTx">
        <pc:chgData name="Sebastian Koschorreck" userId="ec20b63dc07cd6f7" providerId="LiveId" clId="{D72EA3D0-91C5-4FC4-A82F-13E8E95A1939}" dt="2026-08-20T12:20:42.310" v="11179" actId="47"/>
        <pc:sldMkLst>
          <pc:docMk/>
          <pc:sldMk cId="0" sldId="271"/>
        </pc:sldMkLst>
        <pc:spChg chg="mod">
          <ac:chgData name="Sebastian Koschorreck" userId="ec20b63dc07cd6f7" providerId="LiveId" clId="{D72EA3D0-91C5-4FC4-A82F-13E8E95A1939}" dt="2026-08-18T17:04:08.158" v="9503" actId="20577"/>
          <ac:spMkLst>
            <pc:docMk/>
            <pc:sldMk cId="0" sldId="271"/>
            <ac:spMk id="4" creationId="{00000000-0000-0000-0000-000000000000}"/>
          </ac:spMkLst>
        </pc:spChg>
        <pc:spChg chg="del">
          <ac:chgData name="Sebastian Koschorreck" userId="ec20b63dc07cd6f7" providerId="LiveId" clId="{D72EA3D0-91C5-4FC4-A82F-13E8E95A1939}" dt="2026-08-18T17:03:25.481" v="9495" actId="478"/>
          <ac:spMkLst>
            <pc:docMk/>
            <pc:sldMk cId="0" sldId="271"/>
            <ac:spMk id="38" creationId="{00000000-0000-0000-0000-000000000000}"/>
          </ac:spMkLst>
        </pc:spChg>
      </pc:sldChg>
      <pc:sldChg chg="delSp modSp mod modNotesTx">
        <pc:chgData name="Sebastian Koschorreck" userId="ec20b63dc07cd6f7" providerId="LiveId" clId="{D72EA3D0-91C5-4FC4-A82F-13E8E95A1939}" dt="2026-08-18T17:33:37.945" v="10304" actId="20577"/>
        <pc:sldMkLst>
          <pc:docMk/>
          <pc:sldMk cId="0" sldId="272"/>
        </pc:sldMkLst>
        <pc:spChg chg="mod">
          <ac:chgData name="Sebastian Koschorreck" userId="ec20b63dc07cd6f7" providerId="LiveId" clId="{D72EA3D0-91C5-4FC4-A82F-13E8E95A1939}" dt="2026-08-18T17:31:00.976" v="9703" actId="20577"/>
          <ac:spMkLst>
            <pc:docMk/>
            <pc:sldMk cId="0" sldId="272"/>
            <ac:spMk id="5" creationId="{00000000-0000-0000-0000-000000000000}"/>
          </ac:spMkLst>
        </pc:spChg>
        <pc:spChg chg="mod">
          <ac:chgData name="Sebastian Koschorreck" userId="ec20b63dc07cd6f7" providerId="LiveId" clId="{D72EA3D0-91C5-4FC4-A82F-13E8E95A1939}" dt="2026-08-18T17:22:29.113" v="9597" actId="20577"/>
          <ac:spMkLst>
            <pc:docMk/>
            <pc:sldMk cId="0" sldId="272"/>
            <ac:spMk id="16" creationId="{00000000-0000-0000-0000-000000000000}"/>
          </ac:spMkLst>
        </pc:spChg>
        <pc:spChg chg="mod">
          <ac:chgData name="Sebastian Koschorreck" userId="ec20b63dc07cd6f7" providerId="LiveId" clId="{D72EA3D0-91C5-4FC4-A82F-13E8E95A1939}" dt="2026-08-18T17:22:36.121" v="9598" actId="20577"/>
          <ac:spMkLst>
            <pc:docMk/>
            <pc:sldMk cId="0" sldId="272"/>
            <ac:spMk id="18" creationId="{00000000-0000-0000-0000-000000000000}"/>
          </ac:spMkLst>
        </pc:spChg>
        <pc:spChg chg="del">
          <ac:chgData name="Sebastian Koschorreck" userId="ec20b63dc07cd6f7" providerId="LiveId" clId="{D72EA3D0-91C5-4FC4-A82F-13E8E95A1939}" dt="2026-08-18T17:21:51.640" v="9523" actId="478"/>
          <ac:spMkLst>
            <pc:docMk/>
            <pc:sldMk cId="0" sldId="272"/>
            <ac:spMk id="24" creationId="{00000000-0000-0000-0000-000000000000}"/>
          </ac:spMkLst>
        </pc:spChg>
        <pc:spChg chg="del">
          <ac:chgData name="Sebastian Koschorreck" userId="ec20b63dc07cd6f7" providerId="LiveId" clId="{D72EA3D0-91C5-4FC4-A82F-13E8E95A1939}" dt="2026-08-18T17:21:52.600" v="9524" actId="478"/>
          <ac:spMkLst>
            <pc:docMk/>
            <pc:sldMk cId="0" sldId="272"/>
            <ac:spMk id="25" creationId="{00000000-0000-0000-0000-000000000000}"/>
          </ac:spMkLst>
        </pc:spChg>
      </pc:sldChg>
      <pc:sldChg chg="addSp delSp modSp mod modNotesTx">
        <pc:chgData name="Sebastian Koschorreck" userId="ec20b63dc07cd6f7" providerId="LiveId" clId="{D72EA3D0-91C5-4FC4-A82F-13E8E95A1939}" dt="2026-08-18T17:54:48.579" v="11099" actId="20577"/>
        <pc:sldMkLst>
          <pc:docMk/>
          <pc:sldMk cId="0" sldId="273"/>
        </pc:sldMkLst>
        <pc:spChg chg="mod">
          <ac:chgData name="Sebastian Koschorreck" userId="ec20b63dc07cd6f7" providerId="LiveId" clId="{D72EA3D0-91C5-4FC4-A82F-13E8E95A1939}" dt="2026-08-18T17:35:43.349" v="10312" actId="20577"/>
          <ac:spMkLst>
            <pc:docMk/>
            <pc:sldMk cId="0" sldId="273"/>
            <ac:spMk id="4" creationId="{00000000-0000-0000-0000-000000000000}"/>
          </ac:spMkLst>
        </pc:spChg>
        <pc:spChg chg="mod">
          <ac:chgData name="Sebastian Koschorreck" userId="ec20b63dc07cd6f7" providerId="LiveId" clId="{D72EA3D0-91C5-4FC4-A82F-13E8E95A1939}" dt="2026-08-18T17:36:43.464" v="10384" actId="1076"/>
          <ac:spMkLst>
            <pc:docMk/>
            <pc:sldMk cId="0" sldId="273"/>
            <ac:spMk id="12" creationId="{00000000-0000-0000-0000-000000000000}"/>
          </ac:spMkLst>
        </pc:spChg>
        <pc:spChg chg="mod">
          <ac:chgData name="Sebastian Koschorreck" userId="ec20b63dc07cd6f7" providerId="LiveId" clId="{D72EA3D0-91C5-4FC4-A82F-13E8E95A1939}" dt="2026-08-18T17:36:50.309" v="10385" actId="1076"/>
          <ac:spMkLst>
            <pc:docMk/>
            <pc:sldMk cId="0" sldId="273"/>
            <ac:spMk id="13" creationId="{00000000-0000-0000-0000-000000000000}"/>
          </ac:spMkLst>
        </pc:spChg>
        <pc:spChg chg="mod">
          <ac:chgData name="Sebastian Koschorreck" userId="ec20b63dc07cd6f7" providerId="LiveId" clId="{D72EA3D0-91C5-4FC4-A82F-13E8E95A1939}" dt="2026-08-18T17:36:32.349" v="10381" actId="20577"/>
          <ac:spMkLst>
            <pc:docMk/>
            <pc:sldMk cId="0" sldId="273"/>
            <ac:spMk id="14" creationId="{00000000-0000-0000-0000-000000000000}"/>
          </ac:spMkLst>
        </pc:spChg>
        <pc:spChg chg="mod">
          <ac:chgData name="Sebastian Koschorreck" userId="ec20b63dc07cd6f7" providerId="LiveId" clId="{D72EA3D0-91C5-4FC4-A82F-13E8E95A1939}" dt="2026-08-18T17:37:02.179" v="10408" actId="20577"/>
          <ac:spMkLst>
            <pc:docMk/>
            <pc:sldMk cId="0" sldId="273"/>
            <ac:spMk id="16" creationId="{00000000-0000-0000-0000-000000000000}"/>
          </ac:spMkLst>
        </pc:spChg>
        <pc:spChg chg="mod">
          <ac:chgData name="Sebastian Koschorreck" userId="ec20b63dc07cd6f7" providerId="LiveId" clId="{D72EA3D0-91C5-4FC4-A82F-13E8E95A1939}" dt="2026-08-18T17:37:18.518" v="10462" actId="20577"/>
          <ac:spMkLst>
            <pc:docMk/>
            <pc:sldMk cId="0" sldId="273"/>
            <ac:spMk id="19" creationId="{00000000-0000-0000-0000-000000000000}"/>
          </ac:spMkLst>
        </pc:spChg>
        <pc:spChg chg="mod">
          <ac:chgData name="Sebastian Koschorreck" userId="ec20b63dc07cd6f7" providerId="LiveId" clId="{D72EA3D0-91C5-4FC4-A82F-13E8E95A1939}" dt="2026-08-18T17:37:26.253" v="10492" actId="5793"/>
          <ac:spMkLst>
            <pc:docMk/>
            <pc:sldMk cId="0" sldId="273"/>
            <ac:spMk id="22" creationId="{00000000-0000-0000-0000-000000000000}"/>
          </ac:spMkLst>
        </pc:spChg>
        <pc:spChg chg="mod">
          <ac:chgData name="Sebastian Koschorreck" userId="ec20b63dc07cd6f7" providerId="LiveId" clId="{D72EA3D0-91C5-4FC4-A82F-13E8E95A1939}" dt="2026-08-18T17:40:33.808" v="10511" actId="20577"/>
          <ac:spMkLst>
            <pc:docMk/>
            <pc:sldMk cId="0" sldId="273"/>
            <ac:spMk id="31" creationId="{00000000-0000-0000-0000-000000000000}"/>
          </ac:spMkLst>
        </pc:spChg>
        <pc:spChg chg="mod">
          <ac:chgData name="Sebastian Koschorreck" userId="ec20b63dc07cd6f7" providerId="LiveId" clId="{D72EA3D0-91C5-4FC4-A82F-13E8E95A1939}" dt="2026-08-18T17:40:50.364" v="10547" actId="1076"/>
          <ac:spMkLst>
            <pc:docMk/>
            <pc:sldMk cId="0" sldId="273"/>
            <ac:spMk id="34" creationId="{00000000-0000-0000-0000-000000000000}"/>
          </ac:spMkLst>
        </pc:spChg>
        <pc:spChg chg="mod">
          <ac:chgData name="Sebastian Koschorreck" userId="ec20b63dc07cd6f7" providerId="LiveId" clId="{D72EA3D0-91C5-4FC4-A82F-13E8E95A1939}" dt="2026-08-18T17:53:24.363" v="10711" actId="20577"/>
          <ac:spMkLst>
            <pc:docMk/>
            <pc:sldMk cId="0" sldId="273"/>
            <ac:spMk id="35" creationId="{00000000-0000-0000-0000-000000000000}"/>
          </ac:spMkLst>
        </pc:spChg>
        <pc:spChg chg="del">
          <ac:chgData name="Sebastian Koschorreck" userId="ec20b63dc07cd6f7" providerId="LiveId" clId="{D72EA3D0-91C5-4FC4-A82F-13E8E95A1939}" dt="2026-08-18T17:33:44.168" v="10305" actId="478"/>
          <ac:spMkLst>
            <pc:docMk/>
            <pc:sldMk cId="0" sldId="273"/>
            <ac:spMk id="39" creationId="{00000000-0000-0000-0000-000000000000}"/>
          </ac:spMkLst>
        </pc:spChg>
        <pc:spChg chg="del">
          <ac:chgData name="Sebastian Koschorreck" userId="ec20b63dc07cd6f7" providerId="LiveId" clId="{D72EA3D0-91C5-4FC4-A82F-13E8E95A1939}" dt="2026-08-18T17:33:45.573" v="10306" actId="478"/>
          <ac:spMkLst>
            <pc:docMk/>
            <pc:sldMk cId="0" sldId="273"/>
            <ac:spMk id="40" creationId="{00000000-0000-0000-0000-000000000000}"/>
          </ac:spMkLst>
        </pc:spChg>
        <pc:spChg chg="add">
          <ac:chgData name="Sebastian Koschorreck" userId="ec20b63dc07cd6f7" providerId="LiveId" clId="{D72EA3D0-91C5-4FC4-A82F-13E8E95A1939}" dt="2026-08-18T17:36:41.577" v="10382" actId="22"/>
          <ac:spMkLst>
            <pc:docMk/>
            <pc:sldMk cId="0" sldId="273"/>
            <ac:spMk id="42" creationId="{2258FF76-7DB1-917E-9EC4-3EB276299315}"/>
          </ac:spMkLst>
        </pc:spChg>
      </pc:sldChg>
      <pc:sldChg chg="delSp modSp mod">
        <pc:chgData name="Sebastian Koschorreck" userId="ec20b63dc07cd6f7" providerId="LiveId" clId="{D72EA3D0-91C5-4FC4-A82F-13E8E95A1939}" dt="2026-08-18T17:36:00.318" v="10318" actId="20577"/>
        <pc:sldMkLst>
          <pc:docMk/>
          <pc:sldMk cId="0" sldId="274"/>
        </pc:sldMkLst>
        <pc:spChg chg="mod">
          <ac:chgData name="Sebastian Koschorreck" userId="ec20b63dc07cd6f7" providerId="LiveId" clId="{D72EA3D0-91C5-4FC4-A82F-13E8E95A1939}" dt="2026-08-18T17:36:00.318" v="10318" actId="20577"/>
          <ac:spMkLst>
            <pc:docMk/>
            <pc:sldMk cId="0" sldId="274"/>
            <ac:spMk id="4" creationId="{00000000-0000-0000-0000-000000000000}"/>
          </ac:spMkLst>
        </pc:spChg>
        <pc:spChg chg="del">
          <ac:chgData name="Sebastian Koschorreck" userId="ec20b63dc07cd6f7" providerId="LiveId" clId="{D72EA3D0-91C5-4FC4-A82F-13E8E95A1939}" dt="2026-08-18T17:35:51.536" v="10313" actId="478"/>
          <ac:spMkLst>
            <pc:docMk/>
            <pc:sldMk cId="0" sldId="274"/>
            <ac:spMk id="39" creationId="{00000000-0000-0000-0000-000000000000}"/>
          </ac:spMkLst>
        </pc:spChg>
        <pc:spChg chg="del">
          <ac:chgData name="Sebastian Koschorreck" userId="ec20b63dc07cd6f7" providerId="LiveId" clId="{D72EA3D0-91C5-4FC4-A82F-13E8E95A1939}" dt="2026-08-18T17:35:53.142" v="10314" actId="478"/>
          <ac:spMkLst>
            <pc:docMk/>
            <pc:sldMk cId="0" sldId="274"/>
            <ac:spMk id="40" creationId="{00000000-0000-0000-0000-000000000000}"/>
          </ac:spMkLst>
        </pc:spChg>
      </pc:sldChg>
      <pc:sldChg chg="delSp mod">
        <pc:chgData name="Sebastian Koschorreck" userId="ec20b63dc07cd6f7" providerId="LiveId" clId="{D72EA3D0-91C5-4FC4-A82F-13E8E95A1939}" dt="2026-08-18T17:35:56.278" v="10316" actId="478"/>
        <pc:sldMkLst>
          <pc:docMk/>
          <pc:sldMk cId="0" sldId="275"/>
        </pc:sldMkLst>
        <pc:spChg chg="del">
          <ac:chgData name="Sebastian Koschorreck" userId="ec20b63dc07cd6f7" providerId="LiveId" clId="{D72EA3D0-91C5-4FC4-A82F-13E8E95A1939}" dt="2026-08-18T17:35:55.567" v="10315" actId="478"/>
          <ac:spMkLst>
            <pc:docMk/>
            <pc:sldMk cId="0" sldId="275"/>
            <ac:spMk id="30" creationId="{00000000-0000-0000-0000-000000000000}"/>
          </ac:spMkLst>
        </pc:spChg>
        <pc:spChg chg="del">
          <ac:chgData name="Sebastian Koschorreck" userId="ec20b63dc07cd6f7" providerId="LiveId" clId="{D72EA3D0-91C5-4FC4-A82F-13E8E95A1939}" dt="2026-08-18T17:35:56.278" v="10316" actId="478"/>
          <ac:spMkLst>
            <pc:docMk/>
            <pc:sldMk cId="0" sldId="275"/>
            <ac:spMk id="31" creationId="{00000000-0000-0000-0000-000000000000}"/>
          </ac:spMkLst>
        </pc:spChg>
      </pc:sldChg>
      <pc:sldChg chg="modNotesTx">
        <pc:chgData name="Sebastian Koschorreck" userId="ec20b63dc07cd6f7" providerId="LiveId" clId="{D72EA3D0-91C5-4FC4-A82F-13E8E95A1939}" dt="2026-08-20T12:19:47.769" v="11170" actId="20577"/>
        <pc:sldMkLst>
          <pc:docMk/>
          <pc:sldMk cId="0" sldId="276"/>
        </pc:sldMkLst>
      </pc:sldChg>
      <pc:sldChg chg="addSp modSp mod">
        <pc:chgData name="Sebastian Koschorreck" userId="ec20b63dc07cd6f7" providerId="LiveId" clId="{D72EA3D0-91C5-4FC4-A82F-13E8E95A1939}" dt="2026-08-18T20:03:18.074" v="11165" actId="20577"/>
        <pc:sldMkLst>
          <pc:docMk/>
          <pc:sldMk cId="0" sldId="278"/>
        </pc:sldMkLst>
        <pc:spChg chg="mod">
          <ac:chgData name="Sebastian Koschorreck" userId="ec20b63dc07cd6f7" providerId="LiveId" clId="{D72EA3D0-91C5-4FC4-A82F-13E8E95A1939}" dt="2026-08-18T20:02:10.419" v="11102" actId="1076"/>
          <ac:spMkLst>
            <pc:docMk/>
            <pc:sldMk cId="0" sldId="278"/>
            <ac:spMk id="18" creationId="{B674B393-3717-CC47-3E7E-1FB20ED9699D}"/>
          </ac:spMkLst>
        </pc:spChg>
        <pc:graphicFrameChg chg="add mod modGraphic">
          <ac:chgData name="Sebastian Koschorreck" userId="ec20b63dc07cd6f7" providerId="LiveId" clId="{D72EA3D0-91C5-4FC4-A82F-13E8E95A1939}" dt="2026-08-18T20:03:18.074" v="11165" actId="20577"/>
          <ac:graphicFrameMkLst>
            <pc:docMk/>
            <pc:sldMk cId="0" sldId="278"/>
            <ac:graphicFrameMk id="5" creationId="{794B34AF-4172-EEED-D633-DB360046A74E}"/>
          </ac:graphicFrameMkLst>
        </pc:graphicFrameChg>
      </pc:sldChg>
      <pc:sldChg chg="modSp mod modNotesTx">
        <pc:chgData name="Sebastian Koschorreck" userId="ec20b63dc07cd6f7" providerId="LiveId" clId="{D72EA3D0-91C5-4FC4-A82F-13E8E95A1939}" dt="2026-08-20T12:20:07.204" v="11172" actId="20577"/>
        <pc:sldMkLst>
          <pc:docMk/>
          <pc:sldMk cId="0" sldId="280"/>
        </pc:sldMkLst>
        <pc:spChg chg="mod">
          <ac:chgData name="Sebastian Koschorreck" userId="ec20b63dc07cd6f7" providerId="LiveId" clId="{D72EA3D0-91C5-4FC4-A82F-13E8E95A1939}" dt="2026-08-17T08:09:40.177" v="517" actId="208"/>
          <ac:spMkLst>
            <pc:docMk/>
            <pc:sldMk cId="0" sldId="280"/>
            <ac:spMk id="2" creationId="{00000000-0000-0000-0000-000000000000}"/>
          </ac:spMkLst>
        </pc:spChg>
      </pc:sldChg>
      <pc:sldChg chg="modNotesTx">
        <pc:chgData name="Sebastian Koschorreck" userId="ec20b63dc07cd6f7" providerId="LiveId" clId="{D72EA3D0-91C5-4FC4-A82F-13E8E95A1939}" dt="2026-08-20T12:20:19.971" v="11175" actId="20577"/>
        <pc:sldMkLst>
          <pc:docMk/>
          <pc:sldMk cId="0" sldId="282"/>
        </pc:sldMkLst>
      </pc:sldChg>
      <pc:sldChg chg="del">
        <pc:chgData name="Sebastian Koschorreck" userId="ec20b63dc07cd6f7" providerId="LiveId" clId="{D72EA3D0-91C5-4FC4-A82F-13E8E95A1939}" dt="2026-08-18T19:59:04.872" v="11100" actId="2696"/>
        <pc:sldMkLst>
          <pc:docMk/>
          <pc:sldMk cId="0" sldId="283"/>
        </pc:sldMkLst>
      </pc:sldChg>
      <pc:sldChg chg="del">
        <pc:chgData name="Sebastian Koschorreck" userId="ec20b63dc07cd6f7" providerId="LiveId" clId="{D72EA3D0-91C5-4FC4-A82F-13E8E95A1939}" dt="2026-08-18T19:59:04.872" v="11100" actId="2696"/>
        <pc:sldMkLst>
          <pc:docMk/>
          <pc:sldMk cId="0" sldId="284"/>
        </pc:sldMkLst>
      </pc:sldChg>
      <pc:sldChg chg="del">
        <pc:chgData name="Sebastian Koschorreck" userId="ec20b63dc07cd6f7" providerId="LiveId" clId="{D72EA3D0-91C5-4FC4-A82F-13E8E95A1939}" dt="2026-08-18T19:59:04.872" v="11100" actId="2696"/>
        <pc:sldMkLst>
          <pc:docMk/>
          <pc:sldMk cId="0" sldId="285"/>
        </pc:sldMkLst>
      </pc:sldChg>
      <pc:sldChg chg="modSp mod modNotesTx">
        <pc:chgData name="Sebastian Koschorreck" userId="ec20b63dc07cd6f7" providerId="LiveId" clId="{D72EA3D0-91C5-4FC4-A82F-13E8E95A1939}" dt="2026-08-20T12:20:24.356" v="11177" actId="20577"/>
        <pc:sldMkLst>
          <pc:docMk/>
          <pc:sldMk cId="0" sldId="286"/>
        </pc:sldMkLst>
        <pc:spChg chg="mod">
          <ac:chgData name="Sebastian Koschorreck" userId="ec20b63dc07cd6f7" providerId="LiveId" clId="{D72EA3D0-91C5-4FC4-A82F-13E8E95A1939}" dt="2026-08-17T08:09:21.649" v="516" actId="208"/>
          <ac:spMkLst>
            <pc:docMk/>
            <pc:sldMk cId="0" sldId="286"/>
            <ac:spMk id="2" creationId="{00000000-0000-0000-0000-000000000000}"/>
          </ac:spMkLst>
        </pc:spChg>
        <pc:spChg chg="mod">
          <ac:chgData name="Sebastian Koschorreck" userId="ec20b63dc07cd6f7" providerId="LiveId" clId="{D72EA3D0-91C5-4FC4-A82F-13E8E95A1939}" dt="2026-08-17T08:09:17.056" v="515" actId="207"/>
          <ac:spMkLst>
            <pc:docMk/>
            <pc:sldMk cId="0" sldId="286"/>
            <ac:spMk id="3" creationId="{00000000-0000-0000-0000-000000000000}"/>
          </ac:spMkLst>
        </pc:spChg>
      </pc:sldChg>
      <pc:sldChg chg="del mod modShow">
        <pc:chgData name="Sebastian Koschorreck" userId="ec20b63dc07cd6f7" providerId="LiveId" clId="{D72EA3D0-91C5-4FC4-A82F-13E8E95A1939}" dt="2026-08-20T12:20:29.948" v="11178" actId="47"/>
        <pc:sldMkLst>
          <pc:docMk/>
          <pc:sldMk cId="0" sldId="288"/>
        </pc:sldMkLst>
      </pc:sldChg>
      <pc:sldChg chg="del mod modShow">
        <pc:chgData name="Sebastian Koschorreck" userId="ec20b63dc07cd6f7" providerId="LiveId" clId="{D72EA3D0-91C5-4FC4-A82F-13E8E95A1939}" dt="2026-08-20T12:20:29.948" v="11178" actId="47"/>
        <pc:sldMkLst>
          <pc:docMk/>
          <pc:sldMk cId="0" sldId="289"/>
        </pc:sldMkLst>
      </pc:sldChg>
      <pc:sldChg chg="del mod modShow">
        <pc:chgData name="Sebastian Koschorreck" userId="ec20b63dc07cd6f7" providerId="LiveId" clId="{D72EA3D0-91C5-4FC4-A82F-13E8E95A1939}" dt="2026-08-20T12:20:29.948" v="11178" actId="47"/>
        <pc:sldMkLst>
          <pc:docMk/>
          <pc:sldMk cId="0" sldId="290"/>
        </pc:sldMkLst>
      </pc:sldChg>
      <pc:sldChg chg="del mod modShow">
        <pc:chgData name="Sebastian Koschorreck" userId="ec20b63dc07cd6f7" providerId="LiveId" clId="{D72EA3D0-91C5-4FC4-A82F-13E8E95A1939}" dt="2026-08-20T12:20:29.948" v="11178" actId="47"/>
        <pc:sldMkLst>
          <pc:docMk/>
          <pc:sldMk cId="0" sldId="291"/>
        </pc:sldMkLst>
      </pc:sldChg>
      <pc:sldChg chg="del mod modShow">
        <pc:chgData name="Sebastian Koschorreck" userId="ec20b63dc07cd6f7" providerId="LiveId" clId="{D72EA3D0-91C5-4FC4-A82F-13E8E95A1939}" dt="2026-08-20T12:20:29.948" v="11178" actId="47"/>
        <pc:sldMkLst>
          <pc:docMk/>
          <pc:sldMk cId="0" sldId="292"/>
        </pc:sldMkLst>
      </pc:sldChg>
      <pc:sldChg chg="modNotesTx">
        <pc:chgData name="Sebastian Koschorreck" userId="ec20b63dc07cd6f7" providerId="LiveId" clId="{D72EA3D0-91C5-4FC4-A82F-13E8E95A1939}" dt="2026-08-20T12:20:17.827" v="11174" actId="20577"/>
        <pc:sldMkLst>
          <pc:docMk/>
          <pc:sldMk cId="1698134963" sldId="294"/>
        </pc:sldMkLst>
      </pc:sldChg>
      <pc:sldChg chg="modNotesTx">
        <pc:chgData name="Sebastian Koschorreck" userId="ec20b63dc07cd6f7" providerId="LiveId" clId="{D72EA3D0-91C5-4FC4-A82F-13E8E95A1939}" dt="2026-08-20T12:20:21.872" v="11176" actId="20577"/>
        <pc:sldMkLst>
          <pc:docMk/>
          <pc:sldMk cId="2118058739" sldId="299"/>
        </pc:sldMkLst>
      </pc:sldChg>
      <pc:sldChg chg="modSp mod">
        <pc:chgData name="Sebastian Koschorreck" userId="ec20b63dc07cd6f7" providerId="LiveId" clId="{D72EA3D0-91C5-4FC4-A82F-13E8E95A1939}" dt="2026-08-18T17:29:26.454" v="9602" actId="208"/>
        <pc:sldMkLst>
          <pc:docMk/>
          <pc:sldMk cId="3786739178" sldId="300"/>
        </pc:sldMkLst>
        <pc:spChg chg="mod">
          <ac:chgData name="Sebastian Koschorreck" userId="ec20b63dc07cd6f7" providerId="LiveId" clId="{D72EA3D0-91C5-4FC4-A82F-13E8E95A1939}" dt="2026-08-18T17:29:26.454" v="9602" actId="208"/>
          <ac:spMkLst>
            <pc:docMk/>
            <pc:sldMk cId="3786739178" sldId="300"/>
            <ac:spMk id="2" creationId="{4071B0F1-E4C1-8A96-E1E8-C2BC66C5889D}"/>
          </ac:spMkLst>
        </pc:spChg>
        <pc:spChg chg="mod">
          <ac:chgData name="Sebastian Koschorreck" userId="ec20b63dc07cd6f7" providerId="LiveId" clId="{D72EA3D0-91C5-4FC4-A82F-13E8E95A1939}" dt="2026-08-18T17:29:22.447" v="9601" actId="207"/>
          <ac:spMkLst>
            <pc:docMk/>
            <pc:sldMk cId="3786739178" sldId="300"/>
            <ac:spMk id="3" creationId="{68230FBA-035E-23C1-2CCA-694EB7028F43}"/>
          </ac:spMkLst>
        </pc:spChg>
      </pc:sldChg>
      <pc:sldChg chg="modSp mod">
        <pc:chgData name="Sebastian Koschorreck" userId="ec20b63dc07cd6f7" providerId="LiveId" clId="{D72EA3D0-91C5-4FC4-A82F-13E8E95A1939}" dt="2026-08-18T17:29:19.703" v="9600" actId="207"/>
        <pc:sldMkLst>
          <pc:docMk/>
          <pc:sldMk cId="728778457" sldId="301"/>
        </pc:sldMkLst>
        <pc:spChg chg="mod">
          <ac:chgData name="Sebastian Koschorreck" userId="ec20b63dc07cd6f7" providerId="LiveId" clId="{D72EA3D0-91C5-4FC4-A82F-13E8E95A1939}" dt="2026-08-18T17:29:04.883" v="9599" actId="208"/>
          <ac:spMkLst>
            <pc:docMk/>
            <pc:sldMk cId="728778457" sldId="301"/>
            <ac:spMk id="2" creationId="{7E2B23EF-BE6A-F1A8-1B9F-3A94757BFFBF}"/>
          </ac:spMkLst>
        </pc:spChg>
        <pc:spChg chg="mod">
          <ac:chgData name="Sebastian Koschorreck" userId="ec20b63dc07cd6f7" providerId="LiveId" clId="{D72EA3D0-91C5-4FC4-A82F-13E8E95A1939}" dt="2026-08-18T17:29:19.703" v="9600" actId="207"/>
          <ac:spMkLst>
            <pc:docMk/>
            <pc:sldMk cId="728778457" sldId="301"/>
            <ac:spMk id="3" creationId="{F24B92E2-1E3C-E9A9-05B4-BE1E3D34A79A}"/>
          </ac:spMkLst>
        </pc:spChg>
      </pc:sldChg>
      <pc:sldChg chg="modNotesTx">
        <pc:chgData name="Sebastian Koschorreck" userId="ec20b63dc07cd6f7" providerId="LiveId" clId="{D72EA3D0-91C5-4FC4-A82F-13E8E95A1939}" dt="2026-08-20T12:20:15.582" v="11173" actId="20577"/>
        <pc:sldMkLst>
          <pc:docMk/>
          <pc:sldMk cId="2071927749" sldId="303"/>
        </pc:sldMkLst>
      </pc:sldChg>
      <pc:sldChg chg="addSp modSp new mod">
        <pc:chgData name="Sebastian Koschorreck" userId="ec20b63dc07cd6f7" providerId="LiveId" clId="{D72EA3D0-91C5-4FC4-A82F-13E8E95A1939}" dt="2026-08-18T17:05:58.643" v="9517" actId="1076"/>
        <pc:sldMkLst>
          <pc:docMk/>
          <pc:sldMk cId="4006520700" sldId="304"/>
        </pc:sldMkLst>
        <pc:spChg chg="add mod">
          <ac:chgData name="Sebastian Koschorreck" userId="ec20b63dc07cd6f7" providerId="LiveId" clId="{D72EA3D0-91C5-4FC4-A82F-13E8E95A1939}" dt="2026-08-18T17:05:58.643" v="9517" actId="1076"/>
          <ac:spMkLst>
            <pc:docMk/>
            <pc:sldMk cId="4006520700" sldId="304"/>
            <ac:spMk id="5" creationId="{77D6925F-9544-5783-130D-DE308E5428AC}"/>
          </ac:spMkLst>
        </pc:spChg>
        <pc:spChg chg="add mod">
          <ac:chgData name="Sebastian Koschorreck" userId="ec20b63dc07cd6f7" providerId="LiveId" clId="{D72EA3D0-91C5-4FC4-A82F-13E8E95A1939}" dt="2026-08-18T17:05:58.643" v="9517" actId="1076"/>
          <ac:spMkLst>
            <pc:docMk/>
            <pc:sldMk cId="4006520700" sldId="304"/>
            <ac:spMk id="7" creationId="{3EAB5445-C17F-5B81-ECAA-3495080E45C8}"/>
          </ac:spMkLst>
        </pc:spChg>
        <pc:picChg chg="add mod">
          <ac:chgData name="Sebastian Koschorreck" userId="ec20b63dc07cd6f7" providerId="LiveId" clId="{D72EA3D0-91C5-4FC4-A82F-13E8E95A1939}" dt="2026-08-18T17:05:51.402" v="9516" actId="1076"/>
          <ac:picMkLst>
            <pc:docMk/>
            <pc:sldMk cId="4006520700" sldId="304"/>
            <ac:picMk id="3" creationId="{0F4B0300-5D09-82A7-6AF7-B0EC71B95884}"/>
          </ac:picMkLst>
        </pc:picChg>
      </pc:sldChg>
      <pc:sldChg chg="add del">
        <pc:chgData name="Sebastian Koschorreck" userId="ec20b63dc07cd6f7" providerId="LiveId" clId="{D72EA3D0-91C5-4FC4-A82F-13E8E95A1939}" dt="2026-08-18T17:06:20.633" v="9518" actId="47"/>
        <pc:sldMkLst>
          <pc:docMk/>
          <pc:sldMk cId="1015975667" sldId="305"/>
        </pc:sldMkLst>
      </pc:sldChg>
      <pc:sldChg chg="modNotesTx">
        <pc:chgData name="Sebastian Koschorreck" userId="ec20b63dc07cd6f7" providerId="LiveId" clId="{D72EA3D0-91C5-4FC4-A82F-13E8E95A1939}" dt="2026-08-20T12:19:59.307" v="11171" actId="20577"/>
        <pc:sldMkLst>
          <pc:docMk/>
          <pc:sldMk cId="1128727753" sldId="305"/>
        </pc:sldMkLst>
      </pc:sldChg>
      <pc:sldChg chg="addSp modSp new mod">
        <pc:chgData name="Sebastian Koschorreck" userId="ec20b63dc07cd6f7" providerId="LiveId" clId="{D72EA3D0-91C5-4FC4-A82F-13E8E95A1939}" dt="2026-08-18T17:08:23.066" v="9522" actId="1957"/>
        <pc:sldMkLst>
          <pc:docMk/>
          <pc:sldMk cId="1593049185" sldId="305"/>
        </pc:sldMkLst>
        <pc:graphicFrameChg chg="add mod">
          <ac:chgData name="Sebastian Koschorreck" userId="ec20b63dc07cd6f7" providerId="LiveId" clId="{D72EA3D0-91C5-4FC4-A82F-13E8E95A1939}" dt="2026-08-18T17:08:23.066" v="9522" actId="1957"/>
          <ac:graphicFrameMkLst>
            <pc:docMk/>
            <pc:sldMk cId="1593049185" sldId="305"/>
            <ac:graphicFrameMk id="4" creationId="{1967593F-1A20-6B45-F7F0-C31FF3858338}"/>
          </ac:graphicFrameMkLst>
        </pc:graphicFrameChg>
      </pc:sldChg>
      <pc:sldChg chg="addSp delSp modSp add mod modNotesTx">
        <pc:chgData name="Sebastian Koschorreck" userId="ec20b63dc07cd6f7" providerId="LiveId" clId="{D72EA3D0-91C5-4FC4-A82F-13E8E95A1939}" dt="2026-08-20T12:19:21.332" v="11168" actId="20577"/>
        <pc:sldMkLst>
          <pc:docMk/>
          <pc:sldMk cId="544348956" sldId="306"/>
        </pc:sldMkLst>
        <pc:spChg chg="mod">
          <ac:chgData name="Sebastian Koschorreck" userId="ec20b63dc07cd6f7" providerId="LiveId" clId="{D72EA3D0-91C5-4FC4-A82F-13E8E95A1939}" dt="2026-08-18T17:51:56.732" v="10637" actId="208"/>
          <ac:spMkLst>
            <pc:docMk/>
            <pc:sldMk cId="544348956" sldId="306"/>
            <ac:spMk id="2" creationId="{06868B70-1285-CBA6-A243-709A2DD2829A}"/>
          </ac:spMkLst>
        </pc:spChg>
        <pc:spChg chg="mod">
          <ac:chgData name="Sebastian Koschorreck" userId="ec20b63dc07cd6f7" providerId="LiveId" clId="{D72EA3D0-91C5-4FC4-A82F-13E8E95A1939}" dt="2026-08-18T17:52:05.763" v="10640" actId="207"/>
          <ac:spMkLst>
            <pc:docMk/>
            <pc:sldMk cId="544348956" sldId="306"/>
            <ac:spMk id="3" creationId="{007230F1-40AE-ECB1-C0B4-8B28A43C031D}"/>
          </ac:spMkLst>
        </pc:spChg>
        <pc:spChg chg="mod">
          <ac:chgData name="Sebastian Koschorreck" userId="ec20b63dc07cd6f7" providerId="LiveId" clId="{D72EA3D0-91C5-4FC4-A82F-13E8E95A1939}" dt="2026-08-18T17:52:06.135" v="10641" actId="1076"/>
          <ac:spMkLst>
            <pc:docMk/>
            <pc:sldMk cId="544348956" sldId="306"/>
            <ac:spMk id="4" creationId="{3CB13414-3B87-66C3-03B0-457C2D42AFC1}"/>
          </ac:spMkLst>
        </pc:spChg>
        <pc:spChg chg="mod">
          <ac:chgData name="Sebastian Koschorreck" userId="ec20b63dc07cd6f7" providerId="LiveId" clId="{D72EA3D0-91C5-4FC4-A82F-13E8E95A1939}" dt="2026-08-18T17:52:10.907" v="10655" actId="20577"/>
          <ac:spMkLst>
            <pc:docMk/>
            <pc:sldMk cId="544348956" sldId="306"/>
            <ac:spMk id="5" creationId="{E41ABCC5-5DBA-E1E3-5FA4-9382A69FE2BB}"/>
          </ac:spMkLst>
        </pc:spChg>
        <pc:spChg chg="mod">
          <ac:chgData name="Sebastian Koschorreck" userId="ec20b63dc07cd6f7" providerId="LiveId" clId="{D72EA3D0-91C5-4FC4-A82F-13E8E95A1939}" dt="2026-08-18T17:50:45.468" v="10583" actId="14100"/>
          <ac:spMkLst>
            <pc:docMk/>
            <pc:sldMk cId="544348956" sldId="306"/>
            <ac:spMk id="25" creationId="{49A1C5F2-5F7E-CFC1-7509-2BD270B1DE25}"/>
          </ac:spMkLst>
        </pc:spChg>
        <pc:picChg chg="add del mod">
          <ac:chgData name="Sebastian Koschorreck" userId="ec20b63dc07cd6f7" providerId="LiveId" clId="{D72EA3D0-91C5-4FC4-A82F-13E8E95A1939}" dt="2026-08-18T17:52:37.182" v="10658" actId="478"/>
          <ac:picMkLst>
            <pc:docMk/>
            <pc:sldMk cId="544348956" sldId="306"/>
            <ac:picMk id="16" creationId="{BFF46BE6-4E0B-81A3-694F-3F37CD060348}"/>
          </ac:picMkLst>
        </pc:picChg>
        <pc:picChg chg="del">
          <ac:chgData name="Sebastian Koschorreck" userId="ec20b63dc07cd6f7" providerId="LiveId" clId="{D72EA3D0-91C5-4FC4-A82F-13E8E95A1939}" dt="2026-08-18T17:50:48.887" v="10584" actId="478"/>
          <ac:picMkLst>
            <pc:docMk/>
            <pc:sldMk cId="544348956" sldId="306"/>
            <ac:picMk id="18" creationId="{6331F33C-1803-2964-0BDA-FD26075FBB22}"/>
          </ac:picMkLst>
        </pc:picChg>
        <pc:picChg chg="add mod">
          <ac:chgData name="Sebastian Koschorreck" userId="ec20b63dc07cd6f7" providerId="LiveId" clId="{D72EA3D0-91C5-4FC4-A82F-13E8E95A1939}" dt="2026-08-18T17:52:59.479" v="10666" actId="1076"/>
          <ac:picMkLst>
            <pc:docMk/>
            <pc:sldMk cId="544348956" sldId="306"/>
            <ac:picMk id="19" creationId="{09C8DFF9-9F81-B1EA-208C-E47F095CA246}"/>
          </ac:picMkLst>
        </pc:picChg>
      </pc:sldChg>
      <pc:sldChg chg="add del">
        <pc:chgData name="Sebastian Koschorreck" userId="ec20b63dc07cd6f7" providerId="LiveId" clId="{D72EA3D0-91C5-4FC4-A82F-13E8E95A1939}" dt="2026-08-18T17:06:21.680" v="9519" actId="47"/>
        <pc:sldMkLst>
          <pc:docMk/>
          <pc:sldMk cId="2914536235" sldId="306"/>
        </pc:sldMkLst>
      </pc:sldChg>
      <pc:sldChg chg="del">
        <pc:chgData name="Sebastian Koschorreck" userId="ec20b63dc07cd6f7" providerId="LiveId" clId="{D72EA3D0-91C5-4FC4-A82F-13E8E95A1939}" dt="2026-08-20T12:20:29.948" v="11178" actId="47"/>
        <pc:sldMkLst>
          <pc:docMk/>
          <pc:sldMk cId="349307132" sldId="314"/>
        </pc:sldMkLst>
      </pc:sldChg>
      <pc:sldChg chg="del">
        <pc:chgData name="Sebastian Koschorreck" userId="ec20b63dc07cd6f7" providerId="LiveId" clId="{D72EA3D0-91C5-4FC4-A82F-13E8E95A1939}" dt="2026-08-20T12:20:29.948" v="11178" actId="47"/>
        <pc:sldMkLst>
          <pc:docMk/>
          <pc:sldMk cId="3760685393" sldId="315"/>
        </pc:sldMkLst>
      </pc:sldChg>
    </pc:docChg>
  </pc:docChgLst>
  <pc:docChgLst>
    <pc:chgData name="Sebastian Koschorreck" userId="ec20b63dc07cd6f7" providerId="LiveId" clId="{4E06C7E9-4954-45AA-9DB8-47FA7BA7FCCB}"/>
    <pc:docChg chg="custSel addSld delSld modSld sldOrd">
      <pc:chgData name="Sebastian Koschorreck" userId="ec20b63dc07cd6f7" providerId="LiveId" clId="{4E06C7E9-4954-45AA-9DB8-47FA7BA7FCCB}" dt="2026-08-19T12:08:06.415" v="1408" actId="20577"/>
      <pc:docMkLst>
        <pc:docMk/>
      </pc:docMkLst>
      <pc:sldChg chg="modNotesTx">
        <pc:chgData name="Sebastian Koschorreck" userId="ec20b63dc07cd6f7" providerId="LiveId" clId="{4E06C7E9-4954-45AA-9DB8-47FA7BA7FCCB}" dt="2026-08-19T12:08:06.415" v="1408" actId="20577"/>
        <pc:sldMkLst>
          <pc:docMk/>
          <pc:sldMk cId="0" sldId="256"/>
        </pc:sldMkLst>
      </pc:sldChg>
      <pc:sldChg chg="del ord">
        <pc:chgData name="Sebastian Koschorreck" userId="ec20b63dc07cd6f7" providerId="LiveId" clId="{4E06C7E9-4954-45AA-9DB8-47FA7BA7FCCB}" dt="2026-08-19T06:25:15.201" v="8"/>
        <pc:sldMkLst>
          <pc:docMk/>
          <pc:sldMk cId="0" sldId="257"/>
        </pc:sldMkLst>
      </pc:sldChg>
      <pc:sldChg chg="del">
        <pc:chgData name="Sebastian Koschorreck" userId="ec20b63dc07cd6f7" providerId="LiveId" clId="{4E06C7E9-4954-45AA-9DB8-47FA7BA7FCCB}" dt="2026-08-19T06:24:18.865" v="3"/>
        <pc:sldMkLst>
          <pc:docMk/>
          <pc:sldMk cId="0" sldId="258"/>
        </pc:sldMkLst>
      </pc:sldChg>
      <pc:sldChg chg="del">
        <pc:chgData name="Sebastian Koschorreck" userId="ec20b63dc07cd6f7" providerId="LiveId" clId="{4E06C7E9-4954-45AA-9DB8-47FA7BA7FCCB}" dt="2026-08-19T06:22:44.129" v="1"/>
        <pc:sldMkLst>
          <pc:docMk/>
          <pc:sldMk cId="0" sldId="259"/>
        </pc:sldMkLst>
      </pc:sldChg>
      <pc:sldChg chg="del ord">
        <pc:chgData name="Sebastian Koschorreck" userId="ec20b63dc07cd6f7" providerId="LiveId" clId="{4E06C7E9-4954-45AA-9DB8-47FA7BA7FCCB}" dt="2026-08-19T06:25:23.872" v="10"/>
        <pc:sldMkLst>
          <pc:docMk/>
          <pc:sldMk cId="0" sldId="260"/>
        </pc:sldMkLst>
      </pc:sldChg>
      <pc:sldChg chg="modSp mod modNotesTx">
        <pc:chgData name="Sebastian Koschorreck" userId="ec20b63dc07cd6f7" providerId="LiveId" clId="{4E06C7E9-4954-45AA-9DB8-47FA7BA7FCCB}" dt="2026-08-19T06:49:26.151" v="1248" actId="20577"/>
        <pc:sldMkLst>
          <pc:docMk/>
          <pc:sldMk cId="0" sldId="274"/>
        </pc:sldMkLst>
        <pc:spChg chg="mod">
          <ac:chgData name="Sebastian Koschorreck" userId="ec20b63dc07cd6f7" providerId="LiveId" clId="{4E06C7E9-4954-45AA-9DB8-47FA7BA7FCCB}" dt="2026-08-19T06:38:46.643" v="179" actId="14100"/>
          <ac:spMkLst>
            <pc:docMk/>
            <pc:sldMk cId="0" sldId="274"/>
            <ac:spMk id="5" creationId="{00000000-0000-0000-0000-000000000000}"/>
          </ac:spMkLst>
        </pc:spChg>
        <pc:spChg chg="mod">
          <ac:chgData name="Sebastian Koschorreck" userId="ec20b63dc07cd6f7" providerId="LiveId" clId="{4E06C7E9-4954-45AA-9DB8-47FA7BA7FCCB}" dt="2026-08-19T06:42:58.521" v="210" actId="20577"/>
          <ac:spMkLst>
            <pc:docMk/>
            <pc:sldMk cId="0" sldId="274"/>
            <ac:spMk id="6" creationId="{00000000-0000-0000-0000-000000000000}"/>
          </ac:spMkLst>
        </pc:spChg>
        <pc:spChg chg="mod">
          <ac:chgData name="Sebastian Koschorreck" userId="ec20b63dc07cd6f7" providerId="LiveId" clId="{4E06C7E9-4954-45AA-9DB8-47FA7BA7FCCB}" dt="2026-08-19T06:39:01.541" v="182" actId="20577"/>
          <ac:spMkLst>
            <pc:docMk/>
            <pc:sldMk cId="0" sldId="274"/>
            <ac:spMk id="15" creationId="{00000000-0000-0000-0000-000000000000}"/>
          </ac:spMkLst>
        </pc:spChg>
        <pc:spChg chg="mod">
          <ac:chgData name="Sebastian Koschorreck" userId="ec20b63dc07cd6f7" providerId="LiveId" clId="{4E06C7E9-4954-45AA-9DB8-47FA7BA7FCCB}" dt="2026-08-19T06:40:47.727" v="188" actId="20577"/>
          <ac:spMkLst>
            <pc:docMk/>
            <pc:sldMk cId="0" sldId="274"/>
            <ac:spMk id="16" creationId="{00000000-0000-0000-0000-000000000000}"/>
          </ac:spMkLst>
        </pc:spChg>
        <pc:spChg chg="mod">
          <ac:chgData name="Sebastian Koschorreck" userId="ec20b63dc07cd6f7" providerId="LiveId" clId="{4E06C7E9-4954-45AA-9DB8-47FA7BA7FCCB}" dt="2026-08-19T06:39:04.829" v="185" actId="20577"/>
          <ac:spMkLst>
            <pc:docMk/>
            <pc:sldMk cId="0" sldId="274"/>
            <ac:spMk id="21" creationId="{00000000-0000-0000-0000-000000000000}"/>
          </ac:spMkLst>
        </pc:spChg>
        <pc:spChg chg="mod">
          <ac:chgData name="Sebastian Koschorreck" userId="ec20b63dc07cd6f7" providerId="LiveId" clId="{4E06C7E9-4954-45AA-9DB8-47FA7BA7FCCB}" dt="2026-08-19T06:41:11.600" v="208" actId="20577"/>
          <ac:spMkLst>
            <pc:docMk/>
            <pc:sldMk cId="0" sldId="274"/>
            <ac:spMk id="22" creationId="{00000000-0000-0000-0000-000000000000}"/>
          </ac:spMkLst>
        </pc:spChg>
        <pc:spChg chg="mod">
          <ac:chgData name="Sebastian Koschorreck" userId="ec20b63dc07cd6f7" providerId="LiveId" clId="{4E06C7E9-4954-45AA-9DB8-47FA7BA7FCCB}" dt="2026-08-19T06:49:14.457" v="1214" actId="20577"/>
          <ac:spMkLst>
            <pc:docMk/>
            <pc:sldMk cId="0" sldId="274"/>
            <ac:spMk id="29" creationId="{00000000-0000-0000-0000-000000000000}"/>
          </ac:spMkLst>
        </pc:spChg>
        <pc:spChg chg="mod">
          <ac:chgData name="Sebastian Koschorreck" userId="ec20b63dc07cd6f7" providerId="LiveId" clId="{4E06C7E9-4954-45AA-9DB8-47FA7BA7FCCB}" dt="2026-08-19T06:43:26.418" v="223" actId="20577"/>
          <ac:spMkLst>
            <pc:docMk/>
            <pc:sldMk cId="0" sldId="274"/>
            <ac:spMk id="37" creationId="{00000000-0000-0000-0000-000000000000}"/>
          </ac:spMkLst>
        </pc:spChg>
      </pc:sldChg>
      <pc:sldChg chg="delSp modSp mod modNotesTx">
        <pc:chgData name="Sebastian Koschorreck" userId="ec20b63dc07cd6f7" providerId="LiveId" clId="{4E06C7E9-4954-45AA-9DB8-47FA7BA7FCCB}" dt="2026-08-19T06:49:57.154" v="1387" actId="20577"/>
        <pc:sldMkLst>
          <pc:docMk/>
          <pc:sldMk cId="0" sldId="275"/>
        </pc:sldMkLst>
        <pc:spChg chg="mod">
          <ac:chgData name="Sebastian Koschorreck" userId="ec20b63dc07cd6f7" providerId="LiveId" clId="{4E06C7E9-4954-45AA-9DB8-47FA7BA7FCCB}" dt="2026-08-19T06:46:06.626" v="681" actId="20577"/>
          <ac:spMkLst>
            <pc:docMk/>
            <pc:sldMk cId="0" sldId="275"/>
            <ac:spMk id="5" creationId="{00000000-0000-0000-0000-000000000000}"/>
          </ac:spMkLst>
        </pc:spChg>
        <pc:spChg chg="mod">
          <ac:chgData name="Sebastian Koschorreck" userId="ec20b63dc07cd6f7" providerId="LiveId" clId="{4E06C7E9-4954-45AA-9DB8-47FA7BA7FCCB}" dt="2026-08-19T06:43:03.140" v="212" actId="20577"/>
          <ac:spMkLst>
            <pc:docMk/>
            <pc:sldMk cId="0" sldId="275"/>
            <ac:spMk id="6" creationId="{00000000-0000-0000-0000-000000000000}"/>
          </ac:spMkLst>
        </pc:spChg>
        <pc:spChg chg="mod">
          <ac:chgData name="Sebastian Koschorreck" userId="ec20b63dc07cd6f7" providerId="LiveId" clId="{4E06C7E9-4954-45AA-9DB8-47FA7BA7FCCB}" dt="2026-08-19T06:47:09.545" v="853" actId="20577"/>
          <ac:spMkLst>
            <pc:docMk/>
            <pc:sldMk cId="0" sldId="275"/>
            <ac:spMk id="25" creationId="{00000000-0000-0000-0000-000000000000}"/>
          </ac:spMkLst>
        </pc:spChg>
        <pc:spChg chg="del">
          <ac:chgData name="Sebastian Koschorreck" userId="ec20b63dc07cd6f7" providerId="LiveId" clId="{4E06C7E9-4954-45AA-9DB8-47FA7BA7FCCB}" dt="2026-08-19T06:47:20.387" v="855" actId="478"/>
          <ac:spMkLst>
            <pc:docMk/>
            <pc:sldMk cId="0" sldId="275"/>
            <ac:spMk id="26" creationId="{00000000-0000-0000-0000-000000000000}"/>
          </ac:spMkLst>
        </pc:spChg>
        <pc:spChg chg="del">
          <ac:chgData name="Sebastian Koschorreck" userId="ec20b63dc07cd6f7" providerId="LiveId" clId="{4E06C7E9-4954-45AA-9DB8-47FA7BA7FCCB}" dt="2026-08-19T06:47:22.188" v="856" actId="478"/>
          <ac:spMkLst>
            <pc:docMk/>
            <pc:sldMk cId="0" sldId="275"/>
            <ac:spMk id="27" creationId="{00000000-0000-0000-0000-000000000000}"/>
          </ac:spMkLst>
        </pc:spChg>
        <pc:spChg chg="del">
          <ac:chgData name="Sebastian Koschorreck" userId="ec20b63dc07cd6f7" providerId="LiveId" clId="{4E06C7E9-4954-45AA-9DB8-47FA7BA7FCCB}" dt="2026-08-19T06:47:19.105" v="854" actId="478"/>
          <ac:spMkLst>
            <pc:docMk/>
            <pc:sldMk cId="0" sldId="275"/>
            <ac:spMk id="28" creationId="{00000000-0000-0000-0000-000000000000}"/>
          </ac:spMkLst>
        </pc:spChg>
      </pc:sldChg>
      <pc:sldChg chg="del">
        <pc:chgData name="Sebastian Koschorreck" userId="ec20b63dc07cd6f7" providerId="LiveId" clId="{4E06C7E9-4954-45AA-9DB8-47FA7BA7FCCB}" dt="2026-08-19T06:51:14.607" v="1388" actId="47"/>
        <pc:sldMkLst>
          <pc:docMk/>
          <pc:sldMk cId="0" sldId="287"/>
        </pc:sldMkLst>
      </pc:sldChg>
      <pc:sldChg chg="modSp mod">
        <pc:chgData name="Sebastian Koschorreck" userId="ec20b63dc07cd6f7" providerId="LiveId" clId="{4E06C7E9-4954-45AA-9DB8-47FA7BA7FCCB}" dt="2026-08-19T06:37:48.021" v="162" actId="207"/>
        <pc:sldMkLst>
          <pc:docMk/>
          <pc:sldMk cId="544348956" sldId="306"/>
        </pc:sldMkLst>
        <pc:spChg chg="mod">
          <ac:chgData name="Sebastian Koschorreck" userId="ec20b63dc07cd6f7" providerId="LiveId" clId="{4E06C7E9-4954-45AA-9DB8-47FA7BA7FCCB}" dt="2026-08-19T06:37:48.021" v="162" actId="207"/>
          <ac:spMkLst>
            <pc:docMk/>
            <pc:sldMk cId="544348956" sldId="306"/>
            <ac:spMk id="5" creationId="{E41ABCC5-5DBA-E1E3-5FA4-9382A69FE2BB}"/>
          </ac:spMkLst>
        </pc:spChg>
      </pc:sldChg>
      <pc:sldChg chg="add del ord">
        <pc:chgData name="Sebastian Koschorreck" userId="ec20b63dc07cd6f7" providerId="LiveId" clId="{4E06C7E9-4954-45AA-9DB8-47FA7BA7FCCB}" dt="2026-08-19T06:26:11.559" v="12"/>
        <pc:sldMkLst>
          <pc:docMk/>
          <pc:sldMk cId="3713159382" sldId="312"/>
        </pc:sldMkLst>
      </pc:sldChg>
      <pc:sldChg chg="modSp add mod">
        <pc:chgData name="Sebastian Koschorreck" userId="ec20b63dc07cd6f7" providerId="LiveId" clId="{4E06C7E9-4954-45AA-9DB8-47FA7BA7FCCB}" dt="2026-08-19T06:36:40.910" v="153" actId="20577"/>
        <pc:sldMkLst>
          <pc:docMk/>
          <pc:sldMk cId="346621448" sldId="313"/>
        </pc:sldMkLst>
        <pc:spChg chg="mod">
          <ac:chgData name="Sebastian Koschorreck" userId="ec20b63dc07cd6f7" providerId="LiveId" clId="{4E06C7E9-4954-45AA-9DB8-47FA7BA7FCCB}" dt="2026-08-19T06:29:12.107" v="54" actId="20577"/>
          <ac:spMkLst>
            <pc:docMk/>
            <pc:sldMk cId="346621448" sldId="313"/>
            <ac:spMk id="4" creationId="{00000000-0000-0000-0000-000000000000}"/>
          </ac:spMkLst>
        </pc:spChg>
        <pc:spChg chg="mod">
          <ac:chgData name="Sebastian Koschorreck" userId="ec20b63dc07cd6f7" providerId="LiveId" clId="{4E06C7E9-4954-45AA-9DB8-47FA7BA7FCCB}" dt="2026-08-19T06:29:26.026" v="82" actId="20577"/>
          <ac:spMkLst>
            <pc:docMk/>
            <pc:sldMk cId="346621448" sldId="313"/>
            <ac:spMk id="5" creationId="{00000000-0000-0000-0000-000000000000}"/>
          </ac:spMkLst>
        </pc:spChg>
        <pc:spChg chg="mod">
          <ac:chgData name="Sebastian Koschorreck" userId="ec20b63dc07cd6f7" providerId="LiveId" clId="{4E06C7E9-4954-45AA-9DB8-47FA7BA7FCCB}" dt="2026-08-19T06:36:40.910" v="153" actId="20577"/>
          <ac:spMkLst>
            <pc:docMk/>
            <pc:sldMk cId="346621448" sldId="313"/>
            <ac:spMk id="41" creationId="{00000000-0000-0000-0000-000000000000}"/>
          </ac:spMkLst>
        </pc:spChg>
      </pc:sldChg>
      <pc:sldChg chg="add">
        <pc:chgData name="Sebastian Koschorreck" userId="ec20b63dc07cd6f7" providerId="LiveId" clId="{4E06C7E9-4954-45AA-9DB8-47FA7BA7FCCB}" dt="2026-08-19T06:25:15.153" v="7"/>
        <pc:sldMkLst>
          <pc:docMk/>
          <pc:sldMk cId="349307132" sldId="314"/>
        </pc:sldMkLst>
      </pc:sldChg>
      <pc:sldChg chg="add">
        <pc:chgData name="Sebastian Koschorreck" userId="ec20b63dc07cd6f7" providerId="LiveId" clId="{4E06C7E9-4954-45AA-9DB8-47FA7BA7FCCB}" dt="2026-08-19T06:25:23.861" v="9"/>
        <pc:sldMkLst>
          <pc:docMk/>
          <pc:sldMk cId="3760685393" sldId="315"/>
        </pc:sldMkLst>
      </pc:sldChg>
      <pc:sldChg chg="add del">
        <pc:chgData name="Sebastian Koschorreck" userId="ec20b63dc07cd6f7" providerId="LiveId" clId="{4E06C7E9-4954-45AA-9DB8-47FA7BA7FCCB}" dt="2026-08-19T06:26:56.285" v="14"/>
        <pc:sldMkLst>
          <pc:docMk/>
          <pc:sldMk cId="3716558611" sldId="316"/>
        </pc:sldMkLst>
      </pc:sldChg>
      <pc:sldChg chg="add del">
        <pc:chgData name="Sebastian Koschorreck" userId="ec20b63dc07cd6f7" providerId="LiveId" clId="{4E06C7E9-4954-45AA-9DB8-47FA7BA7FCCB}" dt="2026-08-19T06:27:17.152" v="16"/>
        <pc:sldMkLst>
          <pc:docMk/>
          <pc:sldMk cId="798655014" sldId="317"/>
        </pc:sldMkLst>
      </pc:sldChg>
      <pc:sldChg chg="add del">
        <pc:chgData name="Sebastian Koschorreck" userId="ec20b63dc07cd6f7" providerId="LiveId" clId="{4E06C7E9-4954-45AA-9DB8-47FA7BA7FCCB}" dt="2026-08-19T06:27:50.064" v="18"/>
        <pc:sldMkLst>
          <pc:docMk/>
          <pc:sldMk cId="1842332562" sldId="318"/>
        </pc:sldMkLst>
      </pc:sldChg>
      <pc:sldChg chg="modSp add mod">
        <pc:chgData name="Sebastian Koschorreck" userId="ec20b63dc07cd6f7" providerId="LiveId" clId="{4E06C7E9-4954-45AA-9DB8-47FA7BA7FCCB}" dt="2026-08-19T06:32:26.561" v="110" actId="207"/>
        <pc:sldMkLst>
          <pc:docMk/>
          <pc:sldMk cId="1446776343" sldId="319"/>
        </pc:sldMkLst>
        <pc:spChg chg="mod">
          <ac:chgData name="Sebastian Koschorreck" userId="ec20b63dc07cd6f7" providerId="LiveId" clId="{4E06C7E9-4954-45AA-9DB8-47FA7BA7FCCB}" dt="2026-08-19T06:32:18.835" v="109" actId="208"/>
          <ac:spMkLst>
            <pc:docMk/>
            <pc:sldMk cId="1446776343" sldId="319"/>
            <ac:spMk id="2" creationId="{00000000-0000-0000-0000-000000000000}"/>
          </ac:spMkLst>
        </pc:spChg>
        <pc:spChg chg="mod">
          <ac:chgData name="Sebastian Koschorreck" userId="ec20b63dc07cd6f7" providerId="LiveId" clId="{4E06C7E9-4954-45AA-9DB8-47FA7BA7FCCB}" dt="2026-08-19T06:32:26.561" v="110" actId="207"/>
          <ac:spMkLst>
            <pc:docMk/>
            <pc:sldMk cId="1446776343" sldId="319"/>
            <ac:spMk id="3" creationId="{00000000-0000-0000-0000-000000000000}"/>
          </ac:spMkLst>
        </pc:spChg>
        <pc:spChg chg="mod">
          <ac:chgData name="Sebastian Koschorreck" userId="ec20b63dc07cd6f7" providerId="LiveId" clId="{4E06C7E9-4954-45AA-9DB8-47FA7BA7FCCB}" dt="2026-08-19T06:29:56.292" v="106" actId="20577"/>
          <ac:spMkLst>
            <pc:docMk/>
            <pc:sldMk cId="1446776343" sldId="319"/>
            <ac:spMk id="5" creationId="{00000000-0000-0000-0000-000000000000}"/>
          </ac:spMkLst>
        </pc:spChg>
        <pc:spChg chg="mod">
          <ac:chgData name="Sebastian Koschorreck" userId="ec20b63dc07cd6f7" providerId="LiveId" clId="{4E06C7E9-4954-45AA-9DB8-47FA7BA7FCCB}" dt="2026-08-19T06:30:11.328" v="107" actId="14100"/>
          <ac:spMkLst>
            <pc:docMk/>
            <pc:sldMk cId="1446776343" sldId="319"/>
            <ac:spMk id="36" creationId="{00000000-0000-0000-0000-000000000000}"/>
          </ac:spMkLst>
        </pc:spChg>
        <pc:picChg chg="mod">
          <ac:chgData name="Sebastian Koschorreck" userId="ec20b63dc07cd6f7" providerId="LiveId" clId="{4E06C7E9-4954-45AA-9DB8-47FA7BA7FCCB}" dt="2026-08-19T06:30:15.594" v="108" actId="14100"/>
          <ac:picMkLst>
            <pc:docMk/>
            <pc:sldMk cId="1446776343" sldId="319"/>
            <ac:picMk id="37" creationId="{00000000-0000-0000-0000-000000000000}"/>
          </ac:picMkLst>
        </pc:picChg>
      </pc:sldChg>
    </pc:docChg>
  </pc:docChgLst>
  <pc:docChgLst>
    <pc:chgData name="Guest User" providerId="Windows Live" clId="Web-{7478E638-1DDF-6E80-EED7-5DF3852B8A4D}"/>
    <pc:docChg chg="addSld delSld modSld sldOrd">
      <pc:chgData name="Guest User" userId="" providerId="Windows Live" clId="Web-{7478E638-1DDF-6E80-EED7-5DF3852B8A4D}" dt="2026-08-18T11:57:46.221" v="1046" actId="1076"/>
      <pc:docMkLst>
        <pc:docMk/>
      </pc:docMkLst>
      <pc:sldChg chg="delSp modSp">
        <pc:chgData name="Guest User" userId="" providerId="Windows Live" clId="Web-{7478E638-1DDF-6E80-EED7-5DF3852B8A4D}" dt="2026-08-17T23:33:49.739" v="200"/>
        <pc:sldMkLst>
          <pc:docMk/>
          <pc:sldMk cId="0" sldId="268"/>
        </pc:sldMkLst>
      </pc:sldChg>
      <pc:sldChg chg="delSp modSp">
        <pc:chgData name="Guest User" userId="" providerId="Windows Live" clId="Web-{7478E638-1DDF-6E80-EED7-5DF3852B8A4D}" dt="2026-08-18T11:39:46.295" v="904"/>
        <pc:sldMkLst>
          <pc:docMk/>
          <pc:sldMk cId="0" sldId="269"/>
        </pc:sldMkLst>
        <pc:spChg chg="del mod">
          <ac:chgData name="Guest User" userId="" providerId="Windows Live" clId="Web-{7478E638-1DDF-6E80-EED7-5DF3852B8A4D}" dt="2026-08-18T11:39:46.295" v="904"/>
          <ac:spMkLst>
            <pc:docMk/>
            <pc:sldMk cId="0" sldId="269"/>
            <ac:spMk id="30" creationId="{00000000-0000-0000-0000-000000000000}"/>
          </ac:spMkLst>
        </pc:spChg>
      </pc:sldChg>
      <pc:sldChg chg="delSp">
        <pc:chgData name="Guest User" userId="" providerId="Windows Live" clId="Web-{7478E638-1DDF-6E80-EED7-5DF3852B8A4D}" dt="2026-08-17T23:35:13.055" v="202"/>
        <pc:sldMkLst>
          <pc:docMk/>
          <pc:sldMk cId="0" sldId="270"/>
        </pc:sldMkLst>
      </pc:sldChg>
      <pc:sldChg chg="delSp">
        <pc:chgData name="Guest User" userId="" providerId="Windows Live" clId="Web-{7478E638-1DDF-6E80-EED7-5DF3852B8A4D}" dt="2026-08-17T23:35:57.494" v="203"/>
        <pc:sldMkLst>
          <pc:docMk/>
          <pc:sldMk cId="0" sldId="271"/>
        </pc:sldMkLst>
      </pc:sldChg>
      <pc:sldChg chg="addSp delSp modSp">
        <pc:chgData name="Guest User" userId="" providerId="Windows Live" clId="Web-{7478E638-1DDF-6E80-EED7-5DF3852B8A4D}" dt="2026-08-18T11:25:47.742" v="772" actId="14100"/>
        <pc:sldMkLst>
          <pc:docMk/>
          <pc:sldMk cId="0" sldId="276"/>
        </pc:sldMkLst>
        <pc:spChg chg="mod">
          <ac:chgData name="Guest User" userId="" providerId="Windows Live" clId="Web-{7478E638-1DDF-6E80-EED7-5DF3852B8A4D}" dt="2026-08-17T23:10:19.825" v="4" actId="20577"/>
          <ac:spMkLst>
            <pc:docMk/>
            <pc:sldMk cId="0" sldId="276"/>
            <ac:spMk id="5" creationId="{00000000-0000-0000-0000-000000000000}"/>
          </ac:spMkLst>
        </pc:spChg>
        <pc:spChg chg="mod">
          <ac:chgData name="Guest User" userId="" providerId="Windows Live" clId="Web-{7478E638-1DDF-6E80-EED7-5DF3852B8A4D}" dt="2026-08-18T11:23:16.969" v="762" actId="20577"/>
          <ac:spMkLst>
            <pc:docMk/>
            <pc:sldMk cId="0" sldId="276"/>
            <ac:spMk id="6" creationId="{00000000-0000-0000-0000-000000000000}"/>
          </ac:spMkLst>
        </pc:spChg>
        <pc:spChg chg="mod">
          <ac:chgData name="Guest User" userId="" providerId="Windows Live" clId="Web-{7478E638-1DDF-6E80-EED7-5DF3852B8A4D}" dt="2026-08-18T11:25:47.742" v="772" actId="14100"/>
          <ac:spMkLst>
            <pc:docMk/>
            <pc:sldMk cId="0" sldId="276"/>
            <ac:spMk id="7" creationId="{00000000-0000-0000-0000-000000000000}"/>
          </ac:spMkLst>
        </pc:spChg>
        <pc:spChg chg="del mod">
          <ac:chgData name="Guest User" userId="" providerId="Windows Live" clId="Web-{7478E638-1DDF-6E80-EED7-5DF3852B8A4D}" dt="2026-08-18T11:23:09.438" v="760"/>
          <ac:spMkLst>
            <pc:docMk/>
            <pc:sldMk cId="0" sldId="276"/>
            <ac:spMk id="8" creationId="{00000000-0000-0000-0000-000000000000}"/>
          </ac:spMkLst>
        </pc:spChg>
        <pc:spChg chg="add del">
          <ac:chgData name="Guest User" userId="" providerId="Windows Live" clId="Web-{7478E638-1DDF-6E80-EED7-5DF3852B8A4D}" dt="2026-08-18T10:46:58.981" v="462"/>
          <ac:spMkLst>
            <pc:docMk/>
            <pc:sldMk cId="0" sldId="276"/>
            <ac:spMk id="16" creationId="{855069AA-861D-7D55-471A-151826CAE69F}"/>
          </ac:spMkLst>
        </pc:spChg>
        <pc:picChg chg="add del mod">
          <ac:chgData name="Guest User" userId="" providerId="Windows Live" clId="Web-{7478E638-1DDF-6E80-EED7-5DF3852B8A4D}" dt="2026-08-18T11:25:25.866" v="769"/>
          <ac:picMkLst>
            <pc:docMk/>
            <pc:sldMk cId="0" sldId="276"/>
            <ac:picMk id="17" creationId="{0A2BF9BE-3C07-5A58-0B3D-F97AA83265C9}"/>
          </ac:picMkLst>
        </pc:picChg>
        <pc:picChg chg="add mod">
          <ac:chgData name="Guest User" userId="" providerId="Windows Live" clId="Web-{7478E638-1DDF-6E80-EED7-5DF3852B8A4D}" dt="2026-08-18T11:25:41.882" v="771" actId="1076"/>
          <ac:picMkLst>
            <pc:docMk/>
            <pc:sldMk cId="0" sldId="276"/>
            <ac:picMk id="18" creationId="{10E4E34D-28D9-DA64-D7B4-294E9475A537}"/>
          </ac:picMkLst>
        </pc:picChg>
      </pc:sldChg>
      <pc:sldChg chg="addSp delSp modSp">
        <pc:chgData name="Guest User" userId="" providerId="Windows Live" clId="Web-{7478E638-1DDF-6E80-EED7-5DF3852B8A4D}" dt="2026-08-18T11:13:27.548" v="751" actId="1076"/>
        <pc:sldMkLst>
          <pc:docMk/>
          <pc:sldMk cId="0" sldId="277"/>
        </pc:sldMkLst>
        <pc:spChg chg="mod">
          <ac:chgData name="Guest User" userId="" providerId="Windows Live" clId="Web-{7478E638-1DDF-6E80-EED7-5DF3852B8A4D}" dt="2026-08-17T23:17:27.074" v="33" actId="20577"/>
          <ac:spMkLst>
            <pc:docMk/>
            <pc:sldMk cId="0" sldId="277"/>
            <ac:spMk id="4" creationId="{00000000-0000-0000-0000-000000000000}"/>
          </ac:spMkLst>
        </pc:spChg>
        <pc:spChg chg="del">
          <ac:chgData name="Guest User" userId="" providerId="Windows Live" clId="Web-{7478E638-1DDF-6E80-EED7-5DF3852B8A4D}" dt="2026-08-18T10:39:20.859" v="333"/>
          <ac:spMkLst>
            <pc:docMk/>
            <pc:sldMk cId="0" sldId="277"/>
            <ac:spMk id="5" creationId="{00000000-0000-0000-0000-000000000000}"/>
          </ac:spMkLst>
        </pc:spChg>
        <pc:spChg chg="mod">
          <ac:chgData name="Guest User" userId="" providerId="Windows Live" clId="Web-{7478E638-1DDF-6E80-EED7-5DF3852B8A4D}" dt="2026-08-18T11:07:30.160" v="741" actId="20577"/>
          <ac:spMkLst>
            <pc:docMk/>
            <pc:sldMk cId="0" sldId="277"/>
            <ac:spMk id="8" creationId="{00000000-0000-0000-0000-000000000000}"/>
          </ac:spMkLst>
        </pc:spChg>
        <pc:spChg chg="del">
          <ac:chgData name="Guest User" userId="" providerId="Windows Live" clId="Web-{7478E638-1DDF-6E80-EED7-5DF3852B8A4D}" dt="2026-08-18T11:06:31.876" v="728"/>
          <ac:spMkLst>
            <pc:docMk/>
            <pc:sldMk cId="0" sldId="277"/>
            <ac:spMk id="9" creationId="{00000000-0000-0000-0000-000000000000}"/>
          </ac:spMkLst>
        </pc:spChg>
        <pc:spChg chg="del">
          <ac:chgData name="Guest User" userId="" providerId="Windows Live" clId="Web-{7478E638-1DDF-6E80-EED7-5DF3852B8A4D}" dt="2026-08-18T10:39:04.984" v="331"/>
          <ac:spMkLst>
            <pc:docMk/>
            <pc:sldMk cId="0" sldId="277"/>
            <ac:spMk id="11" creationId="{00000000-0000-0000-0000-000000000000}"/>
          </ac:spMkLst>
        </pc:spChg>
        <pc:spChg chg="mod">
          <ac:chgData name="Guest User" userId="" providerId="Windows Live" clId="Web-{7478E638-1DDF-6E80-EED7-5DF3852B8A4D}" dt="2026-08-17T23:18:34.873" v="70" actId="20577"/>
          <ac:spMkLst>
            <pc:docMk/>
            <pc:sldMk cId="0" sldId="277"/>
            <ac:spMk id="13" creationId="{00000000-0000-0000-0000-000000000000}"/>
          </ac:spMkLst>
        </pc:spChg>
        <pc:spChg chg="mod">
          <ac:chgData name="Guest User" userId="" providerId="Windows Live" clId="Web-{7478E638-1DDF-6E80-EED7-5DF3852B8A4D}" dt="2026-08-18T10:40:06.907" v="349" actId="20577"/>
          <ac:spMkLst>
            <pc:docMk/>
            <pc:sldMk cId="0" sldId="277"/>
            <ac:spMk id="15" creationId="{00000000-0000-0000-0000-000000000000}"/>
          </ac:spMkLst>
        </pc:spChg>
        <pc:spChg chg="mod">
          <ac:chgData name="Guest User" userId="" providerId="Windows Live" clId="Web-{7478E638-1DDF-6E80-EED7-5DF3852B8A4D}" dt="2026-08-18T10:40:46.033" v="364" actId="20577"/>
          <ac:spMkLst>
            <pc:docMk/>
            <pc:sldMk cId="0" sldId="277"/>
            <ac:spMk id="17" creationId="{00000000-0000-0000-0000-000000000000}"/>
          </ac:spMkLst>
        </pc:spChg>
        <pc:spChg chg="del">
          <ac:chgData name="Guest User" userId="" providerId="Windows Live" clId="Web-{7478E638-1DDF-6E80-EED7-5DF3852B8A4D}" dt="2026-08-18T10:39:10.515" v="332"/>
          <ac:spMkLst>
            <pc:docMk/>
            <pc:sldMk cId="0" sldId="277"/>
            <ac:spMk id="18" creationId="{00000000-0000-0000-0000-000000000000}"/>
          </ac:spMkLst>
        </pc:spChg>
        <pc:picChg chg="add del mod">
          <ac:chgData name="Guest User" userId="" providerId="Windows Live" clId="Web-{7478E638-1DDF-6E80-EED7-5DF3852B8A4D}" dt="2026-08-18T11:05:36.530" v="720"/>
          <ac:picMkLst>
            <pc:docMk/>
            <pc:sldMk cId="0" sldId="277"/>
            <ac:picMk id="27" creationId="{259ED19F-9ED2-6D28-DD33-4D7DBCBDCEE2}"/>
          </ac:picMkLst>
        </pc:picChg>
        <pc:picChg chg="add del mod">
          <ac:chgData name="Guest User" userId="" providerId="Windows Live" clId="Web-{7478E638-1DDF-6E80-EED7-5DF3852B8A4D}" dt="2026-08-18T11:06:28.110" v="727"/>
          <ac:picMkLst>
            <pc:docMk/>
            <pc:sldMk cId="0" sldId="277"/>
            <ac:picMk id="28" creationId="{42DE0D59-7546-B1B6-3377-7638892A1D0D}"/>
          </ac:picMkLst>
        </pc:picChg>
        <pc:picChg chg="add del mod">
          <ac:chgData name="Guest User" userId="" providerId="Windows Live" clId="Web-{7478E638-1DDF-6E80-EED7-5DF3852B8A4D}" dt="2026-08-18T11:06:07.875" v="722"/>
          <ac:picMkLst>
            <pc:docMk/>
            <pc:sldMk cId="0" sldId="277"/>
            <ac:picMk id="29" creationId="{8C412B8C-4492-9D11-1429-CC554063E2D5}"/>
          </ac:picMkLst>
        </pc:picChg>
        <pc:picChg chg="add del mod">
          <ac:chgData name="Guest User" userId="" providerId="Windows Live" clId="Web-{7478E638-1DDF-6E80-EED7-5DF3852B8A4D}" dt="2026-08-18T11:06:25.766" v="726"/>
          <ac:picMkLst>
            <pc:docMk/>
            <pc:sldMk cId="0" sldId="277"/>
            <ac:picMk id="30" creationId="{5174B620-80F1-8DC8-8EDE-7E670A830CCF}"/>
          </ac:picMkLst>
        </pc:picChg>
        <pc:picChg chg="add del mod">
          <ac:chgData name="Guest User" userId="" providerId="Windows Live" clId="Web-{7478E638-1DDF-6E80-EED7-5DF3852B8A4D}" dt="2026-08-18T11:12:15.530" v="742"/>
          <ac:picMkLst>
            <pc:docMk/>
            <pc:sldMk cId="0" sldId="277"/>
            <ac:picMk id="31" creationId="{CD2079A5-9639-11AF-AA98-D80FA0E0DCA2}"/>
          </ac:picMkLst>
        </pc:picChg>
        <pc:picChg chg="add del mod">
          <ac:chgData name="Guest User" userId="" providerId="Windows Live" clId="Web-{7478E638-1DDF-6E80-EED7-5DF3852B8A4D}" dt="2026-08-18T11:12:56.437" v="746"/>
          <ac:picMkLst>
            <pc:docMk/>
            <pc:sldMk cId="0" sldId="277"/>
            <ac:picMk id="32" creationId="{98840924-EE9F-0C29-A6BA-9A7D7C4AF861}"/>
          </ac:picMkLst>
        </pc:picChg>
        <pc:picChg chg="add mod">
          <ac:chgData name="Guest User" userId="" providerId="Windows Live" clId="Web-{7478E638-1DDF-6E80-EED7-5DF3852B8A4D}" dt="2026-08-18T11:13:27.548" v="751" actId="1076"/>
          <ac:picMkLst>
            <pc:docMk/>
            <pc:sldMk cId="0" sldId="277"/>
            <ac:picMk id="33" creationId="{1F1A1C33-C147-9080-108E-859493A488C4}"/>
          </ac:picMkLst>
        </pc:picChg>
      </pc:sldChg>
      <pc:sldChg chg="addSp modSp">
        <pc:chgData name="Guest User" userId="" providerId="Windows Live" clId="Web-{7478E638-1DDF-6E80-EED7-5DF3852B8A4D}" dt="2026-08-18T11:57:46.221" v="1046" actId="1076"/>
        <pc:sldMkLst>
          <pc:docMk/>
          <pc:sldMk cId="0" sldId="278"/>
        </pc:sldMkLst>
        <pc:picChg chg="add mod">
          <ac:chgData name="Guest User" userId="" providerId="Windows Live" clId="Web-{7478E638-1DDF-6E80-EED7-5DF3852B8A4D}" dt="2026-08-18T11:57:46.221" v="1046" actId="1076"/>
          <ac:picMkLst>
            <pc:docMk/>
            <pc:sldMk cId="0" sldId="278"/>
            <ac:picMk id="27" creationId="{CB6DB163-1EAE-1468-EBF3-A3D18750D74D}"/>
          </ac:picMkLst>
        </pc:picChg>
      </pc:sldChg>
      <pc:sldChg chg="addSp delSp modSp ord">
        <pc:chgData name="Guest User" userId="" providerId="Windows Live" clId="Web-{7478E638-1DDF-6E80-EED7-5DF3852B8A4D}" dt="2026-08-18T11:56:17.593" v="1042" actId="1076"/>
        <pc:sldMkLst>
          <pc:docMk/>
          <pc:sldMk cId="0" sldId="281"/>
        </pc:sldMkLst>
        <pc:spChg chg="del">
          <ac:chgData name="Guest User" userId="" providerId="Windows Live" clId="Web-{7478E638-1DDF-6E80-EED7-5DF3852B8A4D}" dt="2026-08-18T10:23:46.127" v="243"/>
          <ac:spMkLst>
            <pc:docMk/>
            <pc:sldMk cId="0" sldId="281"/>
            <ac:spMk id="2" creationId="{00000000-0000-0000-0000-000000000000}"/>
          </ac:spMkLst>
        </pc:spChg>
        <pc:spChg chg="del">
          <ac:chgData name="Guest User" userId="" providerId="Windows Live" clId="Web-{7478E638-1DDF-6E80-EED7-5DF3852B8A4D}" dt="2026-08-18T10:23:49.221" v="244"/>
          <ac:spMkLst>
            <pc:docMk/>
            <pc:sldMk cId="0" sldId="281"/>
            <ac:spMk id="3" creationId="{00000000-0000-0000-0000-000000000000}"/>
          </ac:spMkLst>
        </pc:spChg>
        <pc:spChg chg="mod">
          <ac:chgData name="Guest User" userId="" providerId="Windows Live" clId="Web-{7478E638-1DDF-6E80-EED7-5DF3852B8A4D}" dt="2026-08-18T10:22:27.500" v="216" actId="20577"/>
          <ac:spMkLst>
            <pc:docMk/>
            <pc:sldMk cId="0" sldId="281"/>
            <ac:spMk id="4" creationId="{00000000-0000-0000-0000-000000000000}"/>
          </ac:spMkLst>
        </pc:spChg>
        <pc:spChg chg="mod">
          <ac:chgData name="Guest User" userId="" providerId="Windows Live" clId="Web-{7478E638-1DDF-6E80-EED7-5DF3852B8A4D}" dt="2026-08-18T10:24:10.471" v="247" actId="20577"/>
          <ac:spMkLst>
            <pc:docMk/>
            <pc:sldMk cId="0" sldId="281"/>
            <ac:spMk id="5" creationId="{00000000-0000-0000-0000-000000000000}"/>
          </ac:spMkLst>
        </pc:spChg>
        <pc:spChg chg="mod">
          <ac:chgData name="Guest User" userId="" providerId="Windows Live" clId="Web-{7478E638-1DDF-6E80-EED7-5DF3852B8A4D}" dt="2026-08-18T11:56:00.624" v="1038" actId="14100"/>
          <ac:spMkLst>
            <pc:docMk/>
            <pc:sldMk cId="0" sldId="281"/>
            <ac:spMk id="6" creationId="{00000000-0000-0000-0000-000000000000}"/>
          </ac:spMkLst>
        </pc:spChg>
        <pc:spChg chg="add del">
          <ac:chgData name="Guest User" userId="" providerId="Windows Live" clId="Web-{7478E638-1DDF-6E80-EED7-5DF3852B8A4D}" dt="2026-08-18T10:23:41.877" v="242"/>
          <ac:spMkLst>
            <pc:docMk/>
            <pc:sldMk cId="0" sldId="281"/>
            <ac:spMk id="8" creationId="{24602490-6183-C66F-813B-C1897CE5B1AF}"/>
          </ac:spMkLst>
        </pc:spChg>
        <pc:spChg chg="add">
          <ac:chgData name="Guest User" userId="" providerId="Windows Live" clId="Web-{7478E638-1DDF-6E80-EED7-5DF3852B8A4D}" dt="2026-08-18T10:23:50.096" v="245"/>
          <ac:spMkLst>
            <pc:docMk/>
            <pc:sldMk cId="0" sldId="281"/>
            <ac:spMk id="10" creationId="{9B6E393F-378E-69B1-7C29-C4700854A888}"/>
          </ac:spMkLst>
        </pc:spChg>
        <pc:spChg chg="add">
          <ac:chgData name="Guest User" userId="" providerId="Windows Live" clId="Web-{7478E638-1DDF-6E80-EED7-5DF3852B8A4D}" dt="2026-08-18T10:24:02.627" v="246"/>
          <ac:spMkLst>
            <pc:docMk/>
            <pc:sldMk cId="0" sldId="281"/>
            <ac:spMk id="12" creationId="{5542FAE0-3224-0243-59A4-A06DCA23705A}"/>
          </ac:spMkLst>
        </pc:spChg>
        <pc:spChg chg="add mod">
          <ac:chgData name="Guest User" userId="" providerId="Windows Live" clId="Web-{7478E638-1DDF-6E80-EED7-5DF3852B8A4D}" dt="2026-08-18T11:46:06.123" v="1030" actId="20577"/>
          <ac:spMkLst>
            <pc:docMk/>
            <pc:sldMk cId="0" sldId="281"/>
            <ac:spMk id="13" creationId="{F1F52521-9E5F-1DDC-E723-54CA57CF5E74}"/>
          </ac:spMkLst>
        </pc:spChg>
        <pc:spChg chg="add mod">
          <ac:chgData name="Guest User" userId="" providerId="Windows Live" clId="Web-{7478E638-1DDF-6E80-EED7-5DF3852B8A4D}" dt="2026-08-18T10:41:19.769" v="369" actId="1076"/>
          <ac:spMkLst>
            <pc:docMk/>
            <pc:sldMk cId="0" sldId="281"/>
            <ac:spMk id="14" creationId="{277ECF88-7E67-F215-87FD-C5AC5BBF4541}"/>
          </ac:spMkLst>
        </pc:spChg>
        <pc:spChg chg="mod">
          <ac:chgData name="Guest User" userId="" providerId="Windows Live" clId="Web-{7478E638-1DDF-6E80-EED7-5DF3852B8A4D}" dt="2026-08-18T10:37:14.480" v="274" actId="20577"/>
          <ac:spMkLst>
            <pc:docMk/>
            <pc:sldMk cId="0" sldId="281"/>
            <ac:spMk id="19" creationId="{00000000-0000-0000-0000-000000000000}"/>
          </ac:spMkLst>
        </pc:spChg>
        <pc:spChg chg="mod">
          <ac:chgData name="Guest User" userId="" providerId="Windows Live" clId="Web-{7478E638-1DDF-6E80-EED7-5DF3852B8A4D}" dt="2026-08-18T10:22:30.922" v="218" actId="20577"/>
          <ac:spMkLst>
            <pc:docMk/>
            <pc:sldMk cId="0" sldId="281"/>
            <ac:spMk id="30" creationId="{6BD44CDC-7D55-B037-B539-5D8EB0F18AC9}"/>
          </ac:spMkLst>
        </pc:spChg>
        <pc:spChg chg="mod">
          <ac:chgData name="Guest User" userId="" providerId="Windows Live" clId="Web-{7478E638-1DDF-6E80-EED7-5DF3852B8A4D}" dt="2026-08-18T10:42:35.724" v="405" actId="20577"/>
          <ac:spMkLst>
            <pc:docMk/>
            <pc:sldMk cId="0" sldId="281"/>
            <ac:spMk id="31" creationId="{19FFD66F-FAB4-6A14-9265-36CD97873142}"/>
          </ac:spMkLst>
        </pc:spChg>
        <pc:spChg chg="mod">
          <ac:chgData name="Guest User" userId="" providerId="Windows Live" clId="Web-{7478E638-1DDF-6E80-EED7-5DF3852B8A4D}" dt="2026-08-18T11:56:05.968" v="1039" actId="14100"/>
          <ac:spMkLst>
            <pc:docMk/>
            <pc:sldMk cId="0" sldId="281"/>
            <ac:spMk id="51" creationId="{1B8A9E1F-1AE7-D5F7-6B9C-5AB7DC7CD2D9}"/>
          </ac:spMkLst>
        </pc:spChg>
        <pc:spChg chg="mod">
          <ac:chgData name="Guest User" userId="" providerId="Windows Live" clId="Web-{7478E638-1DDF-6E80-EED7-5DF3852B8A4D}" dt="2026-08-18T10:22:42.563" v="222" actId="20577"/>
          <ac:spMkLst>
            <pc:docMk/>
            <pc:sldMk cId="0" sldId="281"/>
            <ac:spMk id="55" creationId="{7EA02FC9-342C-B616-0F79-E28F159A5009}"/>
          </ac:spMkLst>
        </pc:spChg>
        <pc:spChg chg="mod">
          <ac:chgData name="Guest User" userId="" providerId="Windows Live" clId="Web-{7478E638-1DDF-6E80-EED7-5DF3852B8A4D}" dt="2026-08-18T10:42:44.990" v="406" actId="1076"/>
          <ac:spMkLst>
            <pc:docMk/>
            <pc:sldMk cId="0" sldId="281"/>
            <ac:spMk id="57" creationId="{AD4C937C-4444-AE09-4C6F-B58A2D5AD980}"/>
          </ac:spMkLst>
        </pc:spChg>
        <pc:spChg chg="mod">
          <ac:chgData name="Guest User" userId="" providerId="Windows Live" clId="Web-{7478E638-1DDF-6E80-EED7-5DF3852B8A4D}" dt="2026-08-18T10:23:08.767" v="240" actId="20577"/>
          <ac:spMkLst>
            <pc:docMk/>
            <pc:sldMk cId="0" sldId="281"/>
            <ac:spMk id="61" creationId="{CB4E24DD-DD3A-0C19-69F0-1D7D6247BC81}"/>
          </ac:spMkLst>
        </pc:spChg>
        <pc:spChg chg="del">
          <ac:chgData name="Guest User" userId="" providerId="Windows Live" clId="Web-{7478E638-1DDF-6E80-EED7-5DF3852B8A4D}" dt="2026-08-18T11:55:27.076" v="1033"/>
          <ac:spMkLst>
            <pc:docMk/>
            <pc:sldMk cId="0" sldId="281"/>
            <ac:spMk id="63" creationId="{2DC44883-7685-522D-BA2F-F471AB1A63D4}"/>
          </ac:spMkLst>
        </pc:spChg>
        <pc:spChg chg="del mod">
          <ac:chgData name="Guest User" userId="" providerId="Windows Live" clId="Web-{7478E638-1DDF-6E80-EED7-5DF3852B8A4D}" dt="2026-08-18T11:55:27.076" v="1032"/>
          <ac:spMkLst>
            <pc:docMk/>
            <pc:sldMk cId="0" sldId="281"/>
            <ac:spMk id="65" creationId="{A6DC3B23-1D4F-02FF-5158-8BE6E07C374F}"/>
          </ac:spMkLst>
        </pc:spChg>
        <pc:picChg chg="add mod">
          <ac:chgData name="Guest User" userId="" providerId="Windows Live" clId="Web-{7478E638-1DDF-6E80-EED7-5DF3852B8A4D}" dt="2026-08-18T11:56:17.593" v="1042" actId="1076"/>
          <ac:picMkLst>
            <pc:docMk/>
            <pc:sldMk cId="0" sldId="281"/>
            <ac:picMk id="15" creationId="{A926FA79-8E59-B091-2C04-57DB02818FB6}"/>
          </ac:picMkLst>
        </pc:picChg>
      </pc:sldChg>
      <pc:sldChg chg="modSp add del replId">
        <pc:chgData name="Guest User" userId="" providerId="Windows Live" clId="Web-{7478E638-1DDF-6E80-EED7-5DF3852B8A4D}" dt="2026-08-18T11:46:56.312" v="1031"/>
        <pc:sldMkLst>
          <pc:docMk/>
          <pc:sldMk cId="775024994" sldId="295"/>
        </pc:sldMkLst>
      </pc:sldChg>
      <pc:sldChg chg="modSp add del replId">
        <pc:chgData name="Guest User" userId="" providerId="Windows Live" clId="Web-{7478E638-1DDF-6E80-EED7-5DF3852B8A4D}" dt="2026-08-18T11:15:59.286" v="752"/>
        <pc:sldMkLst>
          <pc:docMk/>
          <pc:sldMk cId="2480173172" sldId="296"/>
        </pc:sldMkLst>
      </pc:sldChg>
      <pc:sldChg chg="modSp add replId">
        <pc:chgData name="Guest User" userId="" providerId="Windows Live" clId="Web-{7478E638-1DDF-6E80-EED7-5DF3852B8A4D}" dt="2026-08-17T23:28:05.228" v="198" actId="20577"/>
        <pc:sldMkLst>
          <pc:docMk/>
          <pc:sldMk cId="2310149572" sldId="298"/>
        </pc:sldMkLst>
        <pc:spChg chg="mod">
          <ac:chgData name="Guest User" userId="" providerId="Windows Live" clId="Web-{7478E638-1DDF-6E80-EED7-5DF3852B8A4D}" dt="2026-08-17T23:28:05.228" v="198" actId="20577"/>
          <ac:spMkLst>
            <pc:docMk/>
            <pc:sldMk cId="2310149572" sldId="298"/>
            <ac:spMk id="4" creationId="{31F7F97A-4352-73F0-65D7-D26F56A456C1}"/>
          </ac:spMkLst>
        </pc:spChg>
      </pc:sldChg>
      <pc:sldChg chg="add replId">
        <pc:chgData name="Guest User" userId="" providerId="Windows Live" clId="Web-{7478E638-1DDF-6E80-EED7-5DF3852B8A4D}" dt="2026-08-18T10:21:29.498" v="205"/>
        <pc:sldMkLst>
          <pc:docMk/>
          <pc:sldMk cId="2118058739" sldId="299"/>
        </pc:sldMkLst>
      </pc:sldChg>
      <pc:sldChg chg="addSp delSp modSp add ord replId">
        <pc:chgData name="Guest User" userId="" providerId="Windows Live" clId="Web-{7478E638-1DDF-6E80-EED7-5DF3852B8A4D}" dt="2026-08-18T11:23:59.096" v="768" actId="20577"/>
        <pc:sldMkLst>
          <pc:docMk/>
          <pc:sldMk cId="3786739178" sldId="300"/>
        </pc:sldMkLst>
        <pc:spChg chg="mod">
          <ac:chgData name="Guest User" userId="" providerId="Windows Live" clId="Web-{7478E638-1DDF-6E80-EED7-5DF3852B8A4D}" dt="2026-08-18T11:23:43.736" v="764" actId="20577"/>
          <ac:spMkLst>
            <pc:docMk/>
            <pc:sldMk cId="3786739178" sldId="300"/>
            <ac:spMk id="4" creationId="{9D1627F4-5044-53D3-0D27-8D85A9295C7C}"/>
          </ac:spMkLst>
        </pc:spChg>
        <pc:spChg chg="mod">
          <ac:chgData name="Guest User" userId="" providerId="Windows Live" clId="Web-{7478E638-1DDF-6E80-EED7-5DF3852B8A4D}" dt="2026-08-18T11:23:59.096" v="768" actId="20577"/>
          <ac:spMkLst>
            <pc:docMk/>
            <pc:sldMk cId="3786739178" sldId="300"/>
            <ac:spMk id="5" creationId="{76CF513B-5361-ADC6-2B1D-E25053E3976F}"/>
          </ac:spMkLst>
        </pc:spChg>
        <pc:spChg chg="del">
          <ac:chgData name="Guest User" userId="" providerId="Windows Live" clId="Web-{7478E638-1DDF-6E80-EED7-5DF3852B8A4D}" dt="2026-08-18T10:47:21.309" v="489"/>
          <ac:spMkLst>
            <pc:docMk/>
            <pc:sldMk cId="3786739178" sldId="300"/>
            <ac:spMk id="12" creationId="{0AFB1D23-F626-3E88-48E4-2EC95AD9DFBC}"/>
          </ac:spMkLst>
        </pc:spChg>
        <pc:spChg chg="del">
          <ac:chgData name="Guest User" userId="" providerId="Windows Live" clId="Web-{7478E638-1DDF-6E80-EED7-5DF3852B8A4D}" dt="2026-08-18T10:47:21.309" v="488"/>
          <ac:spMkLst>
            <pc:docMk/>
            <pc:sldMk cId="3786739178" sldId="300"/>
            <ac:spMk id="13" creationId="{A52E8E84-4562-8538-BF28-14E8903B58ED}"/>
          </ac:spMkLst>
        </pc:spChg>
        <pc:spChg chg="del">
          <ac:chgData name="Guest User" userId="" providerId="Windows Live" clId="Web-{7478E638-1DDF-6E80-EED7-5DF3852B8A4D}" dt="2026-08-18T10:47:21.309" v="487"/>
          <ac:spMkLst>
            <pc:docMk/>
            <pc:sldMk cId="3786739178" sldId="300"/>
            <ac:spMk id="14" creationId="{CD5B3421-8DD3-DFC8-A6C9-A1FE8EB37C4B}"/>
          </ac:spMkLst>
        </pc:spChg>
        <pc:spChg chg="del">
          <ac:chgData name="Guest User" userId="" providerId="Windows Live" clId="Web-{7478E638-1DDF-6E80-EED7-5DF3852B8A4D}" dt="2026-08-18T10:47:21.309" v="486"/>
          <ac:spMkLst>
            <pc:docMk/>
            <pc:sldMk cId="3786739178" sldId="300"/>
            <ac:spMk id="15" creationId="{60E791BE-D862-F711-6ABE-8F8A1F52A0D8}"/>
          </ac:spMkLst>
        </pc:spChg>
        <pc:spChg chg="del">
          <ac:chgData name="Guest User" userId="" providerId="Windows Live" clId="Web-{7478E638-1DDF-6E80-EED7-5DF3852B8A4D}" dt="2026-08-18T10:47:21.309" v="485"/>
          <ac:spMkLst>
            <pc:docMk/>
            <pc:sldMk cId="3786739178" sldId="300"/>
            <ac:spMk id="16" creationId="{5C28112B-63D6-4486-7295-B59526E2573E}"/>
          </ac:spMkLst>
        </pc:spChg>
        <pc:spChg chg="del">
          <ac:chgData name="Guest User" userId="" providerId="Windows Live" clId="Web-{7478E638-1DDF-6E80-EED7-5DF3852B8A4D}" dt="2026-08-18T10:47:21.309" v="484"/>
          <ac:spMkLst>
            <pc:docMk/>
            <pc:sldMk cId="3786739178" sldId="300"/>
            <ac:spMk id="17" creationId="{0AA27490-24B7-BBDD-977F-13295486AC6E}"/>
          </ac:spMkLst>
        </pc:spChg>
        <pc:spChg chg="del">
          <ac:chgData name="Guest User" userId="" providerId="Windows Live" clId="Web-{7478E638-1DDF-6E80-EED7-5DF3852B8A4D}" dt="2026-08-18T10:47:21.309" v="483"/>
          <ac:spMkLst>
            <pc:docMk/>
            <pc:sldMk cId="3786739178" sldId="300"/>
            <ac:spMk id="18" creationId="{6E35663C-EA0A-73C9-E87F-29DD75F7FD02}"/>
          </ac:spMkLst>
        </pc:spChg>
        <pc:spChg chg="del">
          <ac:chgData name="Guest User" userId="" providerId="Windows Live" clId="Web-{7478E638-1DDF-6E80-EED7-5DF3852B8A4D}" dt="2026-08-18T10:47:21.309" v="482"/>
          <ac:spMkLst>
            <pc:docMk/>
            <pc:sldMk cId="3786739178" sldId="300"/>
            <ac:spMk id="19" creationId="{AC5ED1DA-1E90-CCD8-0C28-E46D40D8926E}"/>
          </ac:spMkLst>
        </pc:spChg>
        <pc:spChg chg="del">
          <ac:chgData name="Guest User" userId="" providerId="Windows Live" clId="Web-{7478E638-1DDF-6E80-EED7-5DF3852B8A4D}" dt="2026-08-18T10:47:21.309" v="481"/>
          <ac:spMkLst>
            <pc:docMk/>
            <pc:sldMk cId="3786739178" sldId="300"/>
            <ac:spMk id="20" creationId="{5C752F10-C4AC-01F5-2B2D-C72E47F17943}"/>
          </ac:spMkLst>
        </pc:spChg>
        <pc:spChg chg="del">
          <ac:chgData name="Guest User" userId="" providerId="Windows Live" clId="Web-{7478E638-1DDF-6E80-EED7-5DF3852B8A4D}" dt="2026-08-18T10:47:21.309" v="480"/>
          <ac:spMkLst>
            <pc:docMk/>
            <pc:sldMk cId="3786739178" sldId="300"/>
            <ac:spMk id="21" creationId="{F7B98C8D-42BD-91AB-9BE7-9EC1F717EB24}"/>
          </ac:spMkLst>
        </pc:spChg>
        <pc:spChg chg="del">
          <ac:chgData name="Guest User" userId="" providerId="Windows Live" clId="Web-{7478E638-1DDF-6E80-EED7-5DF3852B8A4D}" dt="2026-08-18T10:47:21.309" v="479"/>
          <ac:spMkLst>
            <pc:docMk/>
            <pc:sldMk cId="3786739178" sldId="300"/>
            <ac:spMk id="22" creationId="{75E6885F-2863-3FEE-6947-C8B7A734DC7E}"/>
          </ac:spMkLst>
        </pc:spChg>
        <pc:spChg chg="del">
          <ac:chgData name="Guest User" userId="" providerId="Windows Live" clId="Web-{7478E638-1DDF-6E80-EED7-5DF3852B8A4D}" dt="2026-08-18T10:47:21.309" v="478"/>
          <ac:spMkLst>
            <pc:docMk/>
            <pc:sldMk cId="3786739178" sldId="300"/>
            <ac:spMk id="23" creationId="{0EEABBDE-2FC5-E7B9-6FAD-E68137F4BB7B}"/>
          </ac:spMkLst>
        </pc:spChg>
        <pc:spChg chg="del">
          <ac:chgData name="Guest User" userId="" providerId="Windows Live" clId="Web-{7478E638-1DDF-6E80-EED7-5DF3852B8A4D}" dt="2026-08-18T10:47:21.309" v="477"/>
          <ac:spMkLst>
            <pc:docMk/>
            <pc:sldMk cId="3786739178" sldId="300"/>
            <ac:spMk id="24" creationId="{DD2C7A00-F41C-0D4A-1337-8FC9D25A634B}"/>
          </ac:spMkLst>
        </pc:spChg>
        <pc:spChg chg="del">
          <ac:chgData name="Guest User" userId="" providerId="Windows Live" clId="Web-{7478E638-1DDF-6E80-EED7-5DF3852B8A4D}" dt="2026-08-18T10:47:21.309" v="476"/>
          <ac:spMkLst>
            <pc:docMk/>
            <pc:sldMk cId="3786739178" sldId="300"/>
            <ac:spMk id="25" creationId="{853A6A55-8777-CDF4-8398-6CD92C70EBB8}"/>
          </ac:spMkLst>
        </pc:spChg>
        <pc:spChg chg="del">
          <ac:chgData name="Guest User" userId="" providerId="Windows Live" clId="Web-{7478E638-1DDF-6E80-EED7-5DF3852B8A4D}" dt="2026-08-18T10:47:21.309" v="475"/>
          <ac:spMkLst>
            <pc:docMk/>
            <pc:sldMk cId="3786739178" sldId="300"/>
            <ac:spMk id="26" creationId="{B4F42FB2-4109-EB1F-460F-8FCB122D5CEA}"/>
          </ac:spMkLst>
        </pc:spChg>
        <pc:spChg chg="del">
          <ac:chgData name="Guest User" userId="" providerId="Windows Live" clId="Web-{7478E638-1DDF-6E80-EED7-5DF3852B8A4D}" dt="2026-08-18T10:47:21.309" v="474"/>
          <ac:spMkLst>
            <pc:docMk/>
            <pc:sldMk cId="3786739178" sldId="300"/>
            <ac:spMk id="27" creationId="{57E5F7FE-7067-27B9-9C12-EC1CE3A42E73}"/>
          </ac:spMkLst>
        </pc:spChg>
        <pc:spChg chg="del">
          <ac:chgData name="Guest User" userId="" providerId="Windows Live" clId="Web-{7478E638-1DDF-6E80-EED7-5DF3852B8A4D}" dt="2026-08-18T10:47:21.294" v="473"/>
          <ac:spMkLst>
            <pc:docMk/>
            <pc:sldMk cId="3786739178" sldId="300"/>
            <ac:spMk id="28" creationId="{901B787F-616F-F313-23E7-A5E1F7BC72BB}"/>
          </ac:spMkLst>
        </pc:spChg>
        <pc:spChg chg="del">
          <ac:chgData name="Guest User" userId="" providerId="Windows Live" clId="Web-{7478E638-1DDF-6E80-EED7-5DF3852B8A4D}" dt="2026-08-18T10:47:21.294" v="472"/>
          <ac:spMkLst>
            <pc:docMk/>
            <pc:sldMk cId="3786739178" sldId="300"/>
            <ac:spMk id="29" creationId="{55DE668C-78C3-8F4C-34F7-894512A7463C}"/>
          </ac:spMkLst>
        </pc:spChg>
        <pc:spChg chg="del">
          <ac:chgData name="Guest User" userId="" providerId="Windows Live" clId="Web-{7478E638-1DDF-6E80-EED7-5DF3852B8A4D}" dt="2026-08-18T10:47:21.294" v="471"/>
          <ac:spMkLst>
            <pc:docMk/>
            <pc:sldMk cId="3786739178" sldId="300"/>
            <ac:spMk id="30" creationId="{DA5884B9-B828-F18A-8B8D-69609B8DBF8A}"/>
          </ac:spMkLst>
        </pc:spChg>
        <pc:spChg chg="del">
          <ac:chgData name="Guest User" userId="" providerId="Windows Live" clId="Web-{7478E638-1DDF-6E80-EED7-5DF3852B8A4D}" dt="2026-08-18T10:47:21.294" v="470"/>
          <ac:spMkLst>
            <pc:docMk/>
            <pc:sldMk cId="3786739178" sldId="300"/>
            <ac:spMk id="31" creationId="{E1295AF0-BC3A-3010-A1B9-3FD88360EAC8}"/>
          </ac:spMkLst>
        </pc:spChg>
        <pc:spChg chg="del">
          <ac:chgData name="Guest User" userId="" providerId="Windows Live" clId="Web-{7478E638-1DDF-6E80-EED7-5DF3852B8A4D}" dt="2026-08-18T10:47:21.294" v="469"/>
          <ac:spMkLst>
            <pc:docMk/>
            <pc:sldMk cId="3786739178" sldId="300"/>
            <ac:spMk id="32" creationId="{1FEC4C05-BA2A-CADF-7E91-D907E3C24115}"/>
          </ac:spMkLst>
        </pc:spChg>
        <pc:spChg chg="del">
          <ac:chgData name="Guest User" userId="" providerId="Windows Live" clId="Web-{7478E638-1DDF-6E80-EED7-5DF3852B8A4D}" dt="2026-08-18T10:47:21.294" v="468"/>
          <ac:spMkLst>
            <pc:docMk/>
            <pc:sldMk cId="3786739178" sldId="300"/>
            <ac:spMk id="33" creationId="{C027F02B-3945-561E-D1C5-26B3EF9C034C}"/>
          </ac:spMkLst>
        </pc:spChg>
        <pc:spChg chg="del">
          <ac:chgData name="Guest User" userId="" providerId="Windows Live" clId="Web-{7478E638-1DDF-6E80-EED7-5DF3852B8A4D}" dt="2026-08-18T10:47:21.294" v="467"/>
          <ac:spMkLst>
            <pc:docMk/>
            <pc:sldMk cId="3786739178" sldId="300"/>
            <ac:spMk id="34" creationId="{4A92E5C9-2140-7E1F-FE20-B7EE212E01FB}"/>
          </ac:spMkLst>
        </pc:spChg>
        <pc:spChg chg="del">
          <ac:chgData name="Guest User" userId="" providerId="Windows Live" clId="Web-{7478E638-1DDF-6E80-EED7-5DF3852B8A4D}" dt="2026-08-18T10:47:21.294" v="466"/>
          <ac:spMkLst>
            <pc:docMk/>
            <pc:sldMk cId="3786739178" sldId="300"/>
            <ac:spMk id="35" creationId="{64DA6234-3EAC-FBC9-EE12-7CDC549B54ED}"/>
          </ac:spMkLst>
        </pc:spChg>
        <pc:spChg chg="mod">
          <ac:chgData name="Guest User" userId="" providerId="Windows Live" clId="Web-{7478E638-1DDF-6E80-EED7-5DF3852B8A4D}" dt="2026-08-18T10:47:34.544" v="491" actId="1076"/>
          <ac:spMkLst>
            <pc:docMk/>
            <pc:sldMk cId="3786739178" sldId="300"/>
            <ac:spMk id="36" creationId="{453F773A-354B-65C8-784F-1191274E93CD}"/>
          </ac:spMkLst>
        </pc:spChg>
        <pc:spChg chg="mod">
          <ac:chgData name="Guest User" userId="" providerId="Windows Live" clId="Web-{7478E638-1DDF-6E80-EED7-5DF3852B8A4D}" dt="2026-08-18T10:45:42.682" v="441" actId="1076"/>
          <ac:spMkLst>
            <pc:docMk/>
            <pc:sldMk cId="3786739178" sldId="300"/>
            <ac:spMk id="37" creationId="{C1FA186F-05C7-CC10-BCEB-8D1048AA08E4}"/>
          </ac:spMkLst>
        </pc:spChg>
        <pc:spChg chg="mod">
          <ac:chgData name="Guest User" userId="" providerId="Windows Live" clId="Web-{7478E638-1DDF-6E80-EED7-5DF3852B8A4D}" dt="2026-08-18T10:46:23.495" v="458" actId="20577"/>
          <ac:spMkLst>
            <pc:docMk/>
            <pc:sldMk cId="3786739178" sldId="300"/>
            <ac:spMk id="38" creationId="{C3E8865B-99A7-842F-5463-CE0EEE9449FB}"/>
          </ac:spMkLst>
        </pc:spChg>
        <pc:spChg chg="mod">
          <ac:chgData name="Guest User" userId="" providerId="Windows Live" clId="Web-{7478E638-1DDF-6E80-EED7-5DF3852B8A4D}" dt="2026-08-18T10:52:53.197" v="677" actId="1076"/>
          <ac:spMkLst>
            <pc:docMk/>
            <pc:sldMk cId="3786739178" sldId="300"/>
            <ac:spMk id="39" creationId="{C7D8B29D-A0D7-B088-B9F1-5AA7A6E2690F}"/>
          </ac:spMkLst>
        </pc:spChg>
        <pc:spChg chg="mod">
          <ac:chgData name="Guest User" userId="" providerId="Windows Live" clId="Web-{7478E638-1DDF-6E80-EED7-5DF3852B8A4D}" dt="2026-08-18T10:46:30.043" v="460" actId="20577"/>
          <ac:spMkLst>
            <pc:docMk/>
            <pc:sldMk cId="3786739178" sldId="300"/>
            <ac:spMk id="41" creationId="{117A5651-A622-1D58-93DC-B7BDA78216EC}"/>
          </ac:spMkLst>
        </pc:spChg>
        <pc:spChg chg="mod">
          <ac:chgData name="Guest User" userId="" providerId="Windows Live" clId="Web-{7478E638-1DDF-6E80-EED7-5DF3852B8A4D}" dt="2026-08-18T10:52:53.244" v="679" actId="1076"/>
          <ac:spMkLst>
            <pc:docMk/>
            <pc:sldMk cId="3786739178" sldId="300"/>
            <ac:spMk id="42" creationId="{F8811C14-1B8E-3418-0B75-5B60F6B4E796}"/>
          </ac:spMkLst>
        </pc:spChg>
        <pc:spChg chg="mod">
          <ac:chgData name="Guest User" userId="" providerId="Windows Live" clId="Web-{7478E638-1DDF-6E80-EED7-5DF3852B8A4D}" dt="2026-08-18T10:48:05.936" v="516" actId="20577"/>
          <ac:spMkLst>
            <pc:docMk/>
            <pc:sldMk cId="3786739178" sldId="300"/>
            <ac:spMk id="44" creationId="{F055FBD8-CA94-B845-EEED-3C8653970C20}"/>
          </ac:spMkLst>
        </pc:spChg>
        <pc:spChg chg="mod">
          <ac:chgData name="Guest User" userId="" providerId="Windows Live" clId="Web-{7478E638-1DDF-6E80-EED7-5DF3852B8A4D}" dt="2026-08-18T10:52:53.275" v="681" actId="1076"/>
          <ac:spMkLst>
            <pc:docMk/>
            <pc:sldMk cId="3786739178" sldId="300"/>
            <ac:spMk id="45" creationId="{C1E1E442-D5AC-92DA-8CFD-DF17E5610D83}"/>
          </ac:spMkLst>
        </pc:spChg>
        <pc:spChg chg="mod">
          <ac:chgData name="Guest User" userId="" providerId="Windows Live" clId="Web-{7478E638-1DDF-6E80-EED7-5DF3852B8A4D}" dt="2026-08-18T10:48:14.342" v="529" actId="20577"/>
          <ac:spMkLst>
            <pc:docMk/>
            <pc:sldMk cId="3786739178" sldId="300"/>
            <ac:spMk id="47" creationId="{D016E71A-1764-7607-9773-609EC15996A6}"/>
          </ac:spMkLst>
        </pc:spChg>
        <pc:spChg chg="del">
          <ac:chgData name="Guest User" userId="" providerId="Windows Live" clId="Web-{7478E638-1DDF-6E80-EED7-5DF3852B8A4D}" dt="2026-08-18T10:52:09.758" v="610"/>
          <ac:spMkLst>
            <pc:docMk/>
            <pc:sldMk cId="3786739178" sldId="300"/>
            <ac:spMk id="48" creationId="{76DB081F-126D-5C3F-35CD-B1A464FCA855}"/>
          </ac:spMkLst>
        </pc:spChg>
        <pc:spChg chg="del">
          <ac:chgData name="Guest User" userId="" providerId="Windows Live" clId="Web-{7478E638-1DDF-6E80-EED7-5DF3852B8A4D}" dt="2026-08-18T10:52:09.758" v="609"/>
          <ac:spMkLst>
            <pc:docMk/>
            <pc:sldMk cId="3786739178" sldId="300"/>
            <ac:spMk id="49" creationId="{CED1C387-EAD2-4EC0-DD8E-3FB60060A91C}"/>
          </ac:spMkLst>
        </pc:spChg>
        <pc:spChg chg="del">
          <ac:chgData name="Guest User" userId="" providerId="Windows Live" clId="Web-{7478E638-1DDF-6E80-EED7-5DF3852B8A4D}" dt="2026-08-18T10:52:09.758" v="608"/>
          <ac:spMkLst>
            <pc:docMk/>
            <pc:sldMk cId="3786739178" sldId="300"/>
            <ac:spMk id="50" creationId="{32AA8FBE-EDCF-761F-CE7A-3F75FB529D88}"/>
          </ac:spMkLst>
        </pc:spChg>
        <pc:spChg chg="del">
          <ac:chgData name="Guest User" userId="" providerId="Windows Live" clId="Web-{7478E638-1DDF-6E80-EED7-5DF3852B8A4D}" dt="2026-08-18T10:52:09.758" v="607"/>
          <ac:spMkLst>
            <pc:docMk/>
            <pc:sldMk cId="3786739178" sldId="300"/>
            <ac:spMk id="51" creationId="{1AC70E70-B538-5D87-6237-5C50D3F9FAB7}"/>
          </ac:spMkLst>
        </pc:spChg>
        <pc:spChg chg="del">
          <ac:chgData name="Guest User" userId="" providerId="Windows Live" clId="Web-{7478E638-1DDF-6E80-EED7-5DF3852B8A4D}" dt="2026-08-18T10:52:09.758" v="606"/>
          <ac:spMkLst>
            <pc:docMk/>
            <pc:sldMk cId="3786739178" sldId="300"/>
            <ac:spMk id="52" creationId="{8C94E479-DE45-F36E-4B75-384C3CA41666}"/>
          </ac:spMkLst>
        </pc:spChg>
        <pc:spChg chg="del">
          <ac:chgData name="Guest User" userId="" providerId="Windows Live" clId="Web-{7478E638-1DDF-6E80-EED7-5DF3852B8A4D}" dt="2026-08-18T10:52:09.758" v="605"/>
          <ac:spMkLst>
            <pc:docMk/>
            <pc:sldMk cId="3786739178" sldId="300"/>
            <ac:spMk id="53" creationId="{218CDCEC-FAD8-967B-6E7B-B5AF8D7A5A2E}"/>
          </ac:spMkLst>
        </pc:spChg>
        <pc:spChg chg="del">
          <ac:chgData name="Guest User" userId="" providerId="Windows Live" clId="Web-{7478E638-1DDF-6E80-EED7-5DF3852B8A4D}" dt="2026-08-18T10:52:09.758" v="604"/>
          <ac:spMkLst>
            <pc:docMk/>
            <pc:sldMk cId="3786739178" sldId="300"/>
            <ac:spMk id="54" creationId="{05CB3C60-5DE3-49F0-4ADA-803F1884E870}"/>
          </ac:spMkLst>
        </pc:spChg>
        <pc:spChg chg="add mod ord">
          <ac:chgData name="Guest User" userId="" providerId="Windows Live" clId="Web-{7478E638-1DDF-6E80-EED7-5DF3852B8A4D}" dt="2026-08-18T10:54:25.497" v="717" actId="14100"/>
          <ac:spMkLst>
            <pc:docMk/>
            <pc:sldMk cId="3786739178" sldId="300"/>
            <ac:spMk id="60" creationId="{855069AA-861D-7D55-471A-151826CAE69F}"/>
          </ac:spMkLst>
        </pc:spChg>
        <pc:spChg chg="add mod">
          <ac:chgData name="Guest User" userId="" providerId="Windows Live" clId="Web-{7478E638-1DDF-6E80-EED7-5DF3852B8A4D}" dt="2026-08-18T10:52:53.306" v="683" actId="1076"/>
          <ac:spMkLst>
            <pc:docMk/>
            <pc:sldMk cId="3786739178" sldId="300"/>
            <ac:spMk id="61" creationId="{F5139AC9-24A6-0B35-276C-B6C7A691C9ED}"/>
          </ac:spMkLst>
        </pc:spChg>
        <pc:spChg chg="mod">
          <ac:chgData name="Guest User" userId="" providerId="Windows Live" clId="Web-{7478E638-1DDF-6E80-EED7-5DF3852B8A4D}" dt="2026-08-18T10:51:33.678" v="592" actId="1076"/>
          <ac:spMkLst>
            <pc:docMk/>
            <pc:sldMk cId="3786739178" sldId="300"/>
            <ac:spMk id="66" creationId="{475F4F83-9A5C-3B33-C53B-AD5B99357784}"/>
          </ac:spMkLst>
        </pc:spChg>
        <pc:spChg chg="mod">
          <ac:chgData name="Guest User" userId="" providerId="Windows Live" clId="Web-{7478E638-1DDF-6E80-EED7-5DF3852B8A4D}" dt="2026-08-18T10:52:02.648" v="603" actId="20577"/>
          <ac:spMkLst>
            <pc:docMk/>
            <pc:sldMk cId="3786739178" sldId="300"/>
            <ac:spMk id="67" creationId="{AB62C2A6-FDA1-A5D0-B8E9-E6AFAF7D0C34}"/>
          </ac:spMkLst>
        </pc:spChg>
        <pc:spChg chg="add mod">
          <ac:chgData name="Guest User" userId="" providerId="Windows Live" clId="Web-{7478E638-1DDF-6E80-EED7-5DF3852B8A4D}" dt="2026-08-18T10:52:53.338" v="685" actId="1076"/>
          <ac:spMkLst>
            <pc:docMk/>
            <pc:sldMk cId="3786739178" sldId="300"/>
            <ac:spMk id="68" creationId="{1EA5C130-DE16-D0EE-C0C0-6141E42FF9C7}"/>
          </ac:spMkLst>
        </pc:spChg>
        <pc:spChg chg="add del">
          <ac:chgData name="Guest User" userId="" providerId="Windows Live" clId="Web-{7478E638-1DDF-6E80-EED7-5DF3852B8A4D}" dt="2026-08-18T10:52:17.789" v="636"/>
          <ac:spMkLst>
            <pc:docMk/>
            <pc:sldMk cId="3786739178" sldId="300"/>
            <ac:spMk id="69" creationId="{F0C08B56-7A0B-9369-C904-ADF30164ECE4}"/>
          </ac:spMkLst>
        </pc:spChg>
        <pc:spChg chg="add del">
          <ac:chgData name="Guest User" userId="" providerId="Windows Live" clId="Web-{7478E638-1DDF-6E80-EED7-5DF3852B8A4D}" dt="2026-08-18T10:52:17.789" v="635"/>
          <ac:spMkLst>
            <pc:docMk/>
            <pc:sldMk cId="3786739178" sldId="300"/>
            <ac:spMk id="70" creationId="{E84E674F-2452-F123-1541-63BC51396BD2}"/>
          </ac:spMkLst>
        </pc:spChg>
        <pc:spChg chg="add del">
          <ac:chgData name="Guest User" userId="" providerId="Windows Live" clId="Web-{7478E638-1DDF-6E80-EED7-5DF3852B8A4D}" dt="2026-08-18T10:52:17.789" v="634"/>
          <ac:spMkLst>
            <pc:docMk/>
            <pc:sldMk cId="3786739178" sldId="300"/>
            <ac:spMk id="71" creationId="{F02E2A10-020D-F141-5ACD-593B485B489F}"/>
          </ac:spMkLst>
        </pc:spChg>
        <pc:spChg chg="add del">
          <ac:chgData name="Guest User" userId="" providerId="Windows Live" clId="Web-{7478E638-1DDF-6E80-EED7-5DF3852B8A4D}" dt="2026-08-18T10:52:17.789" v="632"/>
          <ac:spMkLst>
            <pc:docMk/>
            <pc:sldMk cId="3786739178" sldId="300"/>
            <ac:spMk id="75" creationId="{6CBC50E6-F385-D115-9E95-E41E8B7B8001}"/>
          </ac:spMkLst>
        </pc:spChg>
        <pc:spChg chg="add del">
          <ac:chgData name="Guest User" userId="" providerId="Windows Live" clId="Web-{7478E638-1DDF-6E80-EED7-5DF3852B8A4D}" dt="2026-08-18T10:52:17.789" v="630"/>
          <ac:spMkLst>
            <pc:docMk/>
            <pc:sldMk cId="3786739178" sldId="300"/>
            <ac:spMk id="79" creationId="{DE1AD8C8-5575-9B16-04D8-43DA2CECC9AF}"/>
          </ac:spMkLst>
        </pc:spChg>
        <pc:spChg chg="add del">
          <ac:chgData name="Guest User" userId="" providerId="Windows Live" clId="Web-{7478E638-1DDF-6E80-EED7-5DF3852B8A4D}" dt="2026-08-18T10:52:17.789" v="628"/>
          <ac:spMkLst>
            <pc:docMk/>
            <pc:sldMk cId="3786739178" sldId="300"/>
            <ac:spMk id="83" creationId="{FDECE98E-9B61-B6DE-61A1-926AEB43A6FE}"/>
          </ac:spMkLst>
        </pc:spChg>
        <pc:spChg chg="add del">
          <ac:chgData name="Guest User" userId="" providerId="Windows Live" clId="Web-{7478E638-1DDF-6E80-EED7-5DF3852B8A4D}" dt="2026-08-18T10:52:17.789" v="626"/>
          <ac:spMkLst>
            <pc:docMk/>
            <pc:sldMk cId="3786739178" sldId="300"/>
            <ac:spMk id="87" creationId="{A5FB5BCC-DDDA-B2F0-9610-B86FD941AD86}"/>
          </ac:spMkLst>
        </pc:spChg>
        <pc:spChg chg="add del">
          <ac:chgData name="Guest User" userId="" providerId="Windows Live" clId="Web-{7478E638-1DDF-6E80-EED7-5DF3852B8A4D}" dt="2026-08-18T10:52:17.789" v="624"/>
          <ac:spMkLst>
            <pc:docMk/>
            <pc:sldMk cId="3786739178" sldId="300"/>
            <ac:spMk id="91" creationId="{DA8815AD-8C42-B9CB-0F01-BD49F9B2D231}"/>
          </ac:spMkLst>
        </pc:spChg>
        <pc:spChg chg="add mod">
          <ac:chgData name="Guest User" userId="" providerId="Windows Live" clId="Web-{7478E638-1DDF-6E80-EED7-5DF3852B8A4D}" dt="2026-08-18T10:54:15.231" v="715" actId="14100"/>
          <ac:spMkLst>
            <pc:docMk/>
            <pc:sldMk cId="3786739178" sldId="300"/>
            <ac:spMk id="92" creationId="{F1D00573-FE67-FDE5-E961-5EEA043D9692}"/>
          </ac:spMkLst>
        </pc:spChg>
        <pc:spChg chg="add mod">
          <ac:chgData name="Guest User" userId="" providerId="Windows Live" clId="Web-{7478E638-1DDF-6E80-EED7-5DF3852B8A4D}" dt="2026-08-18T11:23:48.314" v="766" actId="20577"/>
          <ac:spMkLst>
            <pc:docMk/>
            <pc:sldMk cId="3786739178" sldId="300"/>
            <ac:spMk id="93" creationId="{9B7002D6-688E-481B-9266-BB5824DF1CA1}"/>
          </ac:spMkLst>
        </pc:spChg>
        <pc:spChg chg="add mod">
          <ac:chgData name="Guest User" userId="" providerId="Windows Live" clId="Web-{7478E638-1DDF-6E80-EED7-5DF3852B8A4D}" dt="2026-08-18T10:52:53.385" v="688" actId="1076"/>
          <ac:spMkLst>
            <pc:docMk/>
            <pc:sldMk cId="3786739178" sldId="300"/>
            <ac:spMk id="97" creationId="{12718C60-BACB-3790-1C09-2D9525A92EDE}"/>
          </ac:spMkLst>
        </pc:spChg>
        <pc:spChg chg="add mod">
          <ac:chgData name="Guest User" userId="" providerId="Windows Live" clId="Web-{7478E638-1DDF-6E80-EED7-5DF3852B8A4D}" dt="2026-08-18T10:52:53.416" v="690" actId="1076"/>
          <ac:spMkLst>
            <pc:docMk/>
            <pc:sldMk cId="3786739178" sldId="300"/>
            <ac:spMk id="101" creationId="{339BB63B-693D-0C5B-1AB4-34948F17ECDC}"/>
          </ac:spMkLst>
        </pc:spChg>
        <pc:spChg chg="mod">
          <ac:chgData name="Guest User" userId="" providerId="Windows Live" clId="Web-{7478E638-1DDF-6E80-EED7-5DF3852B8A4D}" dt="2026-08-18T10:53:55.152" v="712" actId="1076"/>
          <ac:spMkLst>
            <pc:docMk/>
            <pc:sldMk cId="3786739178" sldId="300"/>
            <ac:spMk id="103" creationId="{F834BB52-B7EF-609E-39A5-D90C5FCACB37}"/>
          </ac:spMkLst>
        </pc:spChg>
        <pc:spChg chg="add mod">
          <ac:chgData name="Guest User" userId="" providerId="Windows Live" clId="Web-{7478E638-1DDF-6E80-EED7-5DF3852B8A4D}" dt="2026-08-18T10:53:36.949" v="705" actId="1076"/>
          <ac:spMkLst>
            <pc:docMk/>
            <pc:sldMk cId="3786739178" sldId="300"/>
            <ac:spMk id="105" creationId="{C2217010-76ED-0DE6-1413-96F1D9283A58}"/>
          </ac:spMkLst>
        </pc:spChg>
        <pc:spChg chg="add mod">
          <ac:chgData name="Guest User" userId="" providerId="Windows Live" clId="Web-{7478E638-1DDF-6E80-EED7-5DF3852B8A4D}" dt="2026-08-18T10:54:20.981" v="716" actId="1076"/>
          <ac:spMkLst>
            <pc:docMk/>
            <pc:sldMk cId="3786739178" sldId="300"/>
            <ac:spMk id="109" creationId="{C0D0CE40-F0FD-5FF6-918C-44C3388457F9}"/>
          </ac:spMkLst>
        </pc:spChg>
        <pc:spChg chg="add mod">
          <ac:chgData name="Guest User" userId="" providerId="Windows Live" clId="Web-{7478E638-1DDF-6E80-EED7-5DF3852B8A4D}" dt="2026-08-18T10:52:53.525" v="696" actId="1076"/>
          <ac:spMkLst>
            <pc:docMk/>
            <pc:sldMk cId="3786739178" sldId="300"/>
            <ac:spMk id="113" creationId="{EAD3B74F-7E15-4036-DAD5-7DEE411C26D2}"/>
          </ac:spMkLst>
        </pc:spChg>
        <pc:grpChg chg="add mod">
          <ac:chgData name="Guest User" userId="" providerId="Windows Live" clId="Web-{7478E638-1DDF-6E80-EED7-5DF3852B8A4D}" dt="2026-08-18T10:52:53.181" v="676" actId="1076"/>
          <ac:grpSpMkLst>
            <pc:docMk/>
            <pc:sldMk cId="3786739178" sldId="300"/>
            <ac:grpSpMk id="56" creationId="{15EDBE88-64A7-DAC5-8A08-4AE48285A6C6}"/>
          </ac:grpSpMkLst>
        </pc:grpChg>
        <pc:grpChg chg="add mod">
          <ac:chgData name="Guest User" userId="" providerId="Windows Live" clId="Web-{7478E638-1DDF-6E80-EED7-5DF3852B8A4D}" dt="2026-08-18T10:52:53.228" v="678" actId="1076"/>
          <ac:grpSpMkLst>
            <pc:docMk/>
            <pc:sldMk cId="3786739178" sldId="300"/>
            <ac:grpSpMk id="57" creationId="{875ECBAC-369A-25A4-6660-CC913952ECA1}"/>
          </ac:grpSpMkLst>
        </pc:grpChg>
        <pc:grpChg chg="add del mod">
          <ac:chgData name="Guest User" userId="" providerId="Windows Live" clId="Web-{7478E638-1DDF-6E80-EED7-5DF3852B8A4D}" dt="2026-08-18T10:52:53.260" v="680" actId="1076"/>
          <ac:grpSpMkLst>
            <pc:docMk/>
            <pc:sldMk cId="3786739178" sldId="300"/>
            <ac:grpSpMk id="58" creationId="{466B3740-833E-DAB7-91B2-182B22078982}"/>
          </ac:grpSpMkLst>
        </pc:grpChg>
        <pc:grpChg chg="add mod">
          <ac:chgData name="Guest User" userId="" providerId="Windows Live" clId="Web-{7478E638-1DDF-6E80-EED7-5DF3852B8A4D}" dt="2026-08-18T10:52:53.291" v="682" actId="1076"/>
          <ac:grpSpMkLst>
            <pc:docMk/>
            <pc:sldMk cId="3786739178" sldId="300"/>
            <ac:grpSpMk id="59" creationId="{7B67E0FB-CE14-3C1E-3F3E-1AF9C05B6C93}"/>
          </ac:grpSpMkLst>
        </pc:grpChg>
        <pc:grpChg chg="add del">
          <ac:chgData name="Guest User" userId="" providerId="Windows Live" clId="Web-{7478E638-1DDF-6E80-EED7-5DF3852B8A4D}" dt="2026-08-18T10:50:30.722" v="579"/>
          <ac:grpSpMkLst>
            <pc:docMk/>
            <pc:sldMk cId="3786739178" sldId="300"/>
            <ac:grpSpMk id="62" creationId="{48A6D671-C6FC-4617-57AE-75E0B9547E65}"/>
          </ac:grpSpMkLst>
        </pc:grpChg>
        <pc:grpChg chg="add mod">
          <ac:chgData name="Guest User" userId="" providerId="Windows Live" clId="Web-{7478E638-1DDF-6E80-EED7-5DF3852B8A4D}" dt="2026-08-18T10:52:53.322" v="684" actId="1076"/>
          <ac:grpSpMkLst>
            <pc:docMk/>
            <pc:sldMk cId="3786739178" sldId="300"/>
            <ac:grpSpMk id="65" creationId="{59E771FA-5471-5A36-432C-FCDDE2FEC114}"/>
          </ac:grpSpMkLst>
        </pc:grpChg>
        <pc:grpChg chg="add del">
          <ac:chgData name="Guest User" userId="" providerId="Windows Live" clId="Web-{7478E638-1DDF-6E80-EED7-5DF3852B8A4D}" dt="2026-08-18T10:52:17.789" v="633"/>
          <ac:grpSpMkLst>
            <pc:docMk/>
            <pc:sldMk cId="3786739178" sldId="300"/>
            <ac:grpSpMk id="72" creationId="{296F28D5-2C62-A1C1-3466-64C4F6E5C578}"/>
          </ac:grpSpMkLst>
        </pc:grpChg>
        <pc:grpChg chg="add del">
          <ac:chgData name="Guest User" userId="" providerId="Windows Live" clId="Web-{7478E638-1DDF-6E80-EED7-5DF3852B8A4D}" dt="2026-08-18T10:52:17.789" v="631"/>
          <ac:grpSpMkLst>
            <pc:docMk/>
            <pc:sldMk cId="3786739178" sldId="300"/>
            <ac:grpSpMk id="76" creationId="{61672309-39A2-4304-5745-E2219E4FB97F}"/>
          </ac:grpSpMkLst>
        </pc:grpChg>
        <pc:grpChg chg="add del">
          <ac:chgData name="Guest User" userId="" providerId="Windows Live" clId="Web-{7478E638-1DDF-6E80-EED7-5DF3852B8A4D}" dt="2026-08-18T10:52:17.789" v="629"/>
          <ac:grpSpMkLst>
            <pc:docMk/>
            <pc:sldMk cId="3786739178" sldId="300"/>
            <ac:grpSpMk id="80" creationId="{7C5EC79F-2ED2-7C51-3F2D-BA483876B472}"/>
          </ac:grpSpMkLst>
        </pc:grpChg>
        <pc:grpChg chg="add del">
          <ac:chgData name="Guest User" userId="" providerId="Windows Live" clId="Web-{7478E638-1DDF-6E80-EED7-5DF3852B8A4D}" dt="2026-08-18T10:52:17.789" v="627"/>
          <ac:grpSpMkLst>
            <pc:docMk/>
            <pc:sldMk cId="3786739178" sldId="300"/>
            <ac:grpSpMk id="84" creationId="{7C5F005D-F59F-88AB-A55E-F57FE116F606}"/>
          </ac:grpSpMkLst>
        </pc:grpChg>
        <pc:grpChg chg="add del">
          <ac:chgData name="Guest User" userId="" providerId="Windows Live" clId="Web-{7478E638-1DDF-6E80-EED7-5DF3852B8A4D}" dt="2026-08-18T10:52:17.789" v="625"/>
          <ac:grpSpMkLst>
            <pc:docMk/>
            <pc:sldMk cId="3786739178" sldId="300"/>
            <ac:grpSpMk id="88" creationId="{DEE66A98-2ED6-DEE3-A1CE-C5D10419303E}"/>
          </ac:grpSpMkLst>
        </pc:grpChg>
        <pc:grpChg chg="add mod">
          <ac:chgData name="Guest User" userId="" providerId="Windows Live" clId="Web-{7478E638-1DDF-6E80-EED7-5DF3852B8A4D}" dt="2026-08-18T10:52:53.369" v="687" actId="1076"/>
          <ac:grpSpMkLst>
            <pc:docMk/>
            <pc:sldMk cId="3786739178" sldId="300"/>
            <ac:grpSpMk id="94" creationId="{1FB6CCD0-3AD6-1CE5-5186-694556CCD5C8}"/>
          </ac:grpSpMkLst>
        </pc:grpChg>
        <pc:grpChg chg="add mod">
          <ac:chgData name="Guest User" userId="" providerId="Windows Live" clId="Web-{7478E638-1DDF-6E80-EED7-5DF3852B8A4D}" dt="2026-08-18T10:52:53.400" v="689" actId="1076"/>
          <ac:grpSpMkLst>
            <pc:docMk/>
            <pc:sldMk cId="3786739178" sldId="300"/>
            <ac:grpSpMk id="98" creationId="{4CE4ED72-303B-7173-84EF-F766210CD7AD}"/>
          </ac:grpSpMkLst>
        </pc:grpChg>
        <pc:grpChg chg="add mod">
          <ac:chgData name="Guest User" userId="" providerId="Windows Live" clId="Web-{7478E638-1DDF-6E80-EED7-5DF3852B8A4D}" dt="2026-08-18T10:54:01.590" v="713" actId="1076"/>
          <ac:grpSpMkLst>
            <pc:docMk/>
            <pc:sldMk cId="3786739178" sldId="300"/>
            <ac:grpSpMk id="102" creationId="{CE352E6D-40AD-7C9E-ECCB-B50CFC3E36D1}"/>
          </ac:grpSpMkLst>
        </pc:grpChg>
        <pc:grpChg chg="add mod">
          <ac:chgData name="Guest User" userId="" providerId="Windows Live" clId="Web-{7478E638-1DDF-6E80-EED7-5DF3852B8A4D}" dt="2026-08-18T10:53:23.917" v="703" actId="1076"/>
          <ac:grpSpMkLst>
            <pc:docMk/>
            <pc:sldMk cId="3786739178" sldId="300"/>
            <ac:grpSpMk id="106" creationId="{C295160A-DB7A-4205-07A7-931796B1F210}"/>
          </ac:grpSpMkLst>
        </pc:grpChg>
        <pc:grpChg chg="add mod">
          <ac:chgData name="Guest User" userId="" providerId="Windows Live" clId="Web-{7478E638-1DDF-6E80-EED7-5DF3852B8A4D}" dt="2026-08-18T10:52:53.510" v="695" actId="1076"/>
          <ac:grpSpMkLst>
            <pc:docMk/>
            <pc:sldMk cId="3786739178" sldId="300"/>
            <ac:grpSpMk id="110" creationId="{ACFD5547-C722-6BA1-35A0-56FE9452F0E9}"/>
          </ac:grpSpMkLst>
        </pc:grpChg>
      </pc:sldChg>
      <pc:sldChg chg="addSp delSp modSp add ord replId">
        <pc:chgData name="Guest User" userId="" providerId="Windows Live" clId="Web-{7478E638-1DDF-6E80-EED7-5DF3852B8A4D}" dt="2026-08-18T11:45:23.888" v="1014" actId="20577"/>
        <pc:sldMkLst>
          <pc:docMk/>
          <pc:sldMk cId="728778457" sldId="301"/>
        </pc:sldMkLst>
        <pc:spChg chg="mod">
          <ac:chgData name="Guest User" userId="" providerId="Windows Live" clId="Web-{7478E638-1DDF-6E80-EED7-5DF3852B8A4D}" dt="2026-08-18T11:27:32.683" v="777" actId="20577"/>
          <ac:spMkLst>
            <pc:docMk/>
            <pc:sldMk cId="728778457" sldId="301"/>
            <ac:spMk id="4" creationId="{22400C38-961D-C229-F15C-87B13A630911}"/>
          </ac:spMkLst>
        </pc:spChg>
        <pc:spChg chg="mod">
          <ac:chgData name="Guest User" userId="" providerId="Windows Live" clId="Web-{7478E638-1DDF-6E80-EED7-5DF3852B8A4D}" dt="2026-08-18T11:29:08.264" v="794" actId="20577"/>
          <ac:spMkLst>
            <pc:docMk/>
            <pc:sldMk cId="728778457" sldId="301"/>
            <ac:spMk id="13" creationId="{38E258FE-85E6-5402-22E0-DFA749E2D259}"/>
          </ac:spMkLst>
        </pc:spChg>
        <pc:spChg chg="mod">
          <ac:chgData name="Guest User" userId="" providerId="Windows Live" clId="Web-{7478E638-1DDF-6E80-EED7-5DF3852B8A4D}" dt="2026-08-18T11:29:29.874" v="808" actId="14100"/>
          <ac:spMkLst>
            <pc:docMk/>
            <pc:sldMk cId="728778457" sldId="301"/>
            <ac:spMk id="14" creationId="{69D488EE-0BCE-3344-5BB1-48777B2D4333}"/>
          </ac:spMkLst>
        </pc:spChg>
        <pc:spChg chg="del">
          <ac:chgData name="Guest User" userId="" providerId="Windows Live" clId="Web-{7478E638-1DDF-6E80-EED7-5DF3852B8A4D}" dt="2026-08-18T11:27:56.653" v="778"/>
          <ac:spMkLst>
            <pc:docMk/>
            <pc:sldMk cId="728778457" sldId="301"/>
            <ac:spMk id="15" creationId="{993BD8E9-3922-DB56-51F0-7041E7367739}"/>
          </ac:spMkLst>
        </pc:spChg>
        <pc:spChg chg="mod">
          <ac:chgData name="Guest User" userId="" providerId="Windows Live" clId="Web-{7478E638-1DDF-6E80-EED7-5DF3852B8A4D}" dt="2026-08-18T11:29:55.563" v="817" actId="20577"/>
          <ac:spMkLst>
            <pc:docMk/>
            <pc:sldMk cId="728778457" sldId="301"/>
            <ac:spMk id="17" creationId="{A8BC3325-C0AE-3083-3F0B-FE1C2D8DCE77}"/>
          </ac:spMkLst>
        </pc:spChg>
        <pc:spChg chg="mod">
          <ac:chgData name="Guest User" userId="" providerId="Windows Live" clId="Web-{7478E638-1DDF-6E80-EED7-5DF3852B8A4D}" dt="2026-08-18T11:35:27.993" v="876" actId="20577"/>
          <ac:spMkLst>
            <pc:docMk/>
            <pc:sldMk cId="728778457" sldId="301"/>
            <ac:spMk id="18" creationId="{6CFA25FF-165D-C809-975D-85D45A9526A8}"/>
          </ac:spMkLst>
        </pc:spChg>
        <pc:spChg chg="del">
          <ac:chgData name="Guest User" userId="" providerId="Windows Live" clId="Web-{7478E638-1DDF-6E80-EED7-5DF3852B8A4D}" dt="2026-08-18T11:27:58.403" v="779"/>
          <ac:spMkLst>
            <pc:docMk/>
            <pc:sldMk cId="728778457" sldId="301"/>
            <ac:spMk id="19" creationId="{16A7FB49-BE7E-76B1-8F17-9AE753B32555}"/>
          </ac:spMkLst>
        </pc:spChg>
        <pc:spChg chg="mod">
          <ac:chgData name="Guest User" userId="" providerId="Windows Live" clId="Web-{7478E638-1DDF-6E80-EED7-5DF3852B8A4D}" dt="2026-08-18T11:35:15.430" v="873" actId="1076"/>
          <ac:spMkLst>
            <pc:docMk/>
            <pc:sldMk cId="728778457" sldId="301"/>
            <ac:spMk id="21" creationId="{9E4A245E-E581-8057-CA50-048458336BDC}"/>
          </ac:spMkLst>
        </pc:spChg>
        <pc:spChg chg="mod">
          <ac:chgData name="Guest User" userId="" providerId="Windows Live" clId="Web-{7478E638-1DDF-6E80-EED7-5DF3852B8A4D}" dt="2026-08-18T11:35:11.071" v="871" actId="1076"/>
          <ac:spMkLst>
            <pc:docMk/>
            <pc:sldMk cId="728778457" sldId="301"/>
            <ac:spMk id="22" creationId="{A41E4C9E-EC21-F17B-E649-8BF6A8A46746}"/>
          </ac:spMkLst>
        </pc:spChg>
        <pc:spChg chg="del">
          <ac:chgData name="Guest User" userId="" providerId="Windows Live" clId="Web-{7478E638-1DDF-6E80-EED7-5DF3852B8A4D}" dt="2026-08-18T11:27:59.653" v="780"/>
          <ac:spMkLst>
            <pc:docMk/>
            <pc:sldMk cId="728778457" sldId="301"/>
            <ac:spMk id="23" creationId="{BE4A4710-7145-35DA-657B-9E8B11A14139}"/>
          </ac:spMkLst>
        </pc:spChg>
        <pc:spChg chg="mod">
          <ac:chgData name="Guest User" userId="" providerId="Windows Live" clId="Web-{7478E638-1DDF-6E80-EED7-5DF3852B8A4D}" dt="2026-08-18T11:30:09.313" v="831" actId="20577"/>
          <ac:spMkLst>
            <pc:docMk/>
            <pc:sldMk cId="728778457" sldId="301"/>
            <ac:spMk id="25" creationId="{D88B4233-2EDE-7247-D227-4D36E1A495F1}"/>
          </ac:spMkLst>
        </pc:spChg>
        <pc:spChg chg="mod">
          <ac:chgData name="Guest User" userId="" providerId="Windows Live" clId="Web-{7478E638-1DDF-6E80-EED7-5DF3852B8A4D}" dt="2026-08-18T11:34:20.851" v="863" actId="20577"/>
          <ac:spMkLst>
            <pc:docMk/>
            <pc:sldMk cId="728778457" sldId="301"/>
            <ac:spMk id="26" creationId="{DFAE0CC2-1877-3982-AF4D-0BEB51147F2E}"/>
          </ac:spMkLst>
        </pc:spChg>
        <pc:spChg chg="del">
          <ac:chgData name="Guest User" userId="" providerId="Windows Live" clId="Web-{7478E638-1DDF-6E80-EED7-5DF3852B8A4D}" dt="2026-08-18T11:28:00.950" v="781"/>
          <ac:spMkLst>
            <pc:docMk/>
            <pc:sldMk cId="728778457" sldId="301"/>
            <ac:spMk id="27" creationId="{C8118886-2965-858E-E9EC-4AF432F629AC}"/>
          </ac:spMkLst>
        </pc:spChg>
        <pc:spChg chg="mod">
          <ac:chgData name="Guest User" userId="" providerId="Windows Live" clId="Web-{7478E638-1DDF-6E80-EED7-5DF3852B8A4D}" dt="2026-08-18T11:30:20.485" v="846" actId="20577"/>
          <ac:spMkLst>
            <pc:docMk/>
            <pc:sldMk cId="728778457" sldId="301"/>
            <ac:spMk id="29" creationId="{DB17E507-7D9E-65CE-0F43-66755089FDDB}"/>
          </ac:spMkLst>
        </pc:spChg>
        <pc:spChg chg="mod">
          <ac:chgData name="Guest User" userId="" providerId="Windows Live" clId="Web-{7478E638-1DDF-6E80-EED7-5DF3852B8A4D}" dt="2026-08-18T11:36:07.884" v="881" actId="20577"/>
          <ac:spMkLst>
            <pc:docMk/>
            <pc:sldMk cId="728778457" sldId="301"/>
            <ac:spMk id="30" creationId="{327AE118-B91E-29BE-E542-EBC93913247D}"/>
          </ac:spMkLst>
        </pc:spChg>
        <pc:spChg chg="del">
          <ac:chgData name="Guest User" userId="" providerId="Windows Live" clId="Web-{7478E638-1DDF-6E80-EED7-5DF3852B8A4D}" dt="2026-08-18T11:28:05.372" v="782"/>
          <ac:spMkLst>
            <pc:docMk/>
            <pc:sldMk cId="728778457" sldId="301"/>
            <ac:spMk id="31" creationId="{4AAE5A2E-5BBE-451C-9927-C9E91913C1B9}"/>
          </ac:spMkLst>
        </pc:spChg>
        <pc:spChg chg="mod">
          <ac:chgData name="Guest User" userId="" providerId="Windows Live" clId="Web-{7478E638-1DDF-6E80-EED7-5DF3852B8A4D}" dt="2026-08-18T11:30:35.439" v="849" actId="20577"/>
          <ac:spMkLst>
            <pc:docMk/>
            <pc:sldMk cId="728778457" sldId="301"/>
            <ac:spMk id="33" creationId="{C5BB4B47-89F4-44DE-CD87-64938A163373}"/>
          </ac:spMkLst>
        </pc:spChg>
        <pc:spChg chg="del">
          <ac:chgData name="Guest User" userId="" providerId="Windows Live" clId="Web-{7478E638-1DDF-6E80-EED7-5DF3852B8A4D}" dt="2026-08-18T11:30:36.861" v="850"/>
          <ac:spMkLst>
            <pc:docMk/>
            <pc:sldMk cId="728778457" sldId="301"/>
            <ac:spMk id="34" creationId="{2F474F47-CBB1-FC2C-6C19-091200D2A6AD}"/>
          </ac:spMkLst>
        </pc:spChg>
        <pc:spChg chg="del">
          <ac:chgData name="Guest User" userId="" providerId="Windows Live" clId="Web-{7478E638-1DDF-6E80-EED7-5DF3852B8A4D}" dt="2026-08-18T11:37:32.761" v="887"/>
          <ac:spMkLst>
            <pc:docMk/>
            <pc:sldMk cId="728778457" sldId="301"/>
            <ac:spMk id="35" creationId="{C4047E34-4CF8-6778-6F65-A7293766BC40}"/>
          </ac:spMkLst>
        </pc:spChg>
        <pc:spChg chg="del mod">
          <ac:chgData name="Guest User" userId="" providerId="Windows Live" clId="Web-{7478E638-1DDF-6E80-EED7-5DF3852B8A4D}" dt="2026-08-18T11:41:09.767" v="934"/>
          <ac:spMkLst>
            <pc:docMk/>
            <pc:sldMk cId="728778457" sldId="301"/>
            <ac:spMk id="37" creationId="{7A7B36EF-52DC-E24B-EE61-36854C4E2291}"/>
          </ac:spMkLst>
        </pc:spChg>
        <pc:spChg chg="mod">
          <ac:chgData name="Guest User" userId="" providerId="Windows Live" clId="Web-{7478E638-1DDF-6E80-EED7-5DF3852B8A4D}" dt="2026-08-18T11:41:15.611" v="935" actId="1076"/>
          <ac:spMkLst>
            <pc:docMk/>
            <pc:sldMk cId="728778457" sldId="301"/>
            <ac:spMk id="38" creationId="{BBC7F1CC-5C7F-8352-173B-9DFA0DE42F9F}"/>
          </ac:spMkLst>
        </pc:spChg>
        <pc:spChg chg="mod">
          <ac:chgData name="Guest User" userId="" providerId="Windows Live" clId="Web-{7478E638-1DDF-6E80-EED7-5DF3852B8A4D}" dt="2026-08-18T11:41:15.627" v="936" actId="1076"/>
          <ac:spMkLst>
            <pc:docMk/>
            <pc:sldMk cId="728778457" sldId="301"/>
            <ac:spMk id="39" creationId="{6D4EEE3E-8C54-2CAA-3692-4B22E595F313}"/>
          </ac:spMkLst>
        </pc:spChg>
        <pc:spChg chg="mod">
          <ac:chgData name="Guest User" userId="" providerId="Windows Live" clId="Web-{7478E638-1DDF-6E80-EED7-5DF3852B8A4D}" dt="2026-08-18T11:41:15.642" v="937" actId="1076"/>
          <ac:spMkLst>
            <pc:docMk/>
            <pc:sldMk cId="728778457" sldId="301"/>
            <ac:spMk id="40" creationId="{400E0E27-37BB-DF35-00EB-B7DD747942ED}"/>
          </ac:spMkLst>
        </pc:spChg>
        <pc:spChg chg="mod">
          <ac:chgData name="Guest User" userId="" providerId="Windows Live" clId="Web-{7478E638-1DDF-6E80-EED7-5DF3852B8A4D}" dt="2026-08-18T11:43:24.571" v="960" actId="20577"/>
          <ac:spMkLst>
            <pc:docMk/>
            <pc:sldMk cId="728778457" sldId="301"/>
            <ac:spMk id="41" creationId="{9D1B0F1C-8834-6609-946F-D2BDAA405534}"/>
          </ac:spMkLst>
        </pc:spChg>
        <pc:spChg chg="del">
          <ac:chgData name="Guest User" userId="" providerId="Windows Live" clId="Web-{7478E638-1DDF-6E80-EED7-5DF3852B8A4D}" dt="2026-08-18T11:37:02.979" v="883"/>
          <ac:spMkLst>
            <pc:docMk/>
            <pc:sldMk cId="728778457" sldId="301"/>
            <ac:spMk id="42" creationId="{6A228F72-07D8-E3F9-82CD-670C80307F1F}"/>
          </ac:spMkLst>
        </pc:spChg>
        <pc:spChg chg="del">
          <ac:chgData name="Guest User" userId="" providerId="Windows Live" clId="Web-{7478E638-1DDF-6E80-EED7-5DF3852B8A4D}" dt="2026-08-18T11:37:06.729" v="886"/>
          <ac:spMkLst>
            <pc:docMk/>
            <pc:sldMk cId="728778457" sldId="301"/>
            <ac:spMk id="43" creationId="{1B1BB4CD-D863-A24A-4E89-EC91CB5C0BEB}"/>
          </ac:spMkLst>
        </pc:spChg>
        <pc:spChg chg="del">
          <ac:chgData name="Guest User" userId="" providerId="Windows Live" clId="Web-{7478E638-1DDF-6E80-EED7-5DF3852B8A4D}" dt="2026-08-18T11:37:06.729" v="885"/>
          <ac:spMkLst>
            <pc:docMk/>
            <pc:sldMk cId="728778457" sldId="301"/>
            <ac:spMk id="44" creationId="{77F81235-D339-52B3-3D3C-A68CDB2AA708}"/>
          </ac:spMkLst>
        </pc:spChg>
        <pc:spChg chg="del">
          <ac:chgData name="Guest User" userId="" providerId="Windows Live" clId="Web-{7478E638-1DDF-6E80-EED7-5DF3852B8A4D}" dt="2026-08-18T11:37:06.729" v="884"/>
          <ac:spMkLst>
            <pc:docMk/>
            <pc:sldMk cId="728778457" sldId="301"/>
            <ac:spMk id="45" creationId="{2938FB84-6281-6BC9-BBB3-EE5906B4552C}"/>
          </ac:spMkLst>
        </pc:spChg>
        <pc:spChg chg="add mod">
          <ac:chgData name="Guest User" userId="" providerId="Windows Live" clId="Web-{7478E638-1DDF-6E80-EED7-5DF3852B8A4D}" dt="2026-08-18T11:43:58.728" v="965" actId="1076"/>
          <ac:spMkLst>
            <pc:docMk/>
            <pc:sldMk cId="728778457" sldId="301"/>
            <ac:spMk id="47" creationId="{03803326-5204-7700-AAF5-FDB1EB223422}"/>
          </ac:spMkLst>
        </pc:spChg>
        <pc:spChg chg="add mod">
          <ac:chgData name="Guest User" userId="" providerId="Windows Live" clId="Web-{7478E638-1DDF-6E80-EED7-5DF3852B8A4D}" dt="2026-08-18T11:45:23.888" v="1014" actId="20577"/>
          <ac:spMkLst>
            <pc:docMk/>
            <pc:sldMk cId="728778457" sldId="301"/>
            <ac:spMk id="48" creationId="{A0B77F96-75A5-EDE3-FD4A-4779E672B012}"/>
          </ac:spMkLst>
        </pc:spChg>
        <pc:spChg chg="add mod">
          <ac:chgData name="Guest User" userId="" providerId="Windows Live" clId="Web-{7478E638-1DDF-6E80-EED7-5DF3852B8A4D}" dt="2026-08-18T11:44:33.386" v="977" actId="20577"/>
          <ac:spMkLst>
            <pc:docMk/>
            <pc:sldMk cId="728778457" sldId="301"/>
            <ac:spMk id="49" creationId="{AD53DD34-9ADD-C215-09A2-05E10C431953}"/>
          </ac:spMkLst>
        </pc:spChg>
        <pc:picChg chg="del">
          <ac:chgData name="Guest User" userId="" providerId="Windows Live" clId="Web-{7478E638-1DDF-6E80-EED7-5DF3852B8A4D}" dt="2026-08-18T11:36:57.026" v="882"/>
          <ac:picMkLst>
            <pc:docMk/>
            <pc:sldMk cId="728778457" sldId="301"/>
            <ac:picMk id="36" creationId="{0728C43A-D3BD-E84F-C20A-1ACEC1BA7E74}"/>
          </ac:picMkLst>
        </pc:picChg>
      </pc:sldChg>
    </pc:docChg>
  </pc:docChgLst>
  <pc:docChgLst>
    <pc:chgData name="Guest User" providerId="Windows Live" clId="Web-{E96C3A83-AD02-A0C4-F774-8F7E41F16511}"/>
    <pc:docChg chg="delSld modSld">
      <pc:chgData name="Guest User" userId="" providerId="Windows Live" clId="Web-{E96C3A83-AD02-A0C4-F774-8F7E41F16511}" dt="2026-08-18T16:48:58.906" v="347" actId="1076"/>
      <pc:docMkLst>
        <pc:docMk/>
      </pc:docMkLst>
      <pc:sldChg chg="modSp">
        <pc:chgData name="Guest User" userId="" providerId="Windows Live" clId="Web-{E96C3A83-AD02-A0C4-F774-8F7E41F16511}" dt="2026-08-18T15:54:55.332" v="1" actId="1076"/>
        <pc:sldMkLst>
          <pc:docMk/>
          <pc:sldMk cId="0" sldId="276"/>
        </pc:sldMkLst>
        <pc:spChg chg="mod">
          <ac:chgData name="Guest User" userId="" providerId="Windows Live" clId="Web-{E96C3A83-AD02-A0C4-F774-8F7E41F16511}" dt="2026-08-18T15:54:55.332" v="0" actId="1076"/>
          <ac:spMkLst>
            <pc:docMk/>
            <pc:sldMk cId="0" sldId="276"/>
            <ac:spMk id="7" creationId="{00000000-0000-0000-0000-000000000000}"/>
          </ac:spMkLst>
        </pc:spChg>
        <pc:picChg chg="mod">
          <ac:chgData name="Guest User" userId="" providerId="Windows Live" clId="Web-{E96C3A83-AD02-A0C4-F774-8F7E41F16511}" dt="2026-08-18T15:54:55.332" v="1" actId="1076"/>
          <ac:picMkLst>
            <pc:docMk/>
            <pc:sldMk cId="0" sldId="276"/>
            <ac:picMk id="18" creationId="{10E4E34D-28D9-DA64-D7B4-294E9475A537}"/>
          </ac:picMkLst>
        </pc:picChg>
      </pc:sldChg>
      <pc:sldChg chg="modSp">
        <pc:chgData name="Guest User" userId="" providerId="Windows Live" clId="Web-{E96C3A83-AD02-A0C4-F774-8F7E41F16511}" dt="2026-08-18T16:02:44.832" v="90" actId="20577"/>
        <pc:sldMkLst>
          <pc:docMk/>
          <pc:sldMk cId="0" sldId="277"/>
        </pc:sldMkLst>
        <pc:spChg chg="mod">
          <ac:chgData name="Guest User" userId="" providerId="Windows Live" clId="Web-{E96C3A83-AD02-A0C4-F774-8F7E41F16511}" dt="2026-08-18T16:02:44.832" v="90" actId="20577"/>
          <ac:spMkLst>
            <pc:docMk/>
            <pc:sldMk cId="0" sldId="277"/>
            <ac:spMk id="15" creationId="{00000000-0000-0000-0000-000000000000}"/>
          </ac:spMkLst>
        </pc:spChg>
        <pc:spChg chg="mod">
          <ac:chgData name="Guest User" userId="" providerId="Windows Live" clId="Web-{E96C3A83-AD02-A0C4-F774-8F7E41F16511}" dt="2026-08-18T16:02:41.503" v="89" actId="20577"/>
          <ac:spMkLst>
            <pc:docMk/>
            <pc:sldMk cId="0" sldId="277"/>
            <ac:spMk id="17" creationId="{00000000-0000-0000-0000-000000000000}"/>
          </ac:spMkLst>
        </pc:spChg>
      </pc:sldChg>
      <pc:sldChg chg="addSp delSp modSp">
        <pc:chgData name="Guest User" userId="" providerId="Windows Live" clId="Web-{E96C3A83-AD02-A0C4-F774-8F7E41F16511}" dt="2026-08-18T16:01:30.782" v="87" actId="1076"/>
        <pc:sldMkLst>
          <pc:docMk/>
          <pc:sldMk cId="0" sldId="278"/>
        </pc:sldMkLst>
        <pc:spChg chg="del">
          <ac:chgData name="Guest User" userId="" providerId="Windows Live" clId="Web-{E96C3A83-AD02-A0C4-F774-8F7E41F16511}" dt="2026-08-18T15:55:19.989" v="4"/>
          <ac:spMkLst>
            <pc:docMk/>
            <pc:sldMk cId="0" sldId="278"/>
            <ac:spMk id="5" creationId="{B9E7EC92-5DB5-C5AC-A5D1-EB4C993D8D50}"/>
          </ac:spMkLst>
        </pc:spChg>
        <pc:spChg chg="mod">
          <ac:chgData name="Guest User" userId="" providerId="Windows Live" clId="Web-{E96C3A83-AD02-A0C4-F774-8F7E41F16511}" dt="2026-08-18T15:55:42.443" v="14" actId="1076"/>
          <ac:spMkLst>
            <pc:docMk/>
            <pc:sldMk cId="0" sldId="278"/>
            <ac:spMk id="6" creationId="{0210B6C9-B954-85BB-3855-900A9315E9FD}"/>
          </ac:spMkLst>
        </pc:spChg>
        <pc:spChg chg="del">
          <ac:chgData name="Guest User" userId="" providerId="Windows Live" clId="Web-{E96C3A83-AD02-A0C4-F774-8F7E41F16511}" dt="2026-08-18T15:55:19.989" v="3"/>
          <ac:spMkLst>
            <pc:docMk/>
            <pc:sldMk cId="0" sldId="278"/>
            <ac:spMk id="7" creationId="{FBA8BB43-1431-FA4D-83AD-97E3F7A0E37F}"/>
          </ac:spMkLst>
        </pc:spChg>
        <pc:spChg chg="mod">
          <ac:chgData name="Guest User" userId="" providerId="Windows Live" clId="Web-{E96C3A83-AD02-A0C4-F774-8F7E41F16511}" dt="2026-08-18T15:55:42.458" v="15" actId="1076"/>
          <ac:spMkLst>
            <pc:docMk/>
            <pc:sldMk cId="0" sldId="278"/>
            <ac:spMk id="8" creationId="{5ACE37F7-1573-E268-CAB7-F081BCCA54BB}"/>
          </ac:spMkLst>
        </pc:spChg>
        <pc:spChg chg="del">
          <ac:chgData name="Guest User" userId="" providerId="Windows Live" clId="Web-{E96C3A83-AD02-A0C4-F774-8F7E41F16511}" dt="2026-08-18T15:57:15.633" v="21"/>
          <ac:spMkLst>
            <pc:docMk/>
            <pc:sldMk cId="0" sldId="278"/>
            <ac:spMk id="9" creationId="{987C3F25-5DE1-C36A-9941-BA9F5AC05B10}"/>
          </ac:spMkLst>
        </pc:spChg>
        <pc:spChg chg="add mod">
          <ac:chgData name="Guest User" userId="" providerId="Windows Live" clId="Web-{E96C3A83-AD02-A0C4-F774-8F7E41F16511}" dt="2026-08-18T15:59:40.138" v="66"/>
          <ac:spMkLst>
            <pc:docMk/>
            <pc:sldMk cId="0" sldId="278"/>
            <ac:spMk id="10" creationId="{7D3E7D56-D772-6F04-BD2E-65D49A7282DB}"/>
          </ac:spMkLst>
        </pc:spChg>
        <pc:spChg chg="add mod">
          <ac:chgData name="Guest User" userId="" providerId="Windows Live" clId="Web-{E96C3A83-AD02-A0C4-F774-8F7E41F16511}" dt="2026-08-18T15:58:49.918" v="36" actId="1076"/>
          <ac:spMkLst>
            <pc:docMk/>
            <pc:sldMk cId="0" sldId="278"/>
            <ac:spMk id="11" creationId="{65C598BC-48AF-4F59-83DB-EAF6C68CE5BB}"/>
          </ac:spMkLst>
        </pc:spChg>
        <pc:spChg chg="mod">
          <ac:chgData name="Guest User" userId="" providerId="Windows Live" clId="Web-{E96C3A83-AD02-A0C4-F774-8F7E41F16511}" dt="2026-08-18T15:55:42.427" v="13" actId="1076"/>
          <ac:spMkLst>
            <pc:docMk/>
            <pc:sldMk cId="0" sldId="278"/>
            <ac:spMk id="12" creationId="{00000000-0000-0000-0000-000000000000}"/>
          </ac:spMkLst>
        </pc:spChg>
        <pc:spChg chg="del">
          <ac:chgData name="Guest User" userId="" providerId="Windows Live" clId="Web-{E96C3A83-AD02-A0C4-F774-8F7E41F16511}" dt="2026-08-18T16:00:22.952" v="72"/>
          <ac:spMkLst>
            <pc:docMk/>
            <pc:sldMk cId="0" sldId="278"/>
            <ac:spMk id="14" creationId="{00000000-0000-0000-0000-000000000000}"/>
          </ac:spMkLst>
        </pc:spChg>
        <pc:spChg chg="add del mod ord">
          <ac:chgData name="Guest User" userId="" providerId="Windows Live" clId="Web-{E96C3A83-AD02-A0C4-F774-8F7E41F16511}" dt="2026-08-18T16:01:13.594" v="83"/>
          <ac:spMkLst>
            <pc:docMk/>
            <pc:sldMk cId="0" sldId="278"/>
            <ac:spMk id="15" creationId="{2F2341BD-BA5C-7DA6-1678-C514426BFBEF}"/>
          </ac:spMkLst>
        </pc:spChg>
        <pc:spChg chg="del">
          <ac:chgData name="Guest User" userId="" providerId="Windows Live" clId="Web-{E96C3A83-AD02-A0C4-F774-8F7E41F16511}" dt="2026-08-18T16:00:23.936" v="73"/>
          <ac:spMkLst>
            <pc:docMk/>
            <pc:sldMk cId="0" sldId="278"/>
            <ac:spMk id="16" creationId="{00000000-0000-0000-0000-000000000000}"/>
          </ac:spMkLst>
        </pc:spChg>
        <pc:spChg chg="add ord">
          <ac:chgData name="Guest User" userId="" providerId="Windows Live" clId="Web-{E96C3A83-AD02-A0C4-F774-8F7E41F16511}" dt="2026-08-18T16:01:26.845" v="86"/>
          <ac:spMkLst>
            <pc:docMk/>
            <pc:sldMk cId="0" sldId="278"/>
            <ac:spMk id="18" creationId="{B674B393-3717-CC47-3E7E-1FB20ED9699D}"/>
          </ac:spMkLst>
        </pc:spChg>
        <pc:spChg chg="del">
          <ac:chgData name="Guest User" userId="" providerId="Windows Live" clId="Web-{E96C3A83-AD02-A0C4-F774-8F7E41F16511}" dt="2026-08-18T15:57:16.899" v="22"/>
          <ac:spMkLst>
            <pc:docMk/>
            <pc:sldMk cId="0" sldId="278"/>
            <ac:spMk id="28" creationId="{FE43769D-8965-3D7B-562D-5D2E765000A4}"/>
          </ac:spMkLst>
        </pc:spChg>
        <pc:spChg chg="mod">
          <ac:chgData name="Guest User" userId="" providerId="Windows Live" clId="Web-{E96C3A83-AD02-A0C4-F774-8F7E41F16511}" dt="2026-08-18T15:55:42.474" v="16" actId="1076"/>
          <ac:spMkLst>
            <pc:docMk/>
            <pc:sldMk cId="0" sldId="278"/>
            <ac:spMk id="30" creationId="{FF8F2715-A28B-0AAE-9A7F-F8761E9DF14B}"/>
          </ac:spMkLst>
        </pc:spChg>
        <pc:spChg chg="mod">
          <ac:chgData name="Guest User" userId="" providerId="Windows Live" clId="Web-{E96C3A83-AD02-A0C4-F774-8F7E41F16511}" dt="2026-08-18T15:58:30.261" v="30" actId="1076"/>
          <ac:spMkLst>
            <pc:docMk/>
            <pc:sldMk cId="0" sldId="278"/>
            <ac:spMk id="32" creationId="{43CBACC5-3B1C-764D-BD72-1E244B70C875}"/>
          </ac:spMkLst>
        </pc:spChg>
        <pc:spChg chg="mod">
          <ac:chgData name="Guest User" userId="" providerId="Windows Live" clId="Web-{E96C3A83-AD02-A0C4-F774-8F7E41F16511}" dt="2026-08-18T15:55:42.505" v="18" actId="1076"/>
          <ac:spMkLst>
            <pc:docMk/>
            <pc:sldMk cId="0" sldId="278"/>
            <ac:spMk id="34" creationId="{684BC4AF-774A-B7D7-B46D-A3E7990334CA}"/>
          </ac:spMkLst>
        </pc:spChg>
        <pc:spChg chg="mod">
          <ac:chgData name="Guest User" userId="" providerId="Windows Live" clId="Web-{E96C3A83-AD02-A0C4-F774-8F7E41F16511}" dt="2026-08-18T15:55:42.505" v="19" actId="1076"/>
          <ac:spMkLst>
            <pc:docMk/>
            <pc:sldMk cId="0" sldId="278"/>
            <ac:spMk id="35" creationId="{C0CB1306-9268-B98B-ED4E-6AE10BAB94AD}"/>
          </ac:spMkLst>
        </pc:spChg>
        <pc:spChg chg="mod">
          <ac:chgData name="Guest User" userId="" providerId="Windows Live" clId="Web-{E96C3A83-AD02-A0C4-F774-8F7E41F16511}" dt="2026-08-18T15:55:42.521" v="20" actId="1076"/>
          <ac:spMkLst>
            <pc:docMk/>
            <pc:sldMk cId="0" sldId="278"/>
            <ac:spMk id="36" creationId="{8C7C6C1F-1B66-B989-AC25-5A80CBF82C39}"/>
          </ac:spMkLst>
        </pc:spChg>
        <pc:picChg chg="mod">
          <ac:chgData name="Guest User" userId="" providerId="Windows Live" clId="Web-{E96C3A83-AD02-A0C4-F774-8F7E41F16511}" dt="2026-08-18T16:01:30.782" v="87" actId="1076"/>
          <ac:picMkLst>
            <pc:docMk/>
            <pc:sldMk cId="0" sldId="278"/>
            <ac:picMk id="37" creationId="{90E23AA9-068D-A1DF-849D-438323237173}"/>
          </ac:picMkLst>
        </pc:picChg>
      </pc:sldChg>
      <pc:sldChg chg="del">
        <pc:chgData name="Guest User" userId="" providerId="Windows Live" clId="Web-{E96C3A83-AD02-A0C4-F774-8F7E41F16511}" dt="2026-08-18T16:21:40.150" v="326"/>
        <pc:sldMkLst>
          <pc:docMk/>
          <pc:sldMk cId="0" sldId="279"/>
        </pc:sldMkLst>
      </pc:sldChg>
      <pc:sldChg chg="addSp delSp modSp">
        <pc:chgData name="Guest User" userId="" providerId="Windows Live" clId="Web-{E96C3A83-AD02-A0C4-F774-8F7E41F16511}" dt="2026-08-18T16:48:58.906" v="347" actId="1076"/>
        <pc:sldMkLst>
          <pc:docMk/>
          <pc:sldMk cId="2310149572" sldId="298"/>
        </pc:sldMkLst>
        <pc:spChg chg="del mod">
          <ac:chgData name="Guest User" userId="" providerId="Windows Live" clId="Web-{E96C3A83-AD02-A0C4-F774-8F7E41F16511}" dt="2026-08-18T16:40:36.968" v="331"/>
          <ac:spMkLst>
            <pc:docMk/>
            <pc:sldMk cId="2310149572" sldId="298"/>
            <ac:spMk id="5" creationId="{4A423095-10E8-1C29-0378-67B3169F8C01}"/>
          </ac:spMkLst>
        </pc:spChg>
        <pc:spChg chg="del">
          <ac:chgData name="Guest User" userId="" providerId="Windows Live" clId="Web-{E96C3A83-AD02-A0C4-F774-8F7E41F16511}" dt="2026-08-18T16:40:36.780" v="329"/>
          <ac:spMkLst>
            <pc:docMk/>
            <pc:sldMk cId="2310149572" sldId="298"/>
            <ac:spMk id="6" creationId="{C947B575-FFB8-A098-0A97-9DFF0385D63A}"/>
          </ac:spMkLst>
        </pc:spChg>
        <pc:spChg chg="del">
          <ac:chgData name="Guest User" userId="" providerId="Windows Live" clId="Web-{E96C3A83-AD02-A0C4-F774-8F7E41F16511}" dt="2026-08-18T16:40:36.671" v="327"/>
          <ac:spMkLst>
            <pc:docMk/>
            <pc:sldMk cId="2310149572" sldId="298"/>
            <ac:spMk id="7" creationId="{519A95A5-6AE0-4542-1715-61684C37FE8E}"/>
          </ac:spMkLst>
        </pc:spChg>
        <pc:spChg chg="del">
          <ac:chgData name="Guest User" userId="" providerId="Windows Live" clId="Web-{E96C3A83-AD02-A0C4-F774-8F7E41F16511}" dt="2026-08-18T16:40:36.734" v="328"/>
          <ac:spMkLst>
            <pc:docMk/>
            <pc:sldMk cId="2310149572" sldId="298"/>
            <ac:spMk id="8" creationId="{6B2E6C5F-532A-7A2D-0932-F120AC242EC8}"/>
          </ac:spMkLst>
        </pc:spChg>
        <pc:spChg chg="del">
          <ac:chgData name="Guest User" userId="" providerId="Windows Live" clId="Web-{E96C3A83-AD02-A0C4-F774-8F7E41F16511}" dt="2026-08-18T16:40:37.312" v="332"/>
          <ac:spMkLst>
            <pc:docMk/>
            <pc:sldMk cId="2310149572" sldId="298"/>
            <ac:spMk id="9" creationId="{AB1A8C95-0D10-8423-490D-557D792123A1}"/>
          </ac:spMkLst>
        </pc:spChg>
        <pc:spChg chg="del">
          <ac:chgData name="Guest User" userId="" providerId="Windows Live" clId="Web-{E96C3A83-AD02-A0C4-F774-8F7E41F16511}" dt="2026-08-18T16:41:42.564" v="333"/>
          <ac:spMkLst>
            <pc:docMk/>
            <pc:sldMk cId="2310149572" sldId="298"/>
            <ac:spMk id="11" creationId="{AFB20B7B-A0B2-6EBA-E405-B7977E13595A}"/>
          </ac:spMkLst>
        </pc:spChg>
        <pc:picChg chg="add mod">
          <ac:chgData name="Guest User" userId="" providerId="Windows Live" clId="Web-{E96C3A83-AD02-A0C4-F774-8F7E41F16511}" dt="2026-08-18T16:48:41.843" v="345" actId="1076"/>
          <ac:picMkLst>
            <pc:docMk/>
            <pc:sldMk cId="2310149572" sldId="298"/>
            <ac:picMk id="27" creationId="{5699337D-CCFA-E299-7851-1C22762F094E}"/>
          </ac:picMkLst>
        </pc:picChg>
        <pc:picChg chg="add mod">
          <ac:chgData name="Guest User" userId="" providerId="Windows Live" clId="Web-{E96C3A83-AD02-A0C4-F774-8F7E41F16511}" dt="2026-08-18T16:48:58.906" v="347" actId="1076"/>
          <ac:picMkLst>
            <pc:docMk/>
            <pc:sldMk cId="2310149572" sldId="298"/>
            <ac:picMk id="28" creationId="{4371CD9E-2B7F-8E41-CAFF-A143E094E86B}"/>
          </ac:picMkLst>
        </pc:picChg>
      </pc:sldChg>
      <pc:sldChg chg="addSp delSp modSp">
        <pc:chgData name="Guest User" userId="" providerId="Windows Live" clId="Web-{E96C3A83-AD02-A0C4-F774-8F7E41F16511}" dt="2026-08-18T16:08:39.374" v="325"/>
        <pc:sldMkLst>
          <pc:docMk/>
          <pc:sldMk cId="2736261930" sldId="302"/>
        </pc:sldMkLst>
        <pc:spChg chg="add mod ord">
          <ac:chgData name="Guest User" userId="" providerId="Windows Live" clId="Web-{E96C3A83-AD02-A0C4-F774-8F7E41F16511}" dt="2026-08-18T16:01:05.125" v="81" actId="14100"/>
          <ac:spMkLst>
            <pc:docMk/>
            <pc:sldMk cId="2736261930" sldId="302"/>
            <ac:spMk id="8" creationId="{F20A7083-9EF7-0143-E76B-1A86B2A1C1B3}"/>
          </ac:spMkLst>
        </pc:spChg>
        <pc:spChg chg="add mod">
          <ac:chgData name="Guest User" userId="" providerId="Windows Live" clId="Web-{E96C3A83-AD02-A0C4-F774-8F7E41F16511}" dt="2026-08-18T16:05:38.134" v="98" actId="1076"/>
          <ac:spMkLst>
            <pc:docMk/>
            <pc:sldMk cId="2736261930" sldId="302"/>
            <ac:spMk id="13" creationId="{BCF955B2-5423-D6A8-CAA4-1DF0681A919A}"/>
          </ac:spMkLst>
        </pc:spChg>
        <pc:spChg chg="del">
          <ac:chgData name="Guest User" userId="" providerId="Windows Live" clId="Web-{E96C3A83-AD02-A0C4-F774-8F7E41F16511}" dt="2026-08-18T16:08:38.327" v="324"/>
          <ac:spMkLst>
            <pc:docMk/>
            <pc:sldMk cId="2736261930" sldId="302"/>
            <ac:spMk id="14" creationId="{10615F98-F668-9DFA-4AF9-F58B448FA9CD}"/>
          </ac:spMkLst>
        </pc:spChg>
        <pc:spChg chg="add mod">
          <ac:chgData name="Guest User" userId="" providerId="Windows Live" clId="Web-{E96C3A83-AD02-A0C4-F774-8F7E41F16511}" dt="2026-08-18T16:05:59.400" v="140" actId="20577"/>
          <ac:spMkLst>
            <pc:docMk/>
            <pc:sldMk cId="2736261930" sldId="302"/>
            <ac:spMk id="15" creationId="{FF887423-D874-6B57-FFA0-2877F6A7266F}"/>
          </ac:spMkLst>
        </pc:spChg>
        <pc:spChg chg="del">
          <ac:chgData name="Guest User" userId="" providerId="Windows Live" clId="Web-{E96C3A83-AD02-A0C4-F774-8F7E41F16511}" dt="2026-08-18T16:08:39.374" v="325"/>
          <ac:spMkLst>
            <pc:docMk/>
            <pc:sldMk cId="2736261930" sldId="302"/>
            <ac:spMk id="16" creationId="{73094443-FA69-CBCD-E883-92C7D33FBDF2}"/>
          </ac:spMkLst>
        </pc:spChg>
        <pc:spChg chg="add del">
          <ac:chgData name="Guest User" userId="" providerId="Windows Live" clId="Web-{E96C3A83-AD02-A0C4-F774-8F7E41F16511}" dt="2026-08-18T16:06:25.558" v="142"/>
          <ac:spMkLst>
            <pc:docMk/>
            <pc:sldMk cId="2736261930" sldId="302"/>
            <ac:spMk id="17" creationId="{B617A297-442E-1068-FE6C-FC1474CED70D}"/>
          </ac:spMkLst>
        </pc:spChg>
        <pc:spChg chg="add mod">
          <ac:chgData name="Guest User" userId="" providerId="Windows Live" clId="Web-{E96C3A83-AD02-A0C4-F774-8F7E41F16511}" dt="2026-08-18T16:06:35.027" v="147" actId="1076"/>
          <ac:spMkLst>
            <pc:docMk/>
            <pc:sldMk cId="2736261930" sldId="302"/>
            <ac:spMk id="18" creationId="{BA07EBE4-BF7C-42DE-940C-A5205E7D5A21}"/>
          </ac:spMkLst>
        </pc:spChg>
        <pc:spChg chg="add mod">
          <ac:chgData name="Guest User" userId="" providerId="Windows Live" clId="Web-{E96C3A83-AD02-A0C4-F774-8F7E41F16511}" dt="2026-08-18T16:06:44.589" v="164" actId="20577"/>
          <ac:spMkLst>
            <pc:docMk/>
            <pc:sldMk cId="2736261930" sldId="302"/>
            <ac:spMk id="29" creationId="{75BA076B-DBA3-AF5B-518E-06BE90E5E744}"/>
          </ac:spMkLst>
        </pc:spChg>
        <pc:spChg chg="add mod">
          <ac:chgData name="Guest User" userId="" providerId="Windows Live" clId="Web-{E96C3A83-AD02-A0C4-F774-8F7E41F16511}" dt="2026-08-18T16:07:14.450" v="206" actId="20577"/>
          <ac:spMkLst>
            <pc:docMk/>
            <pc:sldMk cId="2736261930" sldId="302"/>
            <ac:spMk id="31" creationId="{5D9FD946-243D-661F-DC0D-6E94568F57D8}"/>
          </ac:spMkLst>
        </pc:spChg>
        <pc:spChg chg="add">
          <ac:chgData name="Guest User" userId="" providerId="Windows Live" clId="Web-{E96C3A83-AD02-A0C4-F774-8F7E41F16511}" dt="2026-08-18T16:06:50.918" v="166"/>
          <ac:spMkLst>
            <pc:docMk/>
            <pc:sldMk cId="2736261930" sldId="302"/>
            <ac:spMk id="33" creationId="{B627A801-07D6-197A-E43A-1437A63C4E54}"/>
          </ac:spMkLst>
        </pc:spChg>
        <pc:spChg chg="add del mod">
          <ac:chgData name="Guest User" userId="" providerId="Windows Live" clId="Web-{E96C3A83-AD02-A0C4-F774-8F7E41F16511}" dt="2026-08-18T16:07:23.075" v="214"/>
          <ac:spMkLst>
            <pc:docMk/>
            <pc:sldMk cId="2736261930" sldId="302"/>
            <ac:spMk id="34" creationId="{D3531F2F-8E94-F45D-5D22-E7D4FA1F22B7}"/>
          </ac:spMkLst>
        </pc:spChg>
        <pc:spChg chg="add del mod">
          <ac:chgData name="Guest User" userId="" providerId="Windows Live" clId="Web-{E96C3A83-AD02-A0C4-F774-8F7E41F16511}" dt="2026-08-18T16:07:23.075" v="213"/>
          <ac:spMkLst>
            <pc:docMk/>
            <pc:sldMk cId="2736261930" sldId="302"/>
            <ac:spMk id="35" creationId="{3DE90F29-2898-2CF4-FD49-592B386EF9E4}"/>
          </ac:spMkLst>
        </pc:spChg>
        <pc:spChg chg="add mod">
          <ac:chgData name="Guest User" userId="" providerId="Windows Live" clId="Web-{E96C3A83-AD02-A0C4-F774-8F7E41F16511}" dt="2026-08-18T16:08:29.437" v="323" actId="20577"/>
          <ac:spMkLst>
            <pc:docMk/>
            <pc:sldMk cId="2736261930" sldId="302"/>
            <ac:spMk id="37" creationId="{37A2DB65-495E-6D18-76C9-0E578753969F}"/>
          </ac:spMkLst>
        </pc:spChg>
        <pc:spChg chg="add mod">
          <ac:chgData name="Guest User" userId="" providerId="Windows Live" clId="Web-{E96C3A83-AD02-A0C4-F774-8F7E41F16511}" dt="2026-08-18T16:07:41.904" v="220" actId="1076"/>
          <ac:spMkLst>
            <pc:docMk/>
            <pc:sldMk cId="2736261930" sldId="302"/>
            <ac:spMk id="39" creationId="{ADE2A4ED-E28B-319A-22D2-AA16E1FF4BFD}"/>
          </ac:spMkLst>
        </pc:spChg>
        <pc:picChg chg="add del mod">
          <ac:chgData name="Guest User" userId="" providerId="Windows Live" clId="Web-{E96C3A83-AD02-A0C4-F774-8F7E41F16511}" dt="2026-08-18T16:05:42.665" v="100"/>
          <ac:picMkLst>
            <pc:docMk/>
            <pc:sldMk cId="2736261930" sldId="302"/>
            <ac:picMk id="12" creationId="{E9B73EA6-D1C8-7C91-E528-97685F6965E6}"/>
          </ac:picMkLst>
        </pc:picChg>
        <pc:picChg chg="mod">
          <ac:chgData name="Guest User" userId="" providerId="Windows Live" clId="Web-{E96C3A83-AD02-A0C4-F774-8F7E41F16511}" dt="2026-08-18T16:01:40.658" v="88" actId="1076"/>
          <ac:picMkLst>
            <pc:docMk/>
            <pc:sldMk cId="2736261930" sldId="302"/>
            <ac:picMk id="27" creationId="{BE4F7A57-A297-BE2C-2DDA-E0929789C415}"/>
          </ac:picMkLst>
        </pc:picChg>
      </pc:sldChg>
    </pc:docChg>
  </pc:docChgLst>
  <pc:docChgLst>
    <pc:chgData name="Robin Kuhnhenne" userId="43964cd215a31544" providerId="Windows Live" clId="Web-{47DE5E0E-903C-0D26-FDA6-6DE20D01B777}"/>
    <pc:docChg chg="modSld">
      <pc:chgData name="Robin Kuhnhenne" userId="43964cd215a31544" providerId="Windows Live" clId="Web-{47DE5E0E-903C-0D26-FDA6-6DE20D01B777}" dt="2026-08-18T18:28:46.264" v="56"/>
      <pc:docMkLst>
        <pc:docMk/>
      </pc:docMkLst>
      <pc:sldChg chg="addSp delSp modSp">
        <pc:chgData name="Robin Kuhnhenne" userId="43964cd215a31544" providerId="Windows Live" clId="Web-{47DE5E0E-903C-0D26-FDA6-6DE20D01B777}" dt="2026-08-18T17:52:38.039" v="36" actId="20577"/>
        <pc:sldMkLst>
          <pc:docMk/>
          <pc:sldMk cId="0" sldId="278"/>
        </pc:sldMkLst>
        <pc:spChg chg="del">
          <ac:chgData name="Robin Kuhnhenne" userId="43964cd215a31544" providerId="Windows Live" clId="Web-{47DE5E0E-903C-0D26-FDA6-6DE20D01B777}" dt="2026-08-18T17:52:34.555" v="33"/>
          <ac:spMkLst>
            <pc:docMk/>
            <pc:sldMk cId="0" sldId="278"/>
            <ac:spMk id="2" creationId="{00000000-0000-0000-0000-000000000000}"/>
          </ac:spMkLst>
        </pc:spChg>
        <pc:spChg chg="del">
          <ac:chgData name="Robin Kuhnhenne" userId="43964cd215a31544" providerId="Windows Live" clId="Web-{47DE5E0E-903C-0D26-FDA6-6DE20D01B777}" dt="2026-08-18T17:52:34.555" v="32"/>
          <ac:spMkLst>
            <pc:docMk/>
            <pc:sldMk cId="0" sldId="278"/>
            <ac:spMk id="3" creationId="{00000000-0000-0000-0000-000000000000}"/>
          </ac:spMkLst>
        </pc:spChg>
        <pc:spChg chg="add">
          <ac:chgData name="Robin Kuhnhenne" userId="43964cd215a31544" providerId="Windows Live" clId="Web-{47DE5E0E-903C-0D26-FDA6-6DE20D01B777}" dt="2026-08-18T17:52:31.039" v="30"/>
          <ac:spMkLst>
            <pc:docMk/>
            <pc:sldMk cId="0" sldId="278"/>
            <ac:spMk id="7" creationId="{945431B3-9E2A-6D87-C869-A4870F519029}"/>
          </ac:spMkLst>
        </pc:spChg>
        <pc:spChg chg="add mod">
          <ac:chgData name="Robin Kuhnhenne" userId="43964cd215a31544" providerId="Windows Live" clId="Web-{47DE5E0E-903C-0D26-FDA6-6DE20D01B777}" dt="2026-08-18T17:52:38.039" v="36" actId="20577"/>
          <ac:spMkLst>
            <pc:docMk/>
            <pc:sldMk cId="0" sldId="278"/>
            <ac:spMk id="13" creationId="{4D6208FC-F13E-0DC5-3879-A0C825A8A162}"/>
          </ac:spMkLst>
        </pc:spChg>
      </pc:sldChg>
      <pc:sldChg chg="addSp delSp modSp">
        <pc:chgData name="Robin Kuhnhenne" userId="43964cd215a31544" providerId="Windows Live" clId="Web-{47DE5E0E-903C-0D26-FDA6-6DE20D01B777}" dt="2026-08-18T17:52:24.132" v="29" actId="20577"/>
        <pc:sldMkLst>
          <pc:docMk/>
          <pc:sldMk cId="0" sldId="281"/>
        </pc:sldMkLst>
        <pc:spChg chg="add">
          <ac:chgData name="Robin Kuhnhenne" userId="43964cd215a31544" providerId="Windows Live" clId="Web-{47DE5E0E-903C-0D26-FDA6-6DE20D01B777}" dt="2026-08-18T17:52:16.335" v="17"/>
          <ac:spMkLst>
            <pc:docMk/>
            <pc:sldMk cId="0" sldId="281"/>
            <ac:spMk id="3" creationId="{AE07A669-AFA8-45A8-4815-AD58BD001617}"/>
          </ac:spMkLst>
        </pc:spChg>
        <pc:spChg chg="add mod">
          <ac:chgData name="Robin Kuhnhenne" userId="43964cd215a31544" providerId="Windows Live" clId="Web-{47DE5E0E-903C-0D26-FDA6-6DE20D01B777}" dt="2026-08-18T17:52:24.132" v="29" actId="20577"/>
          <ac:spMkLst>
            <pc:docMk/>
            <pc:sldMk cId="0" sldId="281"/>
            <ac:spMk id="8" creationId="{81D2AC84-51D2-D1EA-5D80-69924A41AD09}"/>
          </ac:spMkLst>
        </pc:spChg>
        <pc:spChg chg="del">
          <ac:chgData name="Robin Kuhnhenne" userId="43964cd215a31544" providerId="Windows Live" clId="Web-{47DE5E0E-903C-0D26-FDA6-6DE20D01B777}" dt="2026-08-18T17:52:15.194" v="16"/>
          <ac:spMkLst>
            <pc:docMk/>
            <pc:sldMk cId="0" sldId="281"/>
            <ac:spMk id="10" creationId="{9B6E393F-378E-69B1-7C29-C4700854A888}"/>
          </ac:spMkLst>
        </pc:spChg>
        <pc:spChg chg="del">
          <ac:chgData name="Robin Kuhnhenne" userId="43964cd215a31544" providerId="Windows Live" clId="Web-{47DE5E0E-903C-0D26-FDA6-6DE20D01B777}" dt="2026-08-18T17:52:15.194" v="15"/>
          <ac:spMkLst>
            <pc:docMk/>
            <pc:sldMk cId="0" sldId="281"/>
            <ac:spMk id="12" creationId="{5542FAE0-3224-0243-59A4-A06DCA23705A}"/>
          </ac:spMkLst>
        </pc:spChg>
      </pc:sldChg>
      <pc:sldChg chg="addSp delSp modSp">
        <pc:chgData name="Robin Kuhnhenne" userId="43964cd215a31544" providerId="Windows Live" clId="Web-{47DE5E0E-903C-0D26-FDA6-6DE20D01B777}" dt="2026-08-18T18:28:46.264" v="56"/>
        <pc:sldMkLst>
          <pc:docMk/>
          <pc:sldMk cId="2310149572" sldId="298"/>
        </pc:sldMkLst>
        <pc:spChg chg="del">
          <ac:chgData name="Robin Kuhnhenne" userId="43964cd215a31544" providerId="Windows Live" clId="Web-{47DE5E0E-903C-0D26-FDA6-6DE20D01B777}" dt="2026-08-18T17:52:58.087" v="47"/>
          <ac:spMkLst>
            <pc:docMk/>
            <pc:sldMk cId="2310149572" sldId="298"/>
            <ac:spMk id="2" creationId="{0488FBBA-1C7B-E8F4-0438-C34FEB336DDE}"/>
          </ac:spMkLst>
        </pc:spChg>
        <pc:spChg chg="del">
          <ac:chgData name="Robin Kuhnhenne" userId="43964cd215a31544" providerId="Windows Live" clId="Web-{47DE5E0E-903C-0D26-FDA6-6DE20D01B777}" dt="2026-08-18T17:52:58.087" v="46"/>
          <ac:spMkLst>
            <pc:docMk/>
            <pc:sldMk cId="2310149572" sldId="298"/>
            <ac:spMk id="3" creationId="{20DC16C3-8A9F-63CE-5F4D-99A3178B5C63}"/>
          </ac:spMkLst>
        </pc:spChg>
        <pc:spChg chg="add">
          <ac:chgData name="Robin Kuhnhenne" userId="43964cd215a31544" providerId="Windows Live" clId="Web-{47DE5E0E-903C-0D26-FDA6-6DE20D01B777}" dt="2026-08-18T17:52:58.634" v="48"/>
          <ac:spMkLst>
            <pc:docMk/>
            <pc:sldMk cId="2310149572" sldId="298"/>
            <ac:spMk id="12" creationId="{0BC79F75-A72A-FCAB-2A21-465989115520}"/>
          </ac:spMkLst>
        </pc:spChg>
        <pc:spChg chg="add">
          <ac:chgData name="Robin Kuhnhenne" userId="43964cd215a31544" providerId="Windows Live" clId="Web-{47DE5E0E-903C-0D26-FDA6-6DE20D01B777}" dt="2026-08-18T17:52:58.665" v="49"/>
          <ac:spMkLst>
            <pc:docMk/>
            <pc:sldMk cId="2310149572" sldId="298"/>
            <ac:spMk id="15" creationId="{A989029B-ED9C-9A76-DC6D-E8186D269CB7}"/>
          </ac:spMkLst>
        </pc:spChg>
        <pc:picChg chg="add mod">
          <ac:chgData name="Robin Kuhnhenne" userId="43964cd215a31544" providerId="Windows Live" clId="Web-{47DE5E0E-903C-0D26-FDA6-6DE20D01B777}" dt="2026-08-18T18:28:46.264" v="56"/>
          <ac:picMkLst>
            <pc:docMk/>
            <pc:sldMk cId="2310149572" sldId="298"/>
            <ac:picMk id="2" creationId="{84653AF1-E006-FD3B-AA7D-1949B969D2CF}"/>
          </ac:picMkLst>
        </pc:picChg>
      </pc:sldChg>
      <pc:sldChg chg="addSp delSp">
        <pc:chgData name="Robin Kuhnhenne" userId="43964cd215a31544" providerId="Windows Live" clId="Web-{47DE5E0E-903C-0D26-FDA6-6DE20D01B777}" dt="2026-08-18T17:52:04.959" v="14"/>
        <pc:sldMkLst>
          <pc:docMk/>
          <pc:sldMk cId="3786739178" sldId="300"/>
        </pc:sldMkLst>
        <pc:spChg chg="del">
          <ac:chgData name="Robin Kuhnhenne" userId="43964cd215a31544" providerId="Windows Live" clId="Web-{47DE5E0E-903C-0D26-FDA6-6DE20D01B777}" dt="2026-08-18T17:51:50.974" v="8"/>
          <ac:spMkLst>
            <pc:docMk/>
            <pc:sldMk cId="3786739178" sldId="300"/>
            <ac:spMk id="2" creationId="{4071B0F1-E4C1-8A96-E1E8-C2BC66C5889D}"/>
          </ac:spMkLst>
        </pc:spChg>
        <pc:spChg chg="del">
          <ac:chgData name="Robin Kuhnhenne" userId="43964cd215a31544" providerId="Windows Live" clId="Web-{47DE5E0E-903C-0D26-FDA6-6DE20D01B777}" dt="2026-08-18T17:51:50.974" v="7"/>
          <ac:spMkLst>
            <pc:docMk/>
            <pc:sldMk cId="3786739178" sldId="300"/>
            <ac:spMk id="3" creationId="{68230FBA-035E-23C1-2CCA-694EB7028F43}"/>
          </ac:spMkLst>
        </pc:spChg>
        <pc:spChg chg="add del">
          <ac:chgData name="Robin Kuhnhenne" userId="43964cd215a31544" providerId="Windows Live" clId="Web-{47DE5E0E-903C-0D26-FDA6-6DE20D01B777}" dt="2026-08-18T17:51:47.911" v="6"/>
          <ac:spMkLst>
            <pc:docMk/>
            <pc:sldMk cId="3786739178" sldId="300"/>
            <ac:spMk id="13" creationId="{42982EFF-0880-F92F-C828-DDAA37904447}"/>
          </ac:spMkLst>
        </pc:spChg>
        <pc:spChg chg="add del">
          <ac:chgData name="Robin Kuhnhenne" userId="43964cd215a31544" providerId="Windows Live" clId="Web-{47DE5E0E-903C-0D26-FDA6-6DE20D01B777}" dt="2026-08-18T17:51:47.911" v="5"/>
          <ac:spMkLst>
            <pc:docMk/>
            <pc:sldMk cId="3786739178" sldId="300"/>
            <ac:spMk id="15" creationId="{A4FA0D53-E620-44D6-C12D-5CE9F73B231A}"/>
          </ac:spMkLst>
        </pc:spChg>
        <pc:spChg chg="add del">
          <ac:chgData name="Robin Kuhnhenne" userId="43964cd215a31544" providerId="Windows Live" clId="Web-{47DE5E0E-903C-0D26-FDA6-6DE20D01B777}" dt="2026-08-18T17:51:53.349" v="12"/>
          <ac:spMkLst>
            <pc:docMk/>
            <pc:sldMk cId="3786739178" sldId="300"/>
            <ac:spMk id="17" creationId="{8A9F41F9-00B2-8023-273D-3A6AEADEB221}"/>
          </ac:spMkLst>
        </pc:spChg>
        <pc:spChg chg="add del">
          <ac:chgData name="Robin Kuhnhenne" userId="43964cd215a31544" providerId="Windows Live" clId="Web-{47DE5E0E-903C-0D26-FDA6-6DE20D01B777}" dt="2026-08-18T17:51:53.349" v="11"/>
          <ac:spMkLst>
            <pc:docMk/>
            <pc:sldMk cId="3786739178" sldId="300"/>
            <ac:spMk id="19" creationId="{E39271BF-FF25-0BAB-55AA-D4287FC13053}"/>
          </ac:spMkLst>
        </pc:spChg>
        <pc:spChg chg="add">
          <ac:chgData name="Robin Kuhnhenne" userId="43964cd215a31544" providerId="Windows Live" clId="Web-{47DE5E0E-903C-0D26-FDA6-6DE20D01B777}" dt="2026-08-18T17:52:04.943" v="13"/>
          <ac:spMkLst>
            <pc:docMk/>
            <pc:sldMk cId="3786739178" sldId="300"/>
            <ac:spMk id="21" creationId="{62397D81-9451-1F61-3BDD-C06AF141A0F4}"/>
          </ac:spMkLst>
        </pc:spChg>
        <pc:spChg chg="add">
          <ac:chgData name="Robin Kuhnhenne" userId="43964cd215a31544" providerId="Windows Live" clId="Web-{47DE5E0E-903C-0D26-FDA6-6DE20D01B777}" dt="2026-08-18T17:52:04.959" v="14"/>
          <ac:spMkLst>
            <pc:docMk/>
            <pc:sldMk cId="3786739178" sldId="300"/>
            <ac:spMk id="23" creationId="{2343031C-0F96-8202-2CC7-67C7EA8D17A2}"/>
          </ac:spMkLst>
        </pc:spChg>
      </pc:sldChg>
      <pc:sldChg chg="modSp">
        <pc:chgData name="Robin Kuhnhenne" userId="43964cd215a31544" providerId="Windows Live" clId="Web-{47DE5E0E-903C-0D26-FDA6-6DE20D01B777}" dt="2026-08-18T17:51:30.035" v="2" actId="20577"/>
        <pc:sldMkLst>
          <pc:docMk/>
          <pc:sldMk cId="728778457" sldId="301"/>
        </pc:sldMkLst>
        <pc:spChg chg="mod">
          <ac:chgData name="Robin Kuhnhenne" userId="43964cd215a31544" providerId="Windows Live" clId="Web-{47DE5E0E-903C-0D26-FDA6-6DE20D01B777}" dt="2026-08-18T17:51:30.035" v="2" actId="20577"/>
          <ac:spMkLst>
            <pc:docMk/>
            <pc:sldMk cId="728778457" sldId="301"/>
            <ac:spMk id="3" creationId="{F24B92E2-1E3C-E9A9-05B4-BE1E3D34A79A}"/>
          </ac:spMkLst>
        </pc:spChg>
      </pc:sldChg>
      <pc:sldChg chg="addSp delSp modSp">
        <pc:chgData name="Robin Kuhnhenne" userId="43964cd215a31544" providerId="Windows Live" clId="Web-{47DE5E0E-903C-0D26-FDA6-6DE20D01B777}" dt="2026-08-18T17:52:48.805" v="45" actId="20577"/>
        <pc:sldMkLst>
          <pc:docMk/>
          <pc:sldMk cId="2736261930" sldId="302"/>
        </pc:sldMkLst>
        <pc:spChg chg="del">
          <ac:chgData name="Robin Kuhnhenne" userId="43964cd215a31544" providerId="Windows Live" clId="Web-{47DE5E0E-903C-0D26-FDA6-6DE20D01B777}" dt="2026-08-18T17:52:45.274" v="38"/>
          <ac:spMkLst>
            <pc:docMk/>
            <pc:sldMk cId="2736261930" sldId="302"/>
            <ac:spMk id="2" creationId="{CA7303DE-78DA-240F-0463-696D3287C1C1}"/>
          </ac:spMkLst>
        </pc:spChg>
        <pc:spChg chg="del">
          <ac:chgData name="Robin Kuhnhenne" userId="43964cd215a31544" providerId="Windows Live" clId="Web-{47DE5E0E-903C-0D26-FDA6-6DE20D01B777}" dt="2026-08-18T17:52:45.274" v="37"/>
          <ac:spMkLst>
            <pc:docMk/>
            <pc:sldMk cId="2736261930" sldId="302"/>
            <ac:spMk id="3" creationId="{85C6D1F0-01CC-E882-C648-3168F9EB9A9C}"/>
          </ac:spMkLst>
        </pc:spChg>
        <pc:spChg chg="add">
          <ac:chgData name="Robin Kuhnhenne" userId="43964cd215a31544" providerId="Windows Live" clId="Web-{47DE5E0E-903C-0D26-FDA6-6DE20D01B777}" dt="2026-08-18T17:52:45.805" v="39"/>
          <ac:spMkLst>
            <pc:docMk/>
            <pc:sldMk cId="2736261930" sldId="302"/>
            <ac:spMk id="9" creationId="{A7717694-55D1-1D40-B1D3-FD830BC59D79}"/>
          </ac:spMkLst>
        </pc:spChg>
        <pc:spChg chg="add mod">
          <ac:chgData name="Robin Kuhnhenne" userId="43964cd215a31544" providerId="Windows Live" clId="Web-{47DE5E0E-903C-0D26-FDA6-6DE20D01B777}" dt="2026-08-18T17:52:48.805" v="45" actId="20577"/>
          <ac:spMkLst>
            <pc:docMk/>
            <pc:sldMk cId="2736261930" sldId="302"/>
            <ac:spMk id="17" creationId="{C8CF77A4-D606-6AA6-A6A3-67CFEFD7AD7E}"/>
          </ac:spMkLst>
        </pc:spChg>
      </pc:sldChg>
      <pc:sldChg chg="addSp delSp">
        <pc:chgData name="Robin Kuhnhenne" userId="43964cd215a31544" providerId="Windows Live" clId="Web-{47DE5E0E-903C-0D26-FDA6-6DE20D01B777}" dt="2026-08-18T17:53:08.182" v="53"/>
        <pc:sldMkLst>
          <pc:docMk/>
          <pc:sldMk cId="3056663676" sldId="304"/>
        </pc:sldMkLst>
        <pc:spChg chg="del">
          <ac:chgData name="Robin Kuhnhenne" userId="43964cd215a31544" providerId="Windows Live" clId="Web-{47DE5E0E-903C-0D26-FDA6-6DE20D01B777}" dt="2026-08-18T17:53:07.697" v="51"/>
          <ac:spMkLst>
            <pc:docMk/>
            <pc:sldMk cId="3056663676" sldId="304"/>
            <ac:spMk id="2" creationId="{093F34A2-1803-6E3E-B027-F118CF689BC7}"/>
          </ac:spMkLst>
        </pc:spChg>
        <pc:spChg chg="del">
          <ac:chgData name="Robin Kuhnhenne" userId="43964cd215a31544" providerId="Windows Live" clId="Web-{47DE5E0E-903C-0D26-FDA6-6DE20D01B777}" dt="2026-08-18T17:53:07.697" v="50"/>
          <ac:spMkLst>
            <pc:docMk/>
            <pc:sldMk cId="3056663676" sldId="304"/>
            <ac:spMk id="3" creationId="{B49C12F7-8DBC-E168-D6C7-8B52DB7D3466}"/>
          </ac:spMkLst>
        </pc:spChg>
        <pc:spChg chg="add">
          <ac:chgData name="Robin Kuhnhenne" userId="43964cd215a31544" providerId="Windows Live" clId="Web-{47DE5E0E-903C-0D26-FDA6-6DE20D01B777}" dt="2026-08-18T17:53:08.150" v="52"/>
          <ac:spMkLst>
            <pc:docMk/>
            <pc:sldMk cId="3056663676" sldId="304"/>
            <ac:spMk id="7" creationId="{76E90955-574D-97C2-C282-8E295748C065}"/>
          </ac:spMkLst>
        </pc:spChg>
        <pc:spChg chg="add">
          <ac:chgData name="Robin Kuhnhenne" userId="43964cd215a31544" providerId="Windows Live" clId="Web-{47DE5E0E-903C-0D26-FDA6-6DE20D01B777}" dt="2026-08-18T17:53:08.182" v="53"/>
          <ac:spMkLst>
            <pc:docMk/>
            <pc:sldMk cId="3056663676" sldId="304"/>
            <ac:spMk id="9" creationId="{34837DB7-5E22-E2A8-8196-4FBFDDB46D54}"/>
          </ac:spMkLst>
        </pc:spChg>
      </pc:sldChg>
      <pc:sldChg chg="delSp">
        <pc:chgData name="Robin Kuhnhenne" userId="43964cd215a31544" providerId="Windows Live" clId="Web-{47DE5E0E-903C-0D26-FDA6-6DE20D01B777}" dt="2026-08-18T17:53:14.198" v="55"/>
        <pc:sldMkLst>
          <pc:docMk/>
          <pc:sldMk cId="1128727753" sldId="305"/>
        </pc:sldMkLst>
        <pc:spChg chg="del">
          <ac:chgData name="Robin Kuhnhenne" userId="43964cd215a31544" providerId="Windows Live" clId="Web-{47DE5E0E-903C-0D26-FDA6-6DE20D01B777}" dt="2026-08-18T17:53:14.198" v="55"/>
          <ac:spMkLst>
            <pc:docMk/>
            <pc:sldMk cId="1128727753" sldId="305"/>
            <ac:spMk id="2" creationId="{B759B407-82F7-53AB-CBCF-1371B420984C}"/>
          </ac:spMkLst>
        </pc:spChg>
        <pc:spChg chg="del">
          <ac:chgData name="Robin Kuhnhenne" userId="43964cd215a31544" providerId="Windows Live" clId="Web-{47DE5E0E-903C-0D26-FDA6-6DE20D01B777}" dt="2026-08-18T17:53:14.198" v="54"/>
          <ac:spMkLst>
            <pc:docMk/>
            <pc:sldMk cId="1128727753" sldId="305"/>
            <ac:spMk id="3" creationId="{8AB04296-795D-6EB9-A012-A5A56A02BC95}"/>
          </ac:spMkLst>
        </pc:spChg>
      </pc:sldChg>
    </pc:docChg>
  </pc:docChgLst>
  <pc:docChgLst>
    <pc:chgData name="Robin Kuhnhenne" userId="43964cd215a31544" providerId="Windows Live" clId="Web-{1C76024E-C959-A45C-7B29-68E9708509D5}"/>
    <pc:docChg chg="modSld sldOrd">
      <pc:chgData name="Robin Kuhnhenne" userId="43964cd215a31544" providerId="Windows Live" clId="Web-{1C76024E-C959-A45C-7B29-68E9708509D5}" dt="2026-08-19T09:11:31.862" v="869"/>
      <pc:docMkLst>
        <pc:docMk/>
      </pc:docMkLst>
      <pc:sldChg chg="modNotes">
        <pc:chgData name="Robin Kuhnhenne" userId="43964cd215a31544" providerId="Windows Live" clId="Web-{1C76024E-C959-A45C-7B29-68E9708509D5}" dt="2026-08-19T08:56:12.519" v="810"/>
        <pc:sldMkLst>
          <pc:docMk/>
          <pc:sldMk cId="0" sldId="278"/>
        </pc:sldMkLst>
      </pc:sldChg>
      <pc:sldChg chg="modNotes">
        <pc:chgData name="Robin Kuhnhenne" userId="43964cd215a31544" providerId="Windows Live" clId="Web-{1C76024E-C959-A45C-7B29-68E9708509D5}" dt="2026-08-19T08:42:14.101" v="567"/>
        <pc:sldMkLst>
          <pc:docMk/>
          <pc:sldMk cId="0" sldId="281"/>
        </pc:sldMkLst>
      </pc:sldChg>
      <pc:sldChg chg="modSp modNotes">
        <pc:chgData name="Robin Kuhnhenne" userId="43964cd215a31544" providerId="Windows Live" clId="Web-{1C76024E-C959-A45C-7B29-68E9708509D5}" dt="2026-08-19T09:00:19.199" v="826" actId="20577"/>
        <pc:sldMkLst>
          <pc:docMk/>
          <pc:sldMk cId="2310149572" sldId="298"/>
        </pc:sldMkLst>
        <pc:spChg chg="mod">
          <ac:chgData name="Robin Kuhnhenne" userId="43964cd215a31544" providerId="Windows Live" clId="Web-{1C76024E-C959-A45C-7B29-68E9708509D5}" dt="2026-08-19T09:00:19.199" v="826" actId="20577"/>
          <ac:spMkLst>
            <pc:docMk/>
            <pc:sldMk cId="2310149572" sldId="298"/>
            <ac:spMk id="7" creationId="{D67C5093-7E93-3CC5-A82B-B66A53C58BFF}"/>
          </ac:spMkLst>
        </pc:spChg>
      </pc:sldChg>
      <pc:sldChg chg="modNotes">
        <pc:chgData name="Robin Kuhnhenne" userId="43964cd215a31544" providerId="Windows Live" clId="Web-{1C76024E-C959-A45C-7B29-68E9708509D5}" dt="2026-08-19T08:38:22.171" v="411"/>
        <pc:sldMkLst>
          <pc:docMk/>
          <pc:sldMk cId="3786739178" sldId="300"/>
        </pc:sldMkLst>
      </pc:sldChg>
      <pc:sldChg chg="modSp modNotes">
        <pc:chgData name="Robin Kuhnhenne" userId="43964cd215a31544" providerId="Windows Live" clId="Web-{1C76024E-C959-A45C-7B29-68E9708509D5}" dt="2026-08-19T08:34:58.227" v="302"/>
        <pc:sldMkLst>
          <pc:docMk/>
          <pc:sldMk cId="728778457" sldId="301"/>
        </pc:sldMkLst>
        <pc:spChg chg="mod">
          <ac:chgData name="Robin Kuhnhenne" userId="43964cd215a31544" providerId="Windows Live" clId="Web-{1C76024E-C959-A45C-7B29-68E9708509D5}" dt="2026-08-19T08:32:48.363" v="199" actId="20577"/>
          <ac:spMkLst>
            <pc:docMk/>
            <pc:sldMk cId="728778457" sldId="301"/>
            <ac:spMk id="18" creationId="{6CFA25FF-165D-C809-975D-85D45A9526A8}"/>
          </ac:spMkLst>
        </pc:spChg>
        <pc:spChg chg="mod">
          <ac:chgData name="Robin Kuhnhenne" userId="43964cd215a31544" providerId="Windows Live" clId="Web-{1C76024E-C959-A45C-7B29-68E9708509D5}" dt="2026-08-19T08:05:35.624" v="75" actId="1076"/>
          <ac:spMkLst>
            <pc:docMk/>
            <pc:sldMk cId="728778457" sldId="301"/>
            <ac:spMk id="40" creationId="{400E0E27-37BB-DF35-00EB-B7DD747942ED}"/>
          </ac:spMkLst>
        </pc:spChg>
        <pc:spChg chg="mod">
          <ac:chgData name="Robin Kuhnhenne" userId="43964cd215a31544" providerId="Windows Live" clId="Web-{1C76024E-C959-A45C-7B29-68E9708509D5}" dt="2026-08-19T08:05:35.656" v="76" actId="1076"/>
          <ac:spMkLst>
            <pc:docMk/>
            <pc:sldMk cId="728778457" sldId="301"/>
            <ac:spMk id="41" creationId="{9D1B0F1C-8834-6609-946F-D2BDAA405534}"/>
          </ac:spMkLst>
        </pc:spChg>
      </pc:sldChg>
      <pc:sldChg chg="modSp modNotes">
        <pc:chgData name="Robin Kuhnhenne" userId="43964cd215a31544" providerId="Windows Live" clId="Web-{1C76024E-C959-A45C-7B29-68E9708509D5}" dt="2026-08-19T08:58:10.539" v="815"/>
        <pc:sldMkLst>
          <pc:docMk/>
          <pc:sldMk cId="2736261930" sldId="302"/>
        </pc:sldMkLst>
        <pc:spChg chg="mod">
          <ac:chgData name="Robin Kuhnhenne" userId="43964cd215a31544" providerId="Windows Live" clId="Web-{1C76024E-C959-A45C-7B29-68E9708509D5}" dt="2026-08-19T08:57:44.725" v="814" actId="20577"/>
          <ac:spMkLst>
            <pc:docMk/>
            <pc:sldMk cId="2736261930" sldId="302"/>
            <ac:spMk id="37" creationId="{37A2DB65-495E-6D18-76C9-0E578753969F}"/>
          </ac:spMkLst>
        </pc:spChg>
      </pc:sldChg>
      <pc:sldChg chg="ord modNotes">
        <pc:chgData name="Robin Kuhnhenne" userId="43964cd215a31544" providerId="Windows Live" clId="Web-{1C76024E-C959-A45C-7B29-68E9708509D5}" dt="2026-08-19T09:09:02.654" v="861"/>
        <pc:sldMkLst>
          <pc:docMk/>
          <pc:sldMk cId="3056663676" sldId="304"/>
        </pc:sldMkLst>
      </pc:sldChg>
      <pc:sldChg chg="delSp modSp">
        <pc:chgData name="Robin Kuhnhenne" userId="43964cd215a31544" providerId="Windows Live" clId="Web-{1C76024E-C959-A45C-7B29-68E9708509D5}" dt="2026-08-19T09:11:31.862" v="869"/>
        <pc:sldMkLst>
          <pc:docMk/>
          <pc:sldMk cId="1128727753" sldId="305"/>
        </pc:sldMkLst>
        <pc:spChg chg="del">
          <ac:chgData name="Robin Kuhnhenne" userId="43964cd215a31544" providerId="Windows Live" clId="Web-{1C76024E-C959-A45C-7B29-68E9708509D5}" dt="2026-08-19T09:11:31.862" v="869"/>
          <ac:spMkLst>
            <pc:docMk/>
            <pc:sldMk cId="1128727753" sldId="305"/>
            <ac:spMk id="20" creationId="{B55CF7C3-9E0F-8858-9D21-14F8D413E6DC}"/>
          </ac:spMkLst>
        </pc:spChg>
        <pc:spChg chg="del">
          <ac:chgData name="Robin Kuhnhenne" userId="43964cd215a31544" providerId="Windows Live" clId="Web-{1C76024E-C959-A45C-7B29-68E9708509D5}" dt="2026-08-19T09:11:31.862" v="868"/>
          <ac:spMkLst>
            <pc:docMk/>
            <pc:sldMk cId="1128727753" sldId="305"/>
            <ac:spMk id="21" creationId="{8AE66E27-CEF4-B652-2734-E1F64533DDCF}"/>
          </ac:spMkLst>
        </pc:spChg>
        <pc:spChg chg="del">
          <ac:chgData name="Robin Kuhnhenne" userId="43964cd215a31544" providerId="Windows Live" clId="Web-{1C76024E-C959-A45C-7B29-68E9708509D5}" dt="2026-08-19T09:11:31.862" v="867"/>
          <ac:spMkLst>
            <pc:docMk/>
            <pc:sldMk cId="1128727753" sldId="305"/>
            <ac:spMk id="22" creationId="{1589D2BF-5284-ABD3-DDBB-4D83AE149E17}"/>
          </ac:spMkLst>
        </pc:spChg>
        <pc:spChg chg="del">
          <ac:chgData name="Robin Kuhnhenne" userId="43964cd215a31544" providerId="Windows Live" clId="Web-{1C76024E-C959-A45C-7B29-68E9708509D5}" dt="2026-08-19T09:11:31.862" v="866"/>
          <ac:spMkLst>
            <pc:docMk/>
            <pc:sldMk cId="1128727753" sldId="305"/>
            <ac:spMk id="23" creationId="{5C0FAA96-8F77-2B15-F183-2285D9690C94}"/>
          </ac:spMkLst>
        </pc:spChg>
        <pc:spChg chg="del">
          <ac:chgData name="Robin Kuhnhenne" userId="43964cd215a31544" providerId="Windows Live" clId="Web-{1C76024E-C959-A45C-7B29-68E9708509D5}" dt="2026-08-19T09:11:31.862" v="865"/>
          <ac:spMkLst>
            <pc:docMk/>
            <pc:sldMk cId="1128727753" sldId="305"/>
            <ac:spMk id="24" creationId="{B4D2225C-1457-6A56-9129-C7C53D446E7D}"/>
          </ac:spMkLst>
        </pc:spChg>
        <pc:spChg chg="del">
          <ac:chgData name="Robin Kuhnhenne" userId="43964cd215a31544" providerId="Windows Live" clId="Web-{1C76024E-C959-A45C-7B29-68E9708509D5}" dt="2026-08-19T09:11:31.862" v="864"/>
          <ac:spMkLst>
            <pc:docMk/>
            <pc:sldMk cId="1128727753" sldId="305"/>
            <ac:spMk id="25" creationId="{AA5DE495-E6E0-088D-CAA2-71C2A64F49A4}"/>
          </ac:spMkLst>
        </pc:spChg>
        <pc:spChg chg="mod">
          <ac:chgData name="Robin Kuhnhenne" userId="43964cd215a31544" providerId="Windows Live" clId="Web-{1C76024E-C959-A45C-7B29-68E9708509D5}" dt="2026-08-19T09:09:43.530" v="863"/>
          <ac:spMkLst>
            <pc:docMk/>
            <pc:sldMk cId="1128727753" sldId="305"/>
            <ac:spMk id="42" creationId="{A1017C9D-1DA3-F397-44C4-A6EAC2D42613}"/>
          </ac:spMkLst>
        </pc:spChg>
      </pc:sldChg>
      <pc:sldChg chg="modNotes">
        <pc:chgData name="Robin Kuhnhenne" userId="43964cd215a31544" providerId="Windows Live" clId="Web-{1C76024E-C959-A45C-7B29-68E9708509D5}" dt="2026-08-19T09:05:24.569" v="854"/>
        <pc:sldMkLst>
          <pc:docMk/>
          <pc:sldMk cId="2921863098" sldId="307"/>
        </pc:sldMkLst>
      </pc:sldChg>
      <pc:sldChg chg="modSp modNotes">
        <pc:chgData name="Robin Kuhnhenne" userId="43964cd215a31544" providerId="Windows Live" clId="Web-{1C76024E-C959-A45C-7B29-68E9708509D5}" dt="2026-08-19T09:05:56.054" v="855"/>
        <pc:sldMkLst>
          <pc:docMk/>
          <pc:sldMk cId="1152525324" sldId="308"/>
        </pc:sldMkLst>
        <pc:spChg chg="mod">
          <ac:chgData name="Robin Kuhnhenne" userId="43964cd215a31544" providerId="Windows Live" clId="Web-{1C76024E-C959-A45C-7B29-68E9708509D5}" dt="2026-08-19T09:01:14.217" v="840" actId="20577"/>
          <ac:spMkLst>
            <pc:docMk/>
            <pc:sldMk cId="1152525324" sldId="308"/>
            <ac:spMk id="13" creationId="{221AD8F5-EF7B-A634-1B9F-9A9FB2ED9311}"/>
          </ac:spMkLst>
        </pc:spChg>
      </pc:sldChg>
      <pc:sldChg chg="modSp modNotes">
        <pc:chgData name="Robin Kuhnhenne" userId="43964cd215a31544" providerId="Windows Live" clId="Web-{1C76024E-C959-A45C-7B29-68E9708509D5}" dt="2026-08-19T09:06:09.977" v="856"/>
        <pc:sldMkLst>
          <pc:docMk/>
          <pc:sldMk cId="1444377636" sldId="309"/>
        </pc:sldMkLst>
        <pc:spChg chg="mod">
          <ac:chgData name="Robin Kuhnhenne" userId="43964cd215a31544" providerId="Windows Live" clId="Web-{1C76024E-C959-A45C-7B29-68E9708509D5}" dt="2026-08-19T09:01:48.452" v="853" actId="20577"/>
          <ac:spMkLst>
            <pc:docMk/>
            <pc:sldMk cId="1444377636" sldId="309"/>
            <ac:spMk id="13" creationId="{241EF32F-C536-C4D3-3170-9E0A2FE165F6}"/>
          </ac:spMkLst>
        </pc:spChg>
      </pc:sldChg>
      <pc:sldChg chg="modNotes">
        <pc:chgData name="Robin Kuhnhenne" userId="43964cd215a31544" providerId="Windows Live" clId="Web-{1C76024E-C959-A45C-7B29-68E9708509D5}" dt="2026-08-19T09:07:06.978" v="858"/>
        <pc:sldMkLst>
          <pc:docMk/>
          <pc:sldMk cId="1923676918" sldId="310"/>
        </pc:sldMkLst>
      </pc:sldChg>
      <pc:sldChg chg="modNotes">
        <pc:chgData name="Robin Kuhnhenne" userId="43964cd215a31544" providerId="Windows Live" clId="Web-{1C76024E-C959-A45C-7B29-68E9708509D5}" dt="2026-08-19T09:07:11.807" v="859"/>
        <pc:sldMkLst>
          <pc:docMk/>
          <pc:sldMk cId="3974342604" sldId="311"/>
        </pc:sldMkLst>
      </pc:sldChg>
    </pc:docChg>
  </pc:docChgLst>
  <pc:docChgLst>
    <pc:chgData name="Robin Kuhnhenne" userId="43964cd215a31544" providerId="Windows Live" clId="Web-{1A8B10D4-318B-C01A-9BD7-61BECA6DE664}"/>
    <pc:docChg chg="modSld">
      <pc:chgData name="Robin Kuhnhenne" userId="43964cd215a31544" providerId="Windows Live" clId="Web-{1A8B10D4-318B-C01A-9BD7-61BECA6DE664}" dt="2026-08-18T17:11:31.874" v="6"/>
      <pc:docMkLst>
        <pc:docMk/>
      </pc:docMkLst>
      <pc:sldChg chg="addSp delSp modSp">
        <pc:chgData name="Robin Kuhnhenne" userId="43964cd215a31544" providerId="Windows Live" clId="Web-{1A8B10D4-318B-C01A-9BD7-61BECA6DE664}" dt="2026-08-18T17:11:31.874" v="6"/>
        <pc:sldMkLst>
          <pc:docMk/>
          <pc:sldMk cId="1593049185" sldId="305"/>
        </pc:sldMkLst>
        <pc:graphicFrameChg chg="del mod">
          <ac:chgData name="Robin Kuhnhenne" userId="43964cd215a31544" providerId="Windows Live" clId="Web-{1A8B10D4-318B-C01A-9BD7-61BECA6DE664}" dt="2026-08-18T17:11:27.436" v="3"/>
          <ac:graphicFrameMkLst>
            <pc:docMk/>
            <pc:sldMk cId="1593049185" sldId="305"/>
            <ac:graphicFrameMk id="2" creationId="{AD4E91B1-49E7-4452-FF9C-33E6241D4171}"/>
          </ac:graphicFrameMkLst>
        </pc:graphicFrameChg>
        <pc:graphicFrameChg chg="add mod topLvl modGraphic">
          <ac:chgData name="Robin Kuhnhenne" userId="43964cd215a31544" providerId="Windows Live" clId="Web-{1A8B10D4-318B-C01A-9BD7-61BECA6DE664}" dt="2026-08-18T17:11:31.874" v="6"/>
          <ac:graphicFrameMkLst>
            <pc:docMk/>
            <pc:sldMk cId="1593049185" sldId="305"/>
            <ac:graphicFrameMk id="3" creationId="{07826BB2-449C-E568-9B89-32D67F43A57D}"/>
          </ac:graphicFrameMkLst>
        </pc:graphicFrameChg>
        <pc:graphicFrameChg chg="del">
          <ac:chgData name="Robin Kuhnhenne" userId="43964cd215a31544" providerId="Windows Live" clId="Web-{1A8B10D4-318B-C01A-9BD7-61BECA6DE664}" dt="2026-08-18T17:11:28.092" v="4"/>
          <ac:graphicFrameMkLst>
            <pc:docMk/>
            <pc:sldMk cId="1593049185" sldId="305"/>
            <ac:graphicFrameMk id="4" creationId="{1967593F-1A20-6B45-F7F0-C31FF3858338}"/>
          </ac:graphicFrameMkLst>
        </pc:graphicFrameChg>
      </pc:sldChg>
    </pc:docChg>
  </pc:docChgLst>
  <pc:docChgLst>
    <pc:chgData name="Robin Kuhnhenne" userId="43964cd215a31544" providerId="Windows Live" clId="Web-{FD9D8928-0555-767C-256E-68D092FC9028}"/>
    <pc:docChg chg="addSld delSld modSld">
      <pc:chgData name="Robin Kuhnhenne" userId="43964cd215a31544" providerId="Windows Live" clId="Web-{FD9D8928-0555-767C-256E-68D092FC9028}" dt="2026-08-18T17:50:16.425" v="618" actId="20577"/>
      <pc:docMkLst>
        <pc:docMk/>
      </pc:docMkLst>
      <pc:sldChg chg="add del">
        <pc:chgData name="Robin Kuhnhenne" userId="43964cd215a31544" providerId="Windows Live" clId="Web-{FD9D8928-0555-767C-256E-68D092FC9028}" dt="2026-08-18T17:40:42.605" v="515"/>
        <pc:sldMkLst>
          <pc:docMk/>
          <pc:sldMk cId="0" sldId="278"/>
        </pc:sldMkLst>
      </pc:sldChg>
      <pc:sldChg chg="addSp delSp modSp">
        <pc:chgData name="Robin Kuhnhenne" userId="43964cd215a31544" providerId="Windows Live" clId="Web-{FD9D8928-0555-767C-256E-68D092FC9028}" dt="2026-08-18T17:23:41.042" v="63" actId="1076"/>
        <pc:sldMkLst>
          <pc:docMk/>
          <pc:sldMk cId="2310149572" sldId="298"/>
        </pc:sldMkLst>
        <pc:spChg chg="mod">
          <ac:chgData name="Robin Kuhnhenne" userId="43964cd215a31544" providerId="Windows Live" clId="Web-{FD9D8928-0555-767C-256E-68D092FC9028}" dt="2026-08-18T17:18:24.175" v="7" actId="20577"/>
          <ac:spMkLst>
            <pc:docMk/>
            <pc:sldMk cId="2310149572" sldId="298"/>
            <ac:spMk id="9" creationId="{799B7196-D5DC-22D2-2B92-BAC1038D7EC0}"/>
          </ac:spMkLst>
        </pc:spChg>
        <pc:picChg chg="add mod">
          <ac:chgData name="Robin Kuhnhenne" userId="43964cd215a31544" providerId="Windows Live" clId="Web-{FD9D8928-0555-767C-256E-68D092FC9028}" dt="2026-08-18T17:23:41.042" v="63" actId="1076"/>
          <ac:picMkLst>
            <pc:docMk/>
            <pc:sldMk cId="2310149572" sldId="298"/>
            <ac:picMk id="5" creationId="{2B13166E-2E35-FE42-F532-6F5B9632A17E}"/>
          </ac:picMkLst>
        </pc:picChg>
        <pc:picChg chg="del">
          <ac:chgData name="Robin Kuhnhenne" userId="43964cd215a31544" providerId="Windows Live" clId="Web-{FD9D8928-0555-767C-256E-68D092FC9028}" dt="2026-08-18T17:23:28.588" v="59"/>
          <ac:picMkLst>
            <pc:docMk/>
            <pc:sldMk cId="2310149572" sldId="298"/>
            <ac:picMk id="11" creationId="{1A4FEE82-6257-C396-4195-129C2E4C549F}"/>
          </ac:picMkLst>
        </pc:picChg>
      </pc:sldChg>
      <pc:sldChg chg="addSp delSp modSp">
        <pc:chgData name="Robin Kuhnhenne" userId="43964cd215a31544" providerId="Windows Live" clId="Web-{FD9D8928-0555-767C-256E-68D092FC9028}" dt="2026-08-18T17:40:51.977" v="518"/>
        <pc:sldMkLst>
          <pc:docMk/>
          <pc:sldMk cId="2736261930" sldId="302"/>
        </pc:sldMkLst>
        <pc:spChg chg="del">
          <ac:chgData name="Robin Kuhnhenne" userId="43964cd215a31544" providerId="Windows Live" clId="Web-{FD9D8928-0555-767C-256E-68D092FC9028}" dt="2026-08-18T17:40:51.977" v="518"/>
          <ac:spMkLst>
            <pc:docMk/>
            <pc:sldMk cId="2736261930" sldId="302"/>
            <ac:spMk id="9" creationId="{DBA4077C-7F1D-876D-35F5-9D989BCE3480}"/>
          </ac:spMkLst>
        </pc:spChg>
        <pc:spChg chg="add mod">
          <ac:chgData name="Robin Kuhnhenne" userId="43964cd215a31544" providerId="Windows Live" clId="Web-{FD9D8928-0555-767C-256E-68D092FC9028}" dt="2026-08-18T17:24:09.200" v="71" actId="1076"/>
          <ac:spMkLst>
            <pc:docMk/>
            <pc:sldMk cId="2736261930" sldId="302"/>
            <ac:spMk id="12" creationId="{4CDE9BEA-9BDA-2E6D-E25A-DC8D20C823F5}"/>
          </ac:spMkLst>
        </pc:spChg>
        <pc:spChg chg="add mod">
          <ac:chgData name="Robin Kuhnhenne" userId="43964cd215a31544" providerId="Windows Live" clId="Web-{FD9D8928-0555-767C-256E-68D092FC9028}" dt="2026-08-18T17:28:44.720" v="145" actId="20577"/>
          <ac:spMkLst>
            <pc:docMk/>
            <pc:sldMk cId="2736261930" sldId="302"/>
            <ac:spMk id="14" creationId="{15A4E50A-8071-D875-11AF-97A4CF8C2E84}"/>
          </ac:spMkLst>
        </pc:spChg>
        <pc:spChg chg="del">
          <ac:chgData name="Robin Kuhnhenne" userId="43964cd215a31544" providerId="Windows Live" clId="Web-{FD9D8928-0555-767C-256E-68D092FC9028}" dt="2026-08-18T17:40:51.977" v="517"/>
          <ac:spMkLst>
            <pc:docMk/>
            <pc:sldMk cId="2736261930" sldId="302"/>
            <ac:spMk id="28" creationId="{010846AB-F354-6AB8-EAE7-D2BE9C4E70F0}"/>
          </ac:spMkLst>
        </pc:spChg>
        <pc:spChg chg="mod">
          <ac:chgData name="Robin Kuhnhenne" userId="43964cd215a31544" providerId="Windows Live" clId="Web-{FD9D8928-0555-767C-256E-68D092FC9028}" dt="2026-08-18T17:37:58.605" v="507" actId="20577"/>
          <ac:spMkLst>
            <pc:docMk/>
            <pc:sldMk cId="2736261930" sldId="302"/>
            <ac:spMk id="31" creationId="{5D9FD946-243D-661F-DC0D-6E94568F57D8}"/>
          </ac:spMkLst>
        </pc:spChg>
        <pc:spChg chg="mod">
          <ac:chgData name="Robin Kuhnhenne" userId="43964cd215a31544" providerId="Windows Live" clId="Web-{FD9D8928-0555-767C-256E-68D092FC9028}" dt="2026-08-18T17:40:47.289" v="516" actId="20577"/>
          <ac:spMkLst>
            <pc:docMk/>
            <pc:sldMk cId="2736261930" sldId="302"/>
            <ac:spMk id="37" creationId="{37A2DB65-495E-6D18-76C9-0E578753969F}"/>
          </ac:spMkLst>
        </pc:spChg>
        <pc:picChg chg="add del mod">
          <ac:chgData name="Robin Kuhnhenne" userId="43964cd215a31544" providerId="Windows Live" clId="Web-{FD9D8928-0555-767C-256E-68D092FC9028}" dt="2026-08-18T17:24:15.888" v="73"/>
          <ac:picMkLst>
            <pc:docMk/>
            <pc:sldMk cId="2736261930" sldId="302"/>
            <ac:picMk id="6" creationId="{6164869C-28CF-BEC3-251B-17E885274C97}"/>
          </ac:picMkLst>
        </pc:picChg>
      </pc:sldChg>
      <pc:sldChg chg="addSp delSp modSp add replId">
        <pc:chgData name="Robin Kuhnhenne" userId="43964cd215a31544" providerId="Windows Live" clId="Web-{FD9D8928-0555-767C-256E-68D092FC9028}" dt="2026-08-18T17:22:59.117" v="58" actId="20577"/>
        <pc:sldMkLst>
          <pc:docMk/>
          <pc:sldMk cId="3056663676" sldId="304"/>
        </pc:sldMkLst>
        <pc:spChg chg="mod">
          <ac:chgData name="Robin Kuhnhenne" userId="43964cd215a31544" providerId="Windows Live" clId="Web-{FD9D8928-0555-767C-256E-68D092FC9028}" dt="2026-08-18T17:22:59.117" v="58" actId="20577"/>
          <ac:spMkLst>
            <pc:docMk/>
            <pc:sldMk cId="3056663676" sldId="304"/>
            <ac:spMk id="4" creationId="{D2558639-C173-8ACC-FB9C-C06614EEE875}"/>
          </ac:spMkLst>
        </pc:spChg>
        <pc:spChg chg="del">
          <ac:chgData name="Robin Kuhnhenne" userId="43964cd215a31544" providerId="Windows Live" clId="Web-{FD9D8928-0555-767C-256E-68D092FC9028}" dt="2026-08-18T17:22:48.475" v="44"/>
          <ac:spMkLst>
            <pc:docMk/>
            <pc:sldMk cId="3056663676" sldId="304"/>
            <ac:spMk id="6" creationId="{BFD4CC81-B88E-ECA7-B2BE-BEDF066223F2}"/>
          </ac:spMkLst>
        </pc:spChg>
        <pc:spChg chg="del">
          <ac:chgData name="Robin Kuhnhenne" userId="43964cd215a31544" providerId="Windows Live" clId="Web-{FD9D8928-0555-767C-256E-68D092FC9028}" dt="2026-08-18T17:22:48.475" v="43"/>
          <ac:spMkLst>
            <pc:docMk/>
            <pc:sldMk cId="3056663676" sldId="304"/>
            <ac:spMk id="7" creationId="{1A5ACB36-128B-9843-5858-B0D102D1D9B4}"/>
          </ac:spMkLst>
        </pc:spChg>
        <pc:spChg chg="del">
          <ac:chgData name="Robin Kuhnhenne" userId="43964cd215a31544" providerId="Windows Live" clId="Web-{FD9D8928-0555-767C-256E-68D092FC9028}" dt="2026-08-18T17:22:50.007" v="47"/>
          <ac:spMkLst>
            <pc:docMk/>
            <pc:sldMk cId="3056663676" sldId="304"/>
            <ac:spMk id="8" creationId="{675EFA62-F732-F9D0-7515-509A4A59FB35}"/>
          </ac:spMkLst>
        </pc:spChg>
        <pc:spChg chg="del">
          <ac:chgData name="Robin Kuhnhenne" userId="43964cd215a31544" providerId="Windows Live" clId="Web-{FD9D8928-0555-767C-256E-68D092FC9028}" dt="2026-08-18T17:22:50.007" v="46"/>
          <ac:spMkLst>
            <pc:docMk/>
            <pc:sldMk cId="3056663676" sldId="304"/>
            <ac:spMk id="9" creationId="{6DC9D873-3535-4135-B9F9-3FE54910FC8D}"/>
          </ac:spMkLst>
        </pc:spChg>
        <pc:spChg chg="mod">
          <ac:chgData name="Robin Kuhnhenne" userId="43964cd215a31544" providerId="Windows Live" clId="Web-{FD9D8928-0555-767C-256E-68D092FC9028}" dt="2026-08-18T17:22:44.959" v="42" actId="20577"/>
          <ac:spMkLst>
            <pc:docMk/>
            <pc:sldMk cId="3056663676" sldId="304"/>
            <ac:spMk id="13" creationId="{999479DA-8724-3601-1AD3-47B44C2380A0}"/>
          </ac:spMkLst>
        </pc:spChg>
        <pc:picChg chg="add mod">
          <ac:chgData name="Robin Kuhnhenne" userId="43964cd215a31544" providerId="Windows Live" clId="Web-{FD9D8928-0555-767C-256E-68D092FC9028}" dt="2026-08-18T17:19:34.836" v="14" actId="1076"/>
          <ac:picMkLst>
            <pc:docMk/>
            <pc:sldMk cId="3056663676" sldId="304"/>
            <ac:picMk id="5" creationId="{ED972B51-DE74-C407-D1FD-0EFD07F9550F}"/>
          </ac:picMkLst>
        </pc:picChg>
        <pc:picChg chg="del">
          <ac:chgData name="Robin Kuhnhenne" userId="43964cd215a31544" providerId="Windows Live" clId="Web-{FD9D8928-0555-767C-256E-68D092FC9028}" dt="2026-08-18T17:22:49.991" v="45"/>
          <ac:picMkLst>
            <pc:docMk/>
            <pc:sldMk cId="3056663676" sldId="304"/>
            <ac:picMk id="11" creationId="{6B2FCD5E-88DF-7195-2091-4960AF7DD22F}"/>
          </ac:picMkLst>
        </pc:picChg>
        <pc:picChg chg="add mod">
          <ac:chgData name="Robin Kuhnhenne" userId="43964cd215a31544" providerId="Windows Live" clId="Web-{FD9D8928-0555-767C-256E-68D092FC9028}" dt="2026-08-18T17:19:56.744" v="19" actId="1076"/>
          <ac:picMkLst>
            <pc:docMk/>
            <pc:sldMk cId="3056663676" sldId="304"/>
            <ac:picMk id="12" creationId="{0E3E0511-A364-5FBA-F13B-F03260379EE0}"/>
          </ac:picMkLst>
        </pc:picChg>
        <pc:picChg chg="del">
          <ac:chgData name="Robin Kuhnhenne" userId="43964cd215a31544" providerId="Windows Live" clId="Web-{FD9D8928-0555-767C-256E-68D092FC9028}" dt="2026-08-18T17:19:45.556" v="15"/>
          <ac:picMkLst>
            <pc:docMk/>
            <pc:sldMk cId="3056663676" sldId="304"/>
            <ac:picMk id="27" creationId="{F760C2AA-3380-D8A5-6BAB-CE4548FACD40}"/>
          </ac:picMkLst>
        </pc:picChg>
        <pc:picChg chg="del">
          <ac:chgData name="Robin Kuhnhenne" userId="43964cd215a31544" providerId="Windows Live" clId="Web-{FD9D8928-0555-767C-256E-68D092FC9028}" dt="2026-08-18T17:19:21.382" v="11"/>
          <ac:picMkLst>
            <pc:docMk/>
            <pc:sldMk cId="3056663676" sldId="304"/>
            <ac:picMk id="28" creationId="{6E9DE27C-BAE9-03B5-09B1-13A8D2DA7EA4}"/>
          </ac:picMkLst>
        </pc:picChg>
      </pc:sldChg>
      <pc:sldChg chg="del">
        <pc:chgData name="Robin Kuhnhenne" userId="43964cd215a31544" providerId="Windows Live" clId="Web-{FD9D8928-0555-767C-256E-68D092FC9028}" dt="2026-08-18T17:15:58.929" v="3"/>
        <pc:sldMkLst>
          <pc:docMk/>
          <pc:sldMk cId="4006520700" sldId="304"/>
        </pc:sldMkLst>
      </pc:sldChg>
      <pc:sldChg chg="addSp delSp modSp add replId">
        <pc:chgData name="Robin Kuhnhenne" userId="43964cd215a31544" providerId="Windows Live" clId="Web-{FD9D8928-0555-767C-256E-68D092FC9028}" dt="2026-08-18T17:50:16.425" v="618" actId="20577"/>
        <pc:sldMkLst>
          <pc:docMk/>
          <pc:sldMk cId="1128727753" sldId="305"/>
        </pc:sldMkLst>
        <pc:spChg chg="mod">
          <ac:chgData name="Robin Kuhnhenne" userId="43964cd215a31544" providerId="Windows Live" clId="Web-{FD9D8928-0555-767C-256E-68D092FC9028}" dt="2026-08-18T17:37:19.790" v="505" actId="20577"/>
          <ac:spMkLst>
            <pc:docMk/>
            <pc:sldMk cId="1128727753" sldId="305"/>
            <ac:spMk id="4" creationId="{FD2B86AF-DFF0-DF17-0BF3-073471FA9F2B}"/>
          </ac:spMkLst>
        </pc:spChg>
        <pc:spChg chg="add del mod">
          <ac:chgData name="Robin Kuhnhenne" userId="43964cd215a31544" providerId="Windows Live" clId="Web-{FD9D8928-0555-767C-256E-68D092FC9028}" dt="2026-08-18T17:33:10.443" v="351"/>
          <ac:spMkLst>
            <pc:docMk/>
            <pc:sldMk cId="1128727753" sldId="305"/>
            <ac:spMk id="7" creationId="{86C23D31-CEA2-9061-789E-551E6408BE3A}"/>
          </ac:spMkLst>
        </pc:spChg>
        <pc:spChg chg="add mod">
          <ac:chgData name="Robin Kuhnhenne" userId="43964cd215a31544" providerId="Windows Live" clId="Web-{FD9D8928-0555-767C-256E-68D092FC9028}" dt="2026-08-18T17:31:36.874" v="200" actId="1076"/>
          <ac:spMkLst>
            <pc:docMk/>
            <pc:sldMk cId="1128727753" sldId="305"/>
            <ac:spMk id="9" creationId="{49656EE1-6D7C-9A0F-0F82-6C0D7C1ED310}"/>
          </ac:spMkLst>
        </pc:spChg>
        <pc:spChg chg="del">
          <ac:chgData name="Robin Kuhnhenne" userId="43964cd215a31544" providerId="Windows Live" clId="Web-{FD9D8928-0555-767C-256E-68D092FC9028}" dt="2026-08-18T17:31:19.357" v="187"/>
          <ac:spMkLst>
            <pc:docMk/>
            <pc:sldMk cId="1128727753" sldId="305"/>
            <ac:spMk id="10" creationId="{C397E25E-859D-ABB7-6A51-BC2191D56CE7}"/>
          </ac:spMkLst>
        </pc:spChg>
        <pc:spChg chg="del">
          <ac:chgData name="Robin Kuhnhenne" userId="43964cd215a31544" providerId="Windows Live" clId="Web-{FD9D8928-0555-767C-256E-68D092FC9028}" dt="2026-08-18T17:31:20.904" v="188"/>
          <ac:spMkLst>
            <pc:docMk/>
            <pc:sldMk cId="1128727753" sldId="305"/>
            <ac:spMk id="13" creationId="{48929FC8-3587-DB39-1173-94E5287E7554}"/>
          </ac:spMkLst>
        </pc:spChg>
        <pc:spChg chg="add mod">
          <ac:chgData name="Robin Kuhnhenne" userId="43964cd215a31544" providerId="Windows Live" clId="Web-{FD9D8928-0555-767C-256E-68D092FC9028}" dt="2026-08-18T17:32:04.501" v="253" actId="20577"/>
          <ac:spMkLst>
            <pc:docMk/>
            <pc:sldMk cId="1128727753" sldId="305"/>
            <ac:spMk id="14" creationId="{A55DF6E2-635E-7A2D-85C0-B6FD1B36F68B}"/>
          </ac:spMkLst>
        </pc:spChg>
        <pc:spChg chg="add mod">
          <ac:chgData name="Robin Kuhnhenne" userId="43964cd215a31544" providerId="Windows Live" clId="Web-{FD9D8928-0555-767C-256E-68D092FC9028}" dt="2026-08-18T17:32:54.051" v="345" actId="20577"/>
          <ac:spMkLst>
            <pc:docMk/>
            <pc:sldMk cId="1128727753" sldId="305"/>
            <ac:spMk id="16" creationId="{169A8878-D25E-88D2-3EFB-1224D47737C2}"/>
          </ac:spMkLst>
        </pc:spChg>
        <pc:spChg chg="add del mod">
          <ac:chgData name="Robin Kuhnhenne" userId="43964cd215a31544" providerId="Windows Live" clId="Web-{FD9D8928-0555-767C-256E-68D092FC9028}" dt="2026-08-18T17:33:10.443" v="350"/>
          <ac:spMkLst>
            <pc:docMk/>
            <pc:sldMk cId="1128727753" sldId="305"/>
            <ac:spMk id="18" creationId="{A215CAEF-38B9-BA5D-601F-7205FAFBB843}"/>
          </ac:spMkLst>
        </pc:spChg>
        <pc:spChg chg="add del mod">
          <ac:chgData name="Robin Kuhnhenne" userId="43964cd215a31544" providerId="Windows Live" clId="Web-{FD9D8928-0555-767C-256E-68D092FC9028}" dt="2026-08-18T17:33:10.443" v="349"/>
          <ac:spMkLst>
            <pc:docMk/>
            <pc:sldMk cId="1128727753" sldId="305"/>
            <ac:spMk id="28" creationId="{67CBBF6F-6383-B485-B840-F2EAC6FF8F55}"/>
          </ac:spMkLst>
        </pc:spChg>
        <pc:spChg chg="add mod">
          <ac:chgData name="Robin Kuhnhenne" userId="43964cd215a31544" providerId="Windows Live" clId="Web-{FD9D8928-0555-767C-256E-68D092FC9028}" dt="2026-08-18T17:31:36.968" v="205" actId="1076"/>
          <ac:spMkLst>
            <pc:docMk/>
            <pc:sldMk cId="1128727753" sldId="305"/>
            <ac:spMk id="30" creationId="{D12CD9A1-1CC9-1161-0B69-9B2632FECDC4}"/>
          </ac:spMkLst>
        </pc:spChg>
        <pc:spChg chg="add del mod">
          <ac:chgData name="Robin Kuhnhenne" userId="43964cd215a31544" providerId="Windows Live" clId="Web-{FD9D8928-0555-767C-256E-68D092FC9028}" dt="2026-08-18T17:33:10.443" v="348"/>
          <ac:spMkLst>
            <pc:docMk/>
            <pc:sldMk cId="1128727753" sldId="305"/>
            <ac:spMk id="32" creationId="{A5CA3115-2E17-29AC-A704-0CEC22E2FE27}"/>
          </ac:spMkLst>
        </pc:spChg>
        <pc:spChg chg="add del mod">
          <ac:chgData name="Robin Kuhnhenne" userId="43964cd215a31544" providerId="Windows Live" clId="Web-{FD9D8928-0555-767C-256E-68D092FC9028}" dt="2026-08-18T17:33:10.428" v="347"/>
          <ac:spMkLst>
            <pc:docMk/>
            <pc:sldMk cId="1128727753" sldId="305"/>
            <ac:spMk id="34" creationId="{ED78501B-662C-21B8-8E41-D3DA5FFF3A3D}"/>
          </ac:spMkLst>
        </pc:spChg>
        <pc:spChg chg="add del mod">
          <ac:chgData name="Robin Kuhnhenne" userId="43964cd215a31544" providerId="Windows Live" clId="Web-{FD9D8928-0555-767C-256E-68D092FC9028}" dt="2026-08-18T17:33:10.428" v="346"/>
          <ac:spMkLst>
            <pc:docMk/>
            <pc:sldMk cId="1128727753" sldId="305"/>
            <ac:spMk id="36" creationId="{864AAE7F-3520-3735-BF9F-A6403E7A67BC}"/>
          </ac:spMkLst>
        </pc:spChg>
        <pc:spChg chg="add mod">
          <ac:chgData name="Robin Kuhnhenne" userId="43964cd215a31544" providerId="Windows Live" clId="Web-{FD9D8928-0555-767C-256E-68D092FC9028}" dt="2026-08-18T17:33:26.382" v="360" actId="1076"/>
          <ac:spMkLst>
            <pc:docMk/>
            <pc:sldMk cId="1128727753" sldId="305"/>
            <ac:spMk id="37" creationId="{02415AEE-6404-0D92-E0DD-934871FFB6E4}"/>
          </ac:spMkLst>
        </pc:spChg>
        <pc:spChg chg="add mod">
          <ac:chgData name="Robin Kuhnhenne" userId="43964cd215a31544" providerId="Windows Live" clId="Web-{FD9D8928-0555-767C-256E-68D092FC9028}" dt="2026-08-18T17:33:34.601" v="381" actId="20577"/>
          <ac:spMkLst>
            <pc:docMk/>
            <pc:sldMk cId="1128727753" sldId="305"/>
            <ac:spMk id="38" creationId="{AA0029ED-B828-A5FD-197A-D90C087CFC6B}"/>
          </ac:spMkLst>
        </pc:spChg>
        <pc:spChg chg="add del mod">
          <ac:chgData name="Robin Kuhnhenne" userId="43964cd215a31544" providerId="Windows Live" clId="Web-{FD9D8928-0555-767C-256E-68D092FC9028}" dt="2026-08-18T17:33:38.680" v="383"/>
          <ac:spMkLst>
            <pc:docMk/>
            <pc:sldMk cId="1128727753" sldId="305"/>
            <ac:spMk id="39" creationId="{85245318-4FE4-125C-EB42-1C37A89BA4E9}"/>
          </ac:spMkLst>
        </pc:spChg>
        <pc:spChg chg="add del mod">
          <ac:chgData name="Robin Kuhnhenne" userId="43964cd215a31544" providerId="Windows Live" clId="Web-{FD9D8928-0555-767C-256E-68D092FC9028}" dt="2026-08-18T17:33:38.680" v="382"/>
          <ac:spMkLst>
            <pc:docMk/>
            <pc:sldMk cId="1128727753" sldId="305"/>
            <ac:spMk id="40" creationId="{67991744-EA95-2F8E-E519-E159778C12C1}"/>
          </ac:spMkLst>
        </pc:spChg>
        <pc:spChg chg="add mod">
          <ac:chgData name="Robin Kuhnhenne" userId="43964cd215a31544" providerId="Windows Live" clId="Web-{FD9D8928-0555-767C-256E-68D092FC9028}" dt="2026-08-18T17:33:51.337" v="392" actId="1076"/>
          <ac:spMkLst>
            <pc:docMk/>
            <pc:sldMk cId="1128727753" sldId="305"/>
            <ac:spMk id="41" creationId="{7E1D728B-CDF2-DF91-0508-3D4A59C1B7F2}"/>
          </ac:spMkLst>
        </pc:spChg>
        <pc:spChg chg="add mod">
          <ac:chgData name="Robin Kuhnhenne" userId="43964cd215a31544" providerId="Windows Live" clId="Web-{FD9D8928-0555-767C-256E-68D092FC9028}" dt="2026-08-18T17:34:41.091" v="429" actId="20577"/>
          <ac:spMkLst>
            <pc:docMk/>
            <pc:sldMk cId="1128727753" sldId="305"/>
            <ac:spMk id="42" creationId="{A1017C9D-1DA3-F397-44C4-A6EAC2D42613}"/>
          </ac:spMkLst>
        </pc:spChg>
        <pc:spChg chg="add del mod">
          <ac:chgData name="Robin Kuhnhenne" userId="43964cd215a31544" providerId="Windows Live" clId="Web-{FD9D8928-0555-767C-256E-68D092FC9028}" dt="2026-08-18T17:34:42.513" v="431"/>
          <ac:spMkLst>
            <pc:docMk/>
            <pc:sldMk cId="1128727753" sldId="305"/>
            <ac:spMk id="43" creationId="{B553BE51-5E9C-528A-1EA5-4C459588329C}"/>
          </ac:spMkLst>
        </pc:spChg>
        <pc:spChg chg="add del mod">
          <ac:chgData name="Robin Kuhnhenne" userId="43964cd215a31544" providerId="Windows Live" clId="Web-{FD9D8928-0555-767C-256E-68D092FC9028}" dt="2026-08-18T17:34:42.513" v="430"/>
          <ac:spMkLst>
            <pc:docMk/>
            <pc:sldMk cId="1128727753" sldId="305"/>
            <ac:spMk id="44" creationId="{82670BFB-D367-7678-2A82-2269FADB3F6E}"/>
          </ac:spMkLst>
        </pc:spChg>
        <pc:spChg chg="add mod">
          <ac:chgData name="Robin Kuhnhenne" userId="43964cd215a31544" providerId="Windows Live" clId="Web-{FD9D8928-0555-767C-256E-68D092FC9028}" dt="2026-08-18T17:36:45.428" v="504" actId="20577"/>
          <ac:spMkLst>
            <pc:docMk/>
            <pc:sldMk cId="1128727753" sldId="305"/>
            <ac:spMk id="45" creationId="{095CD2EE-EB4E-7813-658B-785BAE27E06B}"/>
          </ac:spMkLst>
        </pc:spChg>
        <pc:spChg chg="add mod">
          <ac:chgData name="Robin Kuhnhenne" userId="43964cd215a31544" providerId="Windows Live" clId="Web-{FD9D8928-0555-767C-256E-68D092FC9028}" dt="2026-08-18T17:35:20.640" v="437" actId="1076"/>
          <ac:spMkLst>
            <pc:docMk/>
            <pc:sldMk cId="1128727753" sldId="305"/>
            <ac:spMk id="46" creationId="{4713DF34-AD45-1260-3F14-C326A74972C8}"/>
          </ac:spMkLst>
        </pc:spChg>
        <pc:spChg chg="add mod">
          <ac:chgData name="Robin Kuhnhenne" userId="43964cd215a31544" providerId="Windows Live" clId="Web-{FD9D8928-0555-767C-256E-68D092FC9028}" dt="2026-08-18T17:49:17.546" v="527" actId="1076"/>
          <ac:spMkLst>
            <pc:docMk/>
            <pc:sldMk cId="1128727753" sldId="305"/>
            <ac:spMk id="47" creationId="{AF606251-E8E0-B064-8ECF-2ADB35AA0060}"/>
          </ac:spMkLst>
        </pc:spChg>
        <pc:spChg chg="add mod">
          <ac:chgData name="Robin Kuhnhenne" userId="43964cd215a31544" providerId="Windows Live" clId="Web-{FD9D8928-0555-767C-256E-68D092FC9028}" dt="2026-08-18T17:49:39.297" v="559" actId="20577"/>
          <ac:spMkLst>
            <pc:docMk/>
            <pc:sldMk cId="1128727753" sldId="305"/>
            <ac:spMk id="48" creationId="{C75241BE-6BE0-ABB5-9CDA-D0C3CC869B98}"/>
          </ac:spMkLst>
        </pc:spChg>
        <pc:spChg chg="add mod">
          <ac:chgData name="Robin Kuhnhenne" userId="43964cd215a31544" providerId="Windows Live" clId="Web-{FD9D8928-0555-767C-256E-68D092FC9028}" dt="2026-08-18T17:50:16.425" v="618" actId="20577"/>
          <ac:spMkLst>
            <pc:docMk/>
            <pc:sldMk cId="1128727753" sldId="305"/>
            <ac:spMk id="49" creationId="{E00DFD51-2B9D-5CC6-4F6E-6DEF1F42F037}"/>
          </ac:spMkLst>
        </pc:spChg>
        <pc:spChg chg="add mod">
          <ac:chgData name="Robin Kuhnhenne" userId="43964cd215a31544" providerId="Windows Live" clId="Web-{FD9D8928-0555-767C-256E-68D092FC9028}" dt="2026-08-18T17:49:17.592" v="530" actId="1076"/>
          <ac:spMkLst>
            <pc:docMk/>
            <pc:sldMk cId="1128727753" sldId="305"/>
            <ac:spMk id="50" creationId="{6178B9BE-4D78-D895-89DC-63A3AF6A32D4}"/>
          </ac:spMkLst>
        </pc:spChg>
        <pc:picChg chg="del">
          <ac:chgData name="Robin Kuhnhenne" userId="43964cd215a31544" providerId="Windows Live" clId="Web-{FD9D8928-0555-767C-256E-68D092FC9028}" dt="2026-08-18T17:31:16.497" v="185"/>
          <ac:picMkLst>
            <pc:docMk/>
            <pc:sldMk cId="1128727753" sldId="305"/>
            <ac:picMk id="5" creationId="{82A05146-96BF-2D3B-C312-CE6C065DC193}"/>
          </ac:picMkLst>
        </pc:picChg>
        <pc:picChg chg="del">
          <ac:chgData name="Robin Kuhnhenne" userId="43964cd215a31544" providerId="Windows Live" clId="Web-{FD9D8928-0555-767C-256E-68D092FC9028}" dt="2026-08-18T17:31:17.341" v="186"/>
          <ac:picMkLst>
            <pc:docMk/>
            <pc:sldMk cId="1128727753" sldId="305"/>
            <ac:picMk id="12" creationId="{68B8FF5C-2AB9-0E42-5D0D-07FA81229201}"/>
          </ac:picMkLst>
        </pc:picChg>
      </pc:sldChg>
      <pc:sldChg chg="modSp del">
        <pc:chgData name="Robin Kuhnhenne" userId="43964cd215a31544" providerId="Windows Live" clId="Web-{FD9D8928-0555-767C-256E-68D092FC9028}" dt="2026-08-18T17:16:00.492" v="4"/>
        <pc:sldMkLst>
          <pc:docMk/>
          <pc:sldMk cId="1593049185" sldId="305"/>
        </pc:sldMkLst>
        <pc:graphicFrameChg chg="mod">
          <ac:chgData name="Robin Kuhnhenne" userId="43964cd215a31544" providerId="Windows Live" clId="Web-{FD9D8928-0555-767C-256E-68D092FC9028}" dt="2026-08-18T17:15:36.693" v="2" actId="1076"/>
          <ac:graphicFrameMkLst>
            <pc:docMk/>
            <pc:sldMk cId="1593049185" sldId="305"/>
            <ac:graphicFrameMk id="3" creationId="{07826BB2-449C-E568-9B89-32D67F43A57D}"/>
          </ac:graphicFrameMkLst>
        </pc:graphicFrameChg>
      </pc:sldChg>
    </pc:docChg>
  </pc:docChgLst>
  <pc:docChgLst>
    <pc:chgData name="Robin Kuhnhenne" userId="43964cd215a31544" providerId="Windows Live" clId="Web-{BBD22AC8-6135-21DB-3079-5A2129A87CBA}"/>
    <pc:docChg chg="modSld">
      <pc:chgData name="Robin Kuhnhenne" userId="43964cd215a31544" providerId="Windows Live" clId="Web-{BBD22AC8-6135-21DB-3079-5A2129A87CBA}" dt="2026-08-18T23:38:52.374" v="6"/>
      <pc:docMkLst>
        <pc:docMk/>
      </pc:docMkLst>
      <pc:sldChg chg="addSp delSp modSp">
        <pc:chgData name="Robin Kuhnhenne" userId="43964cd215a31544" providerId="Windows Live" clId="Web-{BBD22AC8-6135-21DB-3079-5A2129A87CBA}" dt="2026-08-18T23:38:52.374" v="6"/>
        <pc:sldMkLst>
          <pc:docMk/>
          <pc:sldMk cId="0" sldId="278"/>
        </pc:sldMkLst>
        <pc:graphicFrameChg chg="mod modGraphic">
          <ac:chgData name="Robin Kuhnhenne" userId="43964cd215a31544" providerId="Windows Live" clId="Web-{BBD22AC8-6135-21DB-3079-5A2129A87CBA}" dt="2026-08-18T23:32:26.847" v="3" actId="1076"/>
          <ac:graphicFrameMkLst>
            <pc:docMk/>
            <pc:sldMk cId="0" sldId="278"/>
            <ac:graphicFrameMk id="5" creationId="{794B34AF-4172-EEED-D633-DB360046A74E}"/>
          </ac:graphicFrameMkLst>
        </pc:graphicFrameChg>
        <pc:picChg chg="add del mod">
          <ac:chgData name="Robin Kuhnhenne" userId="43964cd215a31544" providerId="Windows Live" clId="Web-{BBD22AC8-6135-21DB-3079-5A2129A87CBA}" dt="2026-08-18T23:38:52.374" v="6"/>
          <ac:picMkLst>
            <pc:docMk/>
            <pc:sldMk cId="0" sldId="278"/>
            <ac:picMk id="82" creationId="{99FEE5C6-1F3D-2455-1DDB-D10210DF1597}"/>
          </ac:picMkLst>
        </pc:picChg>
      </pc:sldChg>
    </pc:docChg>
  </pc:docChgLst>
  <pc:docChgLst>
    <pc:chgData name="Jason Klaas" userId="11fc57db0c578e4b" providerId="LiveId" clId="{10D291D6-A315-4D34-AB61-028F8CA20A8E}"/>
    <pc:docChg chg="undo custSel addSld delSld modSld sldOrd addMainMaster delMainMaster modMainMaster">
      <pc:chgData name="Jason Klaas" userId="11fc57db0c578e4b" providerId="LiveId" clId="{10D291D6-A315-4D34-AB61-028F8CA20A8E}" dt="2026-08-18T22:01:54.575" v="2470" actId="20577"/>
      <pc:docMkLst>
        <pc:docMk/>
      </pc:docMkLst>
      <pc:sldChg chg="modSp mod">
        <pc:chgData name="Jason Klaas" userId="11fc57db0c578e4b" providerId="LiveId" clId="{10D291D6-A315-4D34-AB61-028F8CA20A8E}" dt="2026-08-18T16:53:48.422" v="2379" actId="790"/>
        <pc:sldMkLst>
          <pc:docMk/>
          <pc:sldMk cId="0" sldId="256"/>
        </pc:sldMkLst>
        <pc:spChg chg="mod">
          <ac:chgData name="Jason Klaas" userId="11fc57db0c578e4b" providerId="LiveId" clId="{10D291D6-A315-4D34-AB61-028F8CA20A8E}" dt="2026-08-18T16:53:48.422" v="2379" actId="790"/>
          <ac:spMkLst>
            <pc:docMk/>
            <pc:sldMk cId="0" sldId="256"/>
            <ac:spMk id="2" creationId="{00000000-0000-0000-0000-000000000000}"/>
          </ac:spMkLst>
        </pc:spChg>
        <pc:spChg chg="mod">
          <ac:chgData name="Jason Klaas" userId="11fc57db0c578e4b" providerId="LiveId" clId="{10D291D6-A315-4D34-AB61-028F8CA20A8E}" dt="2026-08-18T16:53:48.422" v="2379" actId="790"/>
          <ac:spMkLst>
            <pc:docMk/>
            <pc:sldMk cId="0" sldId="256"/>
            <ac:spMk id="3" creationId="{00000000-0000-0000-0000-000000000000}"/>
          </ac:spMkLst>
        </pc:spChg>
        <pc:spChg chg="mod">
          <ac:chgData name="Jason Klaas" userId="11fc57db0c578e4b" providerId="LiveId" clId="{10D291D6-A315-4D34-AB61-028F8CA20A8E}" dt="2026-08-18T16:53:48.422" v="2379" actId="790"/>
          <ac:spMkLst>
            <pc:docMk/>
            <pc:sldMk cId="0" sldId="256"/>
            <ac:spMk id="4" creationId="{00000000-0000-0000-0000-000000000000}"/>
          </ac:spMkLst>
        </pc:spChg>
        <pc:spChg chg="mod">
          <ac:chgData name="Jason Klaas" userId="11fc57db0c578e4b" providerId="LiveId" clId="{10D291D6-A315-4D34-AB61-028F8CA20A8E}" dt="2026-08-18T16:53:48.422" v="2379" actId="790"/>
          <ac:spMkLst>
            <pc:docMk/>
            <pc:sldMk cId="0" sldId="256"/>
            <ac:spMk id="5" creationId="{00000000-0000-0000-0000-000000000000}"/>
          </ac:spMkLst>
        </pc:spChg>
        <pc:spChg chg="mod">
          <ac:chgData name="Jason Klaas" userId="11fc57db0c578e4b" providerId="LiveId" clId="{10D291D6-A315-4D34-AB61-028F8CA20A8E}" dt="2026-08-18T16:53:48.422" v="2379" actId="790"/>
          <ac:spMkLst>
            <pc:docMk/>
            <pc:sldMk cId="0" sldId="256"/>
            <ac:spMk id="6" creationId="{00000000-0000-0000-0000-000000000000}"/>
          </ac:spMkLst>
        </pc:spChg>
        <pc:spChg chg="mod">
          <ac:chgData name="Jason Klaas" userId="11fc57db0c578e4b" providerId="LiveId" clId="{10D291D6-A315-4D34-AB61-028F8CA20A8E}" dt="2026-08-18T16:53:48.422" v="2379" actId="790"/>
          <ac:spMkLst>
            <pc:docMk/>
            <pc:sldMk cId="0" sldId="256"/>
            <ac:spMk id="7" creationId="{00000000-0000-0000-0000-000000000000}"/>
          </ac:spMkLst>
        </pc:spChg>
        <pc:spChg chg="mod">
          <ac:chgData name="Jason Klaas" userId="11fc57db0c578e4b" providerId="LiveId" clId="{10D291D6-A315-4D34-AB61-028F8CA20A8E}" dt="2026-08-18T16:53:48.422" v="2379" actId="790"/>
          <ac:spMkLst>
            <pc:docMk/>
            <pc:sldMk cId="0" sldId="256"/>
            <ac:spMk id="8" creationId="{00000000-0000-0000-0000-000000000000}"/>
          </ac:spMkLst>
        </pc:spChg>
        <pc:spChg chg="mod">
          <ac:chgData name="Jason Klaas" userId="11fc57db0c578e4b" providerId="LiveId" clId="{10D291D6-A315-4D34-AB61-028F8CA20A8E}" dt="2026-08-18T16:53:48.422" v="2379" actId="790"/>
          <ac:spMkLst>
            <pc:docMk/>
            <pc:sldMk cId="0" sldId="256"/>
            <ac:spMk id="10"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57"/>
        </pc:sldMkLst>
        <pc:spChg chg="mod">
          <ac:chgData name="Jason Klaas" userId="11fc57db0c578e4b" providerId="LiveId" clId="{10D291D6-A315-4D34-AB61-028F8CA20A8E}" dt="2026-08-18T16:53:48.422" v="2379" actId="790"/>
          <ac:spMkLst>
            <pc:docMk/>
            <pc:sldMk cId="0" sldId="257"/>
            <ac:spMk id="5" creationId="{00000000-0000-0000-0000-000000000000}"/>
          </ac:spMkLst>
        </pc:spChg>
        <pc:spChg chg="mod">
          <ac:chgData name="Jason Klaas" userId="11fc57db0c578e4b" providerId="LiveId" clId="{10D291D6-A315-4D34-AB61-028F8CA20A8E}" dt="2026-08-18T16:53:48.422" v="2379" actId="790"/>
          <ac:spMkLst>
            <pc:docMk/>
            <pc:sldMk cId="0" sldId="257"/>
            <ac:spMk id="8" creationId="{00000000-0000-0000-0000-000000000000}"/>
          </ac:spMkLst>
        </pc:spChg>
        <pc:spChg chg="mod">
          <ac:chgData name="Jason Klaas" userId="11fc57db0c578e4b" providerId="LiveId" clId="{10D291D6-A315-4D34-AB61-028F8CA20A8E}" dt="2026-08-18T16:53:48.422" v="2379" actId="790"/>
          <ac:spMkLst>
            <pc:docMk/>
            <pc:sldMk cId="0" sldId="257"/>
            <ac:spMk id="14" creationId="{00000000-0000-0000-0000-000000000000}"/>
          </ac:spMkLst>
        </pc:spChg>
        <pc:spChg chg="mod">
          <ac:chgData name="Jason Klaas" userId="11fc57db0c578e4b" providerId="LiveId" clId="{10D291D6-A315-4D34-AB61-028F8CA20A8E}" dt="2026-08-18T16:53:48.422" v="2379" actId="790"/>
          <ac:spMkLst>
            <pc:docMk/>
            <pc:sldMk cId="0" sldId="257"/>
            <ac:spMk id="17" creationId="{00000000-0000-0000-0000-000000000000}"/>
          </ac:spMkLst>
        </pc:spChg>
        <pc:spChg chg="mod">
          <ac:chgData name="Jason Klaas" userId="11fc57db0c578e4b" providerId="LiveId" clId="{10D291D6-A315-4D34-AB61-028F8CA20A8E}" dt="2026-08-18T16:53:48.422" v="2379" actId="790"/>
          <ac:spMkLst>
            <pc:docMk/>
            <pc:sldMk cId="0" sldId="257"/>
            <ac:spMk id="20" creationId="{00000000-0000-0000-0000-000000000000}"/>
          </ac:spMkLst>
        </pc:spChg>
        <pc:spChg chg="mod">
          <ac:chgData name="Jason Klaas" userId="11fc57db0c578e4b" providerId="LiveId" clId="{10D291D6-A315-4D34-AB61-028F8CA20A8E}" dt="2026-08-18T16:53:48.422" v="2379" actId="790"/>
          <ac:spMkLst>
            <pc:docMk/>
            <pc:sldMk cId="0" sldId="257"/>
            <ac:spMk id="27" creationId="{00000000-0000-0000-0000-000000000000}"/>
          </ac:spMkLst>
        </pc:spChg>
        <pc:spChg chg="mod">
          <ac:chgData name="Jason Klaas" userId="11fc57db0c578e4b" providerId="LiveId" clId="{10D291D6-A315-4D34-AB61-028F8CA20A8E}" dt="2026-08-18T16:53:48.422" v="2379" actId="790"/>
          <ac:spMkLst>
            <pc:docMk/>
            <pc:sldMk cId="0" sldId="257"/>
            <ac:spMk id="29" creationId="{00000000-0000-0000-0000-000000000000}"/>
          </ac:spMkLst>
        </pc:spChg>
        <pc:spChg chg="mod">
          <ac:chgData name="Jason Klaas" userId="11fc57db0c578e4b" providerId="LiveId" clId="{10D291D6-A315-4D34-AB61-028F8CA20A8E}" dt="2026-08-18T16:53:48.422" v="2379" actId="790"/>
          <ac:spMkLst>
            <pc:docMk/>
            <pc:sldMk cId="0" sldId="257"/>
            <ac:spMk id="33" creationId="{00000000-0000-0000-0000-000000000000}"/>
          </ac:spMkLst>
        </pc:spChg>
        <pc:spChg chg="mod">
          <ac:chgData name="Jason Klaas" userId="11fc57db0c578e4b" providerId="LiveId" clId="{10D291D6-A315-4D34-AB61-028F8CA20A8E}" dt="2026-08-18T16:53:48.422" v="2379" actId="790"/>
          <ac:spMkLst>
            <pc:docMk/>
            <pc:sldMk cId="0" sldId="257"/>
            <ac:spMk id="34" creationId="{00000000-0000-0000-0000-000000000000}"/>
          </ac:spMkLst>
        </pc:spChg>
        <pc:spChg chg="add mod">
          <ac:chgData name="Jason Klaas" userId="11fc57db0c578e4b" providerId="LiveId" clId="{10D291D6-A315-4D34-AB61-028F8CA20A8E}" dt="2026-08-18T16:53:48.422" v="2379" actId="790"/>
          <ac:spMkLst>
            <pc:docMk/>
            <pc:sldMk cId="0" sldId="257"/>
            <ac:spMk id="36"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58"/>
        </pc:sldMkLst>
        <pc:spChg chg="mod">
          <ac:chgData name="Jason Klaas" userId="11fc57db0c578e4b" providerId="LiveId" clId="{10D291D6-A315-4D34-AB61-028F8CA20A8E}" dt="2026-08-18T16:53:48.422" v="2379" actId="790"/>
          <ac:spMkLst>
            <pc:docMk/>
            <pc:sldMk cId="0" sldId="258"/>
            <ac:spMk id="5" creationId="{00000000-0000-0000-0000-000000000000}"/>
          </ac:spMkLst>
        </pc:spChg>
        <pc:spChg chg="mod">
          <ac:chgData name="Jason Klaas" userId="11fc57db0c578e4b" providerId="LiveId" clId="{10D291D6-A315-4D34-AB61-028F8CA20A8E}" dt="2026-08-18T16:53:48.422" v="2379" actId="790"/>
          <ac:spMkLst>
            <pc:docMk/>
            <pc:sldMk cId="0" sldId="258"/>
            <ac:spMk id="9" creationId="{00000000-0000-0000-0000-000000000000}"/>
          </ac:spMkLst>
        </pc:spChg>
        <pc:spChg chg="mod">
          <ac:chgData name="Jason Klaas" userId="11fc57db0c578e4b" providerId="LiveId" clId="{10D291D6-A315-4D34-AB61-028F8CA20A8E}" dt="2026-08-18T16:53:48.422" v="2379" actId="790"/>
          <ac:spMkLst>
            <pc:docMk/>
            <pc:sldMk cId="0" sldId="258"/>
            <ac:spMk id="10" creationId="{00000000-0000-0000-0000-000000000000}"/>
          </ac:spMkLst>
        </pc:spChg>
        <pc:spChg chg="mod">
          <ac:chgData name="Jason Klaas" userId="11fc57db0c578e4b" providerId="LiveId" clId="{10D291D6-A315-4D34-AB61-028F8CA20A8E}" dt="2026-08-18T16:53:48.422" v="2379" actId="790"/>
          <ac:spMkLst>
            <pc:docMk/>
            <pc:sldMk cId="0" sldId="258"/>
            <ac:spMk id="12" creationId="{00000000-0000-0000-0000-000000000000}"/>
          </ac:spMkLst>
        </pc:spChg>
        <pc:spChg chg="mod">
          <ac:chgData name="Jason Klaas" userId="11fc57db0c578e4b" providerId="LiveId" clId="{10D291D6-A315-4D34-AB61-028F8CA20A8E}" dt="2026-08-18T16:53:48.422" v="2379" actId="790"/>
          <ac:spMkLst>
            <pc:docMk/>
            <pc:sldMk cId="0" sldId="258"/>
            <ac:spMk id="20" creationId="{00000000-0000-0000-0000-000000000000}"/>
          </ac:spMkLst>
        </pc:spChg>
        <pc:spChg chg="mod">
          <ac:chgData name="Jason Klaas" userId="11fc57db0c578e4b" providerId="LiveId" clId="{10D291D6-A315-4D34-AB61-028F8CA20A8E}" dt="2026-08-18T16:53:48.422" v="2379" actId="790"/>
          <ac:spMkLst>
            <pc:docMk/>
            <pc:sldMk cId="0" sldId="258"/>
            <ac:spMk id="21" creationId="{00000000-0000-0000-0000-000000000000}"/>
          </ac:spMkLst>
        </pc:spChg>
        <pc:spChg chg="mod">
          <ac:chgData name="Jason Klaas" userId="11fc57db0c578e4b" providerId="LiveId" clId="{10D291D6-A315-4D34-AB61-028F8CA20A8E}" dt="2026-08-18T16:53:48.422" v="2379" actId="790"/>
          <ac:spMkLst>
            <pc:docMk/>
            <pc:sldMk cId="0" sldId="258"/>
            <ac:spMk id="28" creationId="{00000000-0000-0000-0000-000000000000}"/>
          </ac:spMkLst>
        </pc:spChg>
        <pc:spChg chg="mod">
          <ac:chgData name="Jason Klaas" userId="11fc57db0c578e4b" providerId="LiveId" clId="{10D291D6-A315-4D34-AB61-028F8CA20A8E}" dt="2026-08-18T16:53:48.422" v="2379" actId="790"/>
          <ac:spMkLst>
            <pc:docMk/>
            <pc:sldMk cId="0" sldId="258"/>
            <ac:spMk id="31" creationId="{00000000-0000-0000-0000-000000000000}"/>
          </ac:spMkLst>
        </pc:spChg>
        <pc:spChg chg="mod">
          <ac:chgData name="Jason Klaas" userId="11fc57db0c578e4b" providerId="LiveId" clId="{10D291D6-A315-4D34-AB61-028F8CA20A8E}" dt="2026-08-18T16:53:48.422" v="2379" actId="790"/>
          <ac:spMkLst>
            <pc:docMk/>
            <pc:sldMk cId="0" sldId="258"/>
            <ac:spMk id="34" creationId="{00000000-0000-0000-0000-000000000000}"/>
          </ac:spMkLst>
        </pc:spChg>
        <pc:spChg chg="mod">
          <ac:chgData name="Jason Klaas" userId="11fc57db0c578e4b" providerId="LiveId" clId="{10D291D6-A315-4D34-AB61-028F8CA20A8E}" dt="2026-08-18T16:53:48.422" v="2379" actId="790"/>
          <ac:spMkLst>
            <pc:docMk/>
            <pc:sldMk cId="0" sldId="258"/>
            <ac:spMk id="37"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59"/>
        </pc:sldMkLst>
        <pc:spChg chg="mod">
          <ac:chgData name="Jason Klaas" userId="11fc57db0c578e4b" providerId="LiveId" clId="{10D291D6-A315-4D34-AB61-028F8CA20A8E}" dt="2026-08-18T16:53:48.422" v="2379" actId="790"/>
          <ac:spMkLst>
            <pc:docMk/>
            <pc:sldMk cId="0" sldId="259"/>
            <ac:spMk id="8" creationId="{00000000-0000-0000-0000-000000000000}"/>
          </ac:spMkLst>
        </pc:spChg>
        <pc:spChg chg="mod">
          <ac:chgData name="Jason Klaas" userId="11fc57db0c578e4b" providerId="LiveId" clId="{10D291D6-A315-4D34-AB61-028F8CA20A8E}" dt="2026-08-18T16:53:48.422" v="2379" actId="790"/>
          <ac:spMkLst>
            <pc:docMk/>
            <pc:sldMk cId="0" sldId="259"/>
            <ac:spMk id="16" creationId="{00000000-0000-0000-0000-000000000000}"/>
          </ac:spMkLst>
        </pc:spChg>
        <pc:spChg chg="mod">
          <ac:chgData name="Jason Klaas" userId="11fc57db0c578e4b" providerId="LiveId" clId="{10D291D6-A315-4D34-AB61-028F8CA20A8E}" dt="2026-08-18T16:53:48.422" v="2379" actId="790"/>
          <ac:spMkLst>
            <pc:docMk/>
            <pc:sldMk cId="0" sldId="259"/>
            <ac:spMk id="18" creationId="{00000000-0000-0000-0000-000000000000}"/>
          </ac:spMkLst>
        </pc:spChg>
        <pc:spChg chg="mod">
          <ac:chgData name="Jason Klaas" userId="11fc57db0c578e4b" providerId="LiveId" clId="{10D291D6-A315-4D34-AB61-028F8CA20A8E}" dt="2026-08-18T16:53:48.422" v="2379" actId="790"/>
          <ac:spMkLst>
            <pc:docMk/>
            <pc:sldMk cId="0" sldId="259"/>
            <ac:spMk id="19" creationId="{00000000-0000-0000-0000-000000000000}"/>
          </ac:spMkLst>
        </pc:spChg>
        <pc:spChg chg="mod">
          <ac:chgData name="Jason Klaas" userId="11fc57db0c578e4b" providerId="LiveId" clId="{10D291D6-A315-4D34-AB61-028F8CA20A8E}" dt="2026-08-18T16:53:48.422" v="2379" actId="790"/>
          <ac:spMkLst>
            <pc:docMk/>
            <pc:sldMk cId="0" sldId="259"/>
            <ac:spMk id="21" creationId="{00000000-0000-0000-0000-000000000000}"/>
          </ac:spMkLst>
        </pc:spChg>
        <pc:spChg chg="mod">
          <ac:chgData name="Jason Klaas" userId="11fc57db0c578e4b" providerId="LiveId" clId="{10D291D6-A315-4D34-AB61-028F8CA20A8E}" dt="2026-08-18T16:53:48.422" v="2379" actId="790"/>
          <ac:spMkLst>
            <pc:docMk/>
            <pc:sldMk cId="0" sldId="259"/>
            <ac:spMk id="26" creationId="{00000000-0000-0000-0000-000000000000}"/>
          </ac:spMkLst>
        </pc:spChg>
        <pc:spChg chg="mod">
          <ac:chgData name="Jason Klaas" userId="11fc57db0c578e4b" providerId="LiveId" clId="{10D291D6-A315-4D34-AB61-028F8CA20A8E}" dt="2026-08-18T16:53:48.422" v="2379" actId="790"/>
          <ac:spMkLst>
            <pc:docMk/>
            <pc:sldMk cId="0" sldId="259"/>
            <ac:spMk id="27" creationId="{00000000-0000-0000-0000-000000000000}"/>
          </ac:spMkLst>
        </pc:spChg>
        <pc:spChg chg="mod">
          <ac:chgData name="Jason Klaas" userId="11fc57db0c578e4b" providerId="LiveId" clId="{10D291D6-A315-4D34-AB61-028F8CA20A8E}" dt="2026-08-18T16:53:48.422" v="2379" actId="790"/>
          <ac:spMkLst>
            <pc:docMk/>
            <pc:sldMk cId="0" sldId="259"/>
            <ac:spMk id="30" creationId="{00000000-0000-0000-0000-000000000000}"/>
          </ac:spMkLst>
        </pc:spChg>
        <pc:spChg chg="mod">
          <ac:chgData name="Jason Klaas" userId="11fc57db0c578e4b" providerId="LiveId" clId="{10D291D6-A315-4D34-AB61-028F8CA20A8E}" dt="2026-08-18T16:53:48.422" v="2379" actId="790"/>
          <ac:spMkLst>
            <pc:docMk/>
            <pc:sldMk cId="0" sldId="259"/>
            <ac:spMk id="32" creationId="{00000000-0000-0000-0000-000000000000}"/>
          </ac:spMkLst>
        </pc:spChg>
        <pc:spChg chg="mod">
          <ac:chgData name="Jason Klaas" userId="11fc57db0c578e4b" providerId="LiveId" clId="{10D291D6-A315-4D34-AB61-028F8CA20A8E}" dt="2026-08-18T16:53:48.422" v="2379" actId="790"/>
          <ac:spMkLst>
            <pc:docMk/>
            <pc:sldMk cId="0" sldId="259"/>
            <ac:spMk id="35"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60"/>
        </pc:sldMkLst>
        <pc:spChg chg="mod">
          <ac:chgData name="Jason Klaas" userId="11fc57db0c578e4b" providerId="LiveId" clId="{10D291D6-A315-4D34-AB61-028F8CA20A8E}" dt="2026-08-18T16:53:48.422" v="2379" actId="790"/>
          <ac:spMkLst>
            <pc:docMk/>
            <pc:sldMk cId="0" sldId="260"/>
            <ac:spMk id="5" creationId="{00000000-0000-0000-0000-000000000000}"/>
          </ac:spMkLst>
        </pc:spChg>
        <pc:spChg chg="mod">
          <ac:chgData name="Jason Klaas" userId="11fc57db0c578e4b" providerId="LiveId" clId="{10D291D6-A315-4D34-AB61-028F8CA20A8E}" dt="2026-08-18T16:53:48.422" v="2379" actId="790"/>
          <ac:spMkLst>
            <pc:docMk/>
            <pc:sldMk cId="0" sldId="260"/>
            <ac:spMk id="8" creationId="{00000000-0000-0000-0000-000000000000}"/>
          </ac:spMkLst>
        </pc:spChg>
        <pc:spChg chg="mod">
          <ac:chgData name="Jason Klaas" userId="11fc57db0c578e4b" providerId="LiveId" clId="{10D291D6-A315-4D34-AB61-028F8CA20A8E}" dt="2026-08-18T16:53:48.422" v="2379" actId="790"/>
          <ac:spMkLst>
            <pc:docMk/>
            <pc:sldMk cId="0" sldId="260"/>
            <ac:spMk id="9" creationId="{00000000-0000-0000-0000-000000000000}"/>
          </ac:spMkLst>
        </pc:spChg>
        <pc:spChg chg="mod">
          <ac:chgData name="Jason Klaas" userId="11fc57db0c578e4b" providerId="LiveId" clId="{10D291D6-A315-4D34-AB61-028F8CA20A8E}" dt="2026-08-18T16:53:48.422" v="2379" actId="790"/>
          <ac:spMkLst>
            <pc:docMk/>
            <pc:sldMk cId="0" sldId="260"/>
            <ac:spMk id="12" creationId="{00000000-0000-0000-0000-000000000000}"/>
          </ac:spMkLst>
        </pc:spChg>
        <pc:spChg chg="mod">
          <ac:chgData name="Jason Klaas" userId="11fc57db0c578e4b" providerId="LiveId" clId="{10D291D6-A315-4D34-AB61-028F8CA20A8E}" dt="2026-08-18T16:53:48.422" v="2379" actId="790"/>
          <ac:spMkLst>
            <pc:docMk/>
            <pc:sldMk cId="0" sldId="260"/>
            <ac:spMk id="14" creationId="{00000000-0000-0000-0000-000000000000}"/>
          </ac:spMkLst>
        </pc:spChg>
        <pc:spChg chg="mod">
          <ac:chgData name="Jason Klaas" userId="11fc57db0c578e4b" providerId="LiveId" clId="{10D291D6-A315-4D34-AB61-028F8CA20A8E}" dt="2026-08-18T16:53:48.422" v="2379" actId="790"/>
          <ac:spMkLst>
            <pc:docMk/>
            <pc:sldMk cId="0" sldId="260"/>
            <ac:spMk id="22" creationId="{00000000-0000-0000-0000-000000000000}"/>
          </ac:spMkLst>
        </pc:spChg>
        <pc:spChg chg="mod">
          <ac:chgData name="Jason Klaas" userId="11fc57db0c578e4b" providerId="LiveId" clId="{10D291D6-A315-4D34-AB61-028F8CA20A8E}" dt="2026-08-18T16:53:48.422" v="2379" actId="790"/>
          <ac:spMkLst>
            <pc:docMk/>
            <pc:sldMk cId="0" sldId="260"/>
            <ac:spMk id="33" creationId="{00000000-0000-0000-0000-000000000000}"/>
          </ac:spMkLst>
        </pc:spChg>
        <pc:spChg chg="mod">
          <ac:chgData name="Jason Klaas" userId="11fc57db0c578e4b" providerId="LiveId" clId="{10D291D6-A315-4D34-AB61-028F8CA20A8E}" dt="2026-08-18T16:53:48.422" v="2379" actId="790"/>
          <ac:spMkLst>
            <pc:docMk/>
            <pc:sldMk cId="0" sldId="260"/>
            <ac:spMk id="36" creationId="{00000000-0000-0000-0000-000000000000}"/>
          </ac:spMkLst>
        </pc:spChg>
        <pc:spChg chg="mod">
          <ac:chgData name="Jason Klaas" userId="11fc57db0c578e4b" providerId="LiveId" clId="{10D291D6-A315-4D34-AB61-028F8CA20A8E}" dt="2026-08-18T16:53:48.422" v="2379" actId="790"/>
          <ac:spMkLst>
            <pc:docMk/>
            <pc:sldMk cId="0" sldId="260"/>
            <ac:spMk id="38" creationId="{00000000-0000-0000-0000-000000000000}"/>
          </ac:spMkLst>
        </pc:spChg>
        <pc:spChg chg="mod">
          <ac:chgData name="Jason Klaas" userId="11fc57db0c578e4b" providerId="LiveId" clId="{10D291D6-A315-4D34-AB61-028F8CA20A8E}" dt="2026-08-18T16:53:48.422" v="2379" actId="790"/>
          <ac:spMkLst>
            <pc:docMk/>
            <pc:sldMk cId="0" sldId="260"/>
            <ac:spMk id="40" creationId="{00000000-0000-0000-0000-000000000000}"/>
          </ac:spMkLst>
        </pc:spChg>
      </pc:sldChg>
      <pc:sldChg chg="modSp mod modClrScheme chgLayout">
        <pc:chgData name="Jason Klaas" userId="11fc57db0c578e4b" providerId="LiveId" clId="{10D291D6-A315-4D34-AB61-028F8CA20A8E}" dt="2026-08-18T17:29:19.910" v="2416" actId="207"/>
        <pc:sldMkLst>
          <pc:docMk/>
          <pc:sldMk cId="0" sldId="261"/>
        </pc:sldMkLst>
        <pc:spChg chg="mod">
          <ac:chgData name="Jason Klaas" userId="11fc57db0c578e4b" providerId="LiveId" clId="{10D291D6-A315-4D34-AB61-028F8CA20A8E}" dt="2026-08-18T17:29:03.838" v="2415" actId="208"/>
          <ac:spMkLst>
            <pc:docMk/>
            <pc:sldMk cId="0" sldId="261"/>
            <ac:spMk id="2" creationId="{00000000-0000-0000-0000-000000000000}"/>
          </ac:spMkLst>
        </pc:spChg>
        <pc:spChg chg="mod">
          <ac:chgData name="Jason Klaas" userId="11fc57db0c578e4b" providerId="LiveId" clId="{10D291D6-A315-4D34-AB61-028F8CA20A8E}" dt="2026-08-18T17:29:19.910" v="2416" actId="207"/>
          <ac:spMkLst>
            <pc:docMk/>
            <pc:sldMk cId="0" sldId="261"/>
            <ac:spMk id="3" creationId="{00000000-0000-0000-0000-000000000000}"/>
          </ac:spMkLst>
        </pc:spChg>
        <pc:spChg chg="mod">
          <ac:chgData name="Jason Klaas" userId="11fc57db0c578e4b" providerId="LiveId" clId="{10D291D6-A315-4D34-AB61-028F8CA20A8E}" dt="2026-08-18T16:53:48.422" v="2379" actId="790"/>
          <ac:spMkLst>
            <pc:docMk/>
            <pc:sldMk cId="0" sldId="261"/>
            <ac:spMk id="5" creationId="{00000000-0000-0000-0000-000000000000}"/>
          </ac:spMkLst>
        </pc:spChg>
        <pc:spChg chg="mod">
          <ac:chgData name="Jason Klaas" userId="11fc57db0c578e4b" providerId="LiveId" clId="{10D291D6-A315-4D34-AB61-028F8CA20A8E}" dt="2026-08-16T13:42:34.984" v="1282" actId="790"/>
          <ac:spMkLst>
            <pc:docMk/>
            <pc:sldMk cId="0" sldId="261"/>
            <ac:spMk id="6" creationId="{00000000-0000-0000-0000-000000000000}"/>
          </ac:spMkLst>
        </pc:spChg>
        <pc:spChg chg="mod">
          <ac:chgData name="Jason Klaas" userId="11fc57db0c578e4b" providerId="LiveId" clId="{10D291D6-A315-4D34-AB61-028F8CA20A8E}" dt="2026-08-18T16:53:48.422" v="2379" actId="790"/>
          <ac:spMkLst>
            <pc:docMk/>
            <pc:sldMk cId="0" sldId="261"/>
            <ac:spMk id="8" creationId="{00000000-0000-0000-0000-000000000000}"/>
          </ac:spMkLst>
        </pc:spChg>
        <pc:spChg chg="mod">
          <ac:chgData name="Jason Klaas" userId="11fc57db0c578e4b" providerId="LiveId" clId="{10D291D6-A315-4D34-AB61-028F8CA20A8E}" dt="2026-08-18T16:53:48.422" v="2379" actId="790"/>
          <ac:spMkLst>
            <pc:docMk/>
            <pc:sldMk cId="0" sldId="261"/>
            <ac:spMk id="11" creationId="{00000000-0000-0000-0000-000000000000}"/>
          </ac:spMkLst>
        </pc:spChg>
        <pc:spChg chg="mod">
          <ac:chgData name="Jason Klaas" userId="11fc57db0c578e4b" providerId="LiveId" clId="{10D291D6-A315-4D34-AB61-028F8CA20A8E}" dt="2026-08-18T16:53:48.422" v="2379" actId="790"/>
          <ac:spMkLst>
            <pc:docMk/>
            <pc:sldMk cId="0" sldId="261"/>
            <ac:spMk id="14" creationId="{00000000-0000-0000-0000-000000000000}"/>
          </ac:spMkLst>
        </pc:spChg>
        <pc:spChg chg="mod">
          <ac:chgData name="Jason Klaas" userId="11fc57db0c578e4b" providerId="LiveId" clId="{10D291D6-A315-4D34-AB61-028F8CA20A8E}" dt="2026-08-18T16:53:48.422" v="2379" actId="790"/>
          <ac:spMkLst>
            <pc:docMk/>
            <pc:sldMk cId="0" sldId="261"/>
            <ac:spMk id="15" creationId="{00000000-0000-0000-0000-000000000000}"/>
          </ac:spMkLst>
        </pc:spChg>
        <pc:spChg chg="mod">
          <ac:chgData name="Jason Klaas" userId="11fc57db0c578e4b" providerId="LiveId" clId="{10D291D6-A315-4D34-AB61-028F8CA20A8E}" dt="2026-08-18T16:53:48.422" v="2379" actId="790"/>
          <ac:spMkLst>
            <pc:docMk/>
            <pc:sldMk cId="0" sldId="261"/>
            <ac:spMk id="17" creationId="{00000000-0000-0000-0000-000000000000}"/>
          </ac:spMkLst>
        </pc:spChg>
        <pc:spChg chg="mod">
          <ac:chgData name="Jason Klaas" userId="11fc57db0c578e4b" providerId="LiveId" clId="{10D291D6-A315-4D34-AB61-028F8CA20A8E}" dt="2026-08-18T16:53:48.422" v="2379" actId="790"/>
          <ac:spMkLst>
            <pc:docMk/>
            <pc:sldMk cId="0" sldId="261"/>
            <ac:spMk id="18" creationId="{00000000-0000-0000-0000-000000000000}"/>
          </ac:spMkLst>
        </pc:spChg>
        <pc:spChg chg="mod">
          <ac:chgData name="Jason Klaas" userId="11fc57db0c578e4b" providerId="LiveId" clId="{10D291D6-A315-4D34-AB61-028F8CA20A8E}" dt="2026-08-16T13:42:34.984" v="1282" actId="790"/>
          <ac:spMkLst>
            <pc:docMk/>
            <pc:sldMk cId="0" sldId="261"/>
            <ac:spMk id="19" creationId="{00000000-0000-0000-0000-000000000000}"/>
          </ac:spMkLst>
        </pc:spChg>
        <pc:spChg chg="mod">
          <ac:chgData name="Jason Klaas" userId="11fc57db0c578e4b" providerId="LiveId" clId="{10D291D6-A315-4D34-AB61-028F8CA20A8E}" dt="2026-08-18T16:53:48.422" v="2379" actId="790"/>
          <ac:spMkLst>
            <pc:docMk/>
            <pc:sldMk cId="0" sldId="261"/>
            <ac:spMk id="23" creationId="{00000000-0000-0000-0000-000000000000}"/>
          </ac:spMkLst>
        </pc:spChg>
        <pc:spChg chg="mod">
          <ac:chgData name="Jason Klaas" userId="11fc57db0c578e4b" providerId="LiveId" clId="{10D291D6-A315-4D34-AB61-028F8CA20A8E}" dt="2026-08-18T16:53:48.422" v="2379" actId="790"/>
          <ac:spMkLst>
            <pc:docMk/>
            <pc:sldMk cId="0" sldId="261"/>
            <ac:spMk id="25" creationId="{00000000-0000-0000-0000-000000000000}"/>
          </ac:spMkLst>
        </pc:spChg>
        <pc:spChg chg="mod">
          <ac:chgData name="Jason Klaas" userId="11fc57db0c578e4b" providerId="LiveId" clId="{10D291D6-A315-4D34-AB61-028F8CA20A8E}" dt="2026-08-18T16:53:48.422" v="2379" actId="790"/>
          <ac:spMkLst>
            <pc:docMk/>
            <pc:sldMk cId="0" sldId="261"/>
            <ac:spMk id="27" creationId="{00000000-0000-0000-0000-000000000000}"/>
          </ac:spMkLst>
        </pc:spChg>
        <pc:spChg chg="mod">
          <ac:chgData name="Jason Klaas" userId="11fc57db0c578e4b" providerId="LiveId" clId="{10D291D6-A315-4D34-AB61-028F8CA20A8E}" dt="2026-08-16T13:42:34.984" v="1282" actId="790"/>
          <ac:spMkLst>
            <pc:docMk/>
            <pc:sldMk cId="0" sldId="261"/>
            <ac:spMk id="28" creationId="{00000000-0000-0000-0000-000000000000}"/>
          </ac:spMkLst>
        </pc:spChg>
        <pc:spChg chg="mod">
          <ac:chgData name="Jason Klaas" userId="11fc57db0c578e4b" providerId="LiveId" clId="{10D291D6-A315-4D34-AB61-028F8CA20A8E}" dt="2026-08-16T13:42:34.984" v="1282" actId="790"/>
          <ac:spMkLst>
            <pc:docMk/>
            <pc:sldMk cId="0" sldId="261"/>
            <ac:spMk id="33" creationId="{00000000-0000-0000-0000-000000000000}"/>
          </ac:spMkLst>
        </pc:spChg>
        <pc:spChg chg="add mod">
          <ac:chgData name="Jason Klaas" userId="11fc57db0c578e4b" providerId="LiveId" clId="{10D291D6-A315-4D34-AB61-028F8CA20A8E}" dt="2026-08-16T13:28:06.088" v="811" actId="26606"/>
          <ac:spMkLst>
            <pc:docMk/>
            <pc:sldMk cId="0" sldId="261"/>
            <ac:spMk id="35" creationId="{00000000-0000-0000-0000-000000000000}"/>
          </ac:spMkLst>
        </pc:spChg>
      </pc:sldChg>
      <pc:sldChg chg="modSp mod modClrScheme chgLayout">
        <pc:chgData name="Jason Klaas" userId="11fc57db0c578e4b" providerId="LiveId" clId="{10D291D6-A315-4D34-AB61-028F8CA20A8E}" dt="2026-08-18T17:29:34.479" v="2418" actId="208"/>
        <pc:sldMkLst>
          <pc:docMk/>
          <pc:sldMk cId="0" sldId="262"/>
        </pc:sldMkLst>
        <pc:spChg chg="mod">
          <ac:chgData name="Jason Klaas" userId="11fc57db0c578e4b" providerId="LiveId" clId="{10D291D6-A315-4D34-AB61-028F8CA20A8E}" dt="2026-08-18T17:29:34.479" v="2418" actId="208"/>
          <ac:spMkLst>
            <pc:docMk/>
            <pc:sldMk cId="0" sldId="262"/>
            <ac:spMk id="2" creationId="{00000000-0000-0000-0000-000000000000}"/>
          </ac:spMkLst>
        </pc:spChg>
        <pc:spChg chg="mod">
          <ac:chgData name="Jason Klaas" userId="11fc57db0c578e4b" providerId="LiveId" clId="{10D291D6-A315-4D34-AB61-028F8CA20A8E}" dt="2026-08-18T17:29:27.841" v="2417" actId="207"/>
          <ac:spMkLst>
            <pc:docMk/>
            <pc:sldMk cId="0" sldId="262"/>
            <ac:spMk id="3" creationId="{00000000-0000-0000-0000-000000000000}"/>
          </ac:spMkLst>
        </pc:spChg>
        <pc:spChg chg="mod">
          <ac:chgData name="Jason Klaas" userId="11fc57db0c578e4b" providerId="LiveId" clId="{10D291D6-A315-4D34-AB61-028F8CA20A8E}" dt="2026-08-16T13:42:34.984" v="1282" actId="790"/>
          <ac:spMkLst>
            <pc:docMk/>
            <pc:sldMk cId="0" sldId="262"/>
            <ac:spMk id="11" creationId="{00000000-0000-0000-0000-000000000000}"/>
          </ac:spMkLst>
        </pc:spChg>
        <pc:spChg chg="mod">
          <ac:chgData name="Jason Klaas" userId="11fc57db0c578e4b" providerId="LiveId" clId="{10D291D6-A315-4D34-AB61-028F8CA20A8E}" dt="2026-08-18T16:53:48.422" v="2379" actId="790"/>
          <ac:spMkLst>
            <pc:docMk/>
            <pc:sldMk cId="0" sldId="262"/>
            <ac:spMk id="13" creationId="{00000000-0000-0000-0000-000000000000}"/>
          </ac:spMkLst>
        </pc:spChg>
        <pc:spChg chg="mod">
          <ac:chgData name="Jason Klaas" userId="11fc57db0c578e4b" providerId="LiveId" clId="{10D291D6-A315-4D34-AB61-028F8CA20A8E}" dt="2026-08-16T13:42:34.984" v="1282" actId="790"/>
          <ac:spMkLst>
            <pc:docMk/>
            <pc:sldMk cId="0" sldId="262"/>
            <ac:spMk id="14" creationId="{00000000-0000-0000-0000-000000000000}"/>
          </ac:spMkLst>
        </pc:spChg>
        <pc:spChg chg="mod">
          <ac:chgData name="Jason Klaas" userId="11fc57db0c578e4b" providerId="LiveId" clId="{10D291D6-A315-4D34-AB61-028F8CA20A8E}" dt="2026-08-18T16:53:48.422" v="2379" actId="790"/>
          <ac:spMkLst>
            <pc:docMk/>
            <pc:sldMk cId="0" sldId="262"/>
            <ac:spMk id="21" creationId="{00000000-0000-0000-0000-000000000000}"/>
          </ac:spMkLst>
        </pc:spChg>
        <pc:spChg chg="mod">
          <ac:chgData name="Jason Klaas" userId="11fc57db0c578e4b" providerId="LiveId" clId="{10D291D6-A315-4D34-AB61-028F8CA20A8E}" dt="2026-08-18T16:53:48.422" v="2379" actId="790"/>
          <ac:spMkLst>
            <pc:docMk/>
            <pc:sldMk cId="0" sldId="262"/>
            <ac:spMk id="24" creationId="{00000000-0000-0000-0000-000000000000}"/>
          </ac:spMkLst>
        </pc:spChg>
        <pc:spChg chg="mod">
          <ac:chgData name="Jason Klaas" userId="11fc57db0c578e4b" providerId="LiveId" clId="{10D291D6-A315-4D34-AB61-028F8CA20A8E}" dt="2026-08-16T13:42:34.984" v="1282" actId="790"/>
          <ac:spMkLst>
            <pc:docMk/>
            <pc:sldMk cId="0" sldId="262"/>
            <ac:spMk id="29" creationId="{00000000-0000-0000-0000-000000000000}"/>
          </ac:spMkLst>
        </pc:spChg>
        <pc:spChg chg="mod">
          <ac:chgData name="Jason Klaas" userId="11fc57db0c578e4b" providerId="LiveId" clId="{10D291D6-A315-4D34-AB61-028F8CA20A8E}" dt="2026-08-16T13:42:34.984" v="1282" actId="790"/>
          <ac:spMkLst>
            <pc:docMk/>
            <pc:sldMk cId="0" sldId="262"/>
            <ac:spMk id="30" creationId="{00000000-0000-0000-0000-000000000000}"/>
          </ac:spMkLst>
        </pc:spChg>
        <pc:spChg chg="mod">
          <ac:chgData name="Jason Klaas" userId="11fc57db0c578e4b" providerId="LiveId" clId="{10D291D6-A315-4D34-AB61-028F8CA20A8E}" dt="2026-08-18T16:53:48.422" v="2379" actId="790"/>
          <ac:spMkLst>
            <pc:docMk/>
            <pc:sldMk cId="0" sldId="262"/>
            <ac:spMk id="32" creationId="{00000000-0000-0000-0000-000000000000}"/>
          </ac:spMkLst>
        </pc:spChg>
        <pc:spChg chg="mod">
          <ac:chgData name="Jason Klaas" userId="11fc57db0c578e4b" providerId="LiveId" clId="{10D291D6-A315-4D34-AB61-028F8CA20A8E}" dt="2026-08-18T16:53:48.422" v="2379" actId="790"/>
          <ac:spMkLst>
            <pc:docMk/>
            <pc:sldMk cId="0" sldId="262"/>
            <ac:spMk id="34" creationId="{00000000-0000-0000-0000-000000000000}"/>
          </ac:spMkLst>
        </pc:spChg>
        <pc:spChg chg="mod">
          <ac:chgData name="Jason Klaas" userId="11fc57db0c578e4b" providerId="LiveId" clId="{10D291D6-A315-4D34-AB61-028F8CA20A8E}" dt="2026-08-18T16:53:48.422" v="2379" actId="790"/>
          <ac:spMkLst>
            <pc:docMk/>
            <pc:sldMk cId="0" sldId="262"/>
            <ac:spMk id="41" creationId="{00000000-0000-0000-0000-000000000000}"/>
          </ac:spMkLst>
        </pc:spChg>
        <pc:spChg chg="mod">
          <ac:chgData name="Jason Klaas" userId="11fc57db0c578e4b" providerId="LiveId" clId="{10D291D6-A315-4D34-AB61-028F8CA20A8E}" dt="2026-08-16T13:42:34.984" v="1282" actId="790"/>
          <ac:spMkLst>
            <pc:docMk/>
            <pc:sldMk cId="0" sldId="262"/>
            <ac:spMk id="43" creationId="{00000000-0000-0000-0000-000000000000}"/>
          </ac:spMkLst>
        </pc:spChg>
        <pc:spChg chg="mod">
          <ac:chgData name="Jason Klaas" userId="11fc57db0c578e4b" providerId="LiveId" clId="{10D291D6-A315-4D34-AB61-028F8CA20A8E}" dt="2026-08-16T13:42:34.984" v="1282" actId="790"/>
          <ac:spMkLst>
            <pc:docMk/>
            <pc:sldMk cId="0" sldId="262"/>
            <ac:spMk id="44" creationId="{00000000-0000-0000-0000-000000000000}"/>
          </ac:spMkLst>
        </pc:spChg>
        <pc:spChg chg="mod">
          <ac:chgData name="Jason Klaas" userId="11fc57db0c578e4b" providerId="LiveId" clId="{10D291D6-A315-4D34-AB61-028F8CA20A8E}" dt="2026-08-18T16:53:48.422" v="2379" actId="790"/>
          <ac:spMkLst>
            <pc:docMk/>
            <pc:sldMk cId="0" sldId="262"/>
            <ac:spMk id="48" creationId="{00000000-0000-0000-0000-000000000000}"/>
          </ac:spMkLst>
        </pc:spChg>
        <pc:spChg chg="mod">
          <ac:chgData name="Jason Klaas" userId="11fc57db0c578e4b" providerId="LiveId" clId="{10D291D6-A315-4D34-AB61-028F8CA20A8E}" dt="2026-08-18T16:53:48.422" v="2379" actId="790"/>
          <ac:spMkLst>
            <pc:docMk/>
            <pc:sldMk cId="0" sldId="262"/>
            <ac:spMk id="50" creationId="{00000000-0000-0000-0000-000000000000}"/>
          </ac:spMkLst>
        </pc:spChg>
        <pc:spChg chg="mod">
          <ac:chgData name="Jason Klaas" userId="11fc57db0c578e4b" providerId="LiveId" clId="{10D291D6-A315-4D34-AB61-028F8CA20A8E}" dt="2026-08-18T16:53:48.422" v="2379" actId="790"/>
          <ac:spMkLst>
            <pc:docMk/>
            <pc:sldMk cId="0" sldId="262"/>
            <ac:spMk id="51" creationId="{00000000-0000-0000-0000-000000000000}"/>
          </ac:spMkLst>
        </pc:spChg>
        <pc:spChg chg="mod">
          <ac:chgData name="Jason Klaas" userId="11fc57db0c578e4b" providerId="LiveId" clId="{10D291D6-A315-4D34-AB61-028F8CA20A8E}" dt="2026-08-16T13:42:34.984" v="1282" actId="790"/>
          <ac:spMkLst>
            <pc:docMk/>
            <pc:sldMk cId="0" sldId="262"/>
            <ac:spMk id="52" creationId="{00000000-0000-0000-0000-000000000000}"/>
          </ac:spMkLst>
        </pc:spChg>
        <pc:spChg chg="add mod">
          <ac:chgData name="Jason Klaas" userId="11fc57db0c578e4b" providerId="LiveId" clId="{10D291D6-A315-4D34-AB61-028F8CA20A8E}" dt="2026-08-16T13:42:34.984" v="1282" actId="790"/>
          <ac:spMkLst>
            <pc:docMk/>
            <pc:sldMk cId="0" sldId="262"/>
            <ac:spMk id="55" creationId="{00000000-0000-0000-0000-000000000000}"/>
          </ac:spMkLst>
        </pc:spChg>
      </pc:sldChg>
      <pc:sldChg chg="modSp mod modClrScheme chgLayout">
        <pc:chgData name="Jason Klaas" userId="11fc57db0c578e4b" providerId="LiveId" clId="{10D291D6-A315-4D34-AB61-028F8CA20A8E}" dt="2026-08-18T17:29:45.769" v="2420" actId="207"/>
        <pc:sldMkLst>
          <pc:docMk/>
          <pc:sldMk cId="0" sldId="263"/>
        </pc:sldMkLst>
        <pc:spChg chg="mod">
          <ac:chgData name="Jason Klaas" userId="11fc57db0c578e4b" providerId="LiveId" clId="{10D291D6-A315-4D34-AB61-028F8CA20A8E}" dt="2026-08-18T17:29:41.760" v="2419" actId="208"/>
          <ac:spMkLst>
            <pc:docMk/>
            <pc:sldMk cId="0" sldId="263"/>
            <ac:spMk id="2" creationId="{00000000-0000-0000-0000-000000000000}"/>
          </ac:spMkLst>
        </pc:spChg>
        <pc:spChg chg="mod">
          <ac:chgData name="Jason Klaas" userId="11fc57db0c578e4b" providerId="LiveId" clId="{10D291D6-A315-4D34-AB61-028F8CA20A8E}" dt="2026-08-18T17:29:45.769" v="2420" actId="207"/>
          <ac:spMkLst>
            <pc:docMk/>
            <pc:sldMk cId="0" sldId="263"/>
            <ac:spMk id="3" creationId="{00000000-0000-0000-0000-000000000000}"/>
          </ac:spMkLst>
        </pc:spChg>
        <pc:spChg chg="mod">
          <ac:chgData name="Jason Klaas" userId="11fc57db0c578e4b" providerId="LiveId" clId="{10D291D6-A315-4D34-AB61-028F8CA20A8E}" dt="2026-08-18T16:53:48.422" v="2379" actId="790"/>
          <ac:spMkLst>
            <pc:docMk/>
            <pc:sldMk cId="0" sldId="263"/>
            <ac:spMk id="5" creationId="{00000000-0000-0000-0000-000000000000}"/>
          </ac:spMkLst>
        </pc:spChg>
        <pc:spChg chg="mod">
          <ac:chgData name="Jason Klaas" userId="11fc57db0c578e4b" providerId="LiveId" clId="{10D291D6-A315-4D34-AB61-028F8CA20A8E}" dt="2026-08-18T16:53:48.422" v="2379" actId="790"/>
          <ac:spMkLst>
            <pc:docMk/>
            <pc:sldMk cId="0" sldId="263"/>
            <ac:spMk id="10" creationId="{00000000-0000-0000-0000-000000000000}"/>
          </ac:spMkLst>
        </pc:spChg>
        <pc:spChg chg="mod">
          <ac:chgData name="Jason Klaas" userId="11fc57db0c578e4b" providerId="LiveId" clId="{10D291D6-A315-4D34-AB61-028F8CA20A8E}" dt="2026-08-16T13:42:34.984" v="1282" actId="790"/>
          <ac:spMkLst>
            <pc:docMk/>
            <pc:sldMk cId="0" sldId="263"/>
            <ac:spMk id="11" creationId="{00000000-0000-0000-0000-000000000000}"/>
          </ac:spMkLst>
        </pc:spChg>
        <pc:spChg chg="mod">
          <ac:chgData name="Jason Klaas" userId="11fc57db0c578e4b" providerId="LiveId" clId="{10D291D6-A315-4D34-AB61-028F8CA20A8E}" dt="2026-08-18T16:53:48.422" v="2379" actId="790"/>
          <ac:spMkLst>
            <pc:docMk/>
            <pc:sldMk cId="0" sldId="263"/>
            <ac:spMk id="17" creationId="{00000000-0000-0000-0000-000000000000}"/>
          </ac:spMkLst>
        </pc:spChg>
        <pc:spChg chg="mod">
          <ac:chgData name="Jason Klaas" userId="11fc57db0c578e4b" providerId="LiveId" clId="{10D291D6-A315-4D34-AB61-028F8CA20A8E}" dt="2026-08-16T13:42:34.984" v="1282" actId="790"/>
          <ac:spMkLst>
            <pc:docMk/>
            <pc:sldMk cId="0" sldId="263"/>
            <ac:spMk id="21" creationId="{00000000-0000-0000-0000-000000000000}"/>
          </ac:spMkLst>
        </pc:spChg>
        <pc:spChg chg="mod">
          <ac:chgData name="Jason Klaas" userId="11fc57db0c578e4b" providerId="LiveId" clId="{10D291D6-A315-4D34-AB61-028F8CA20A8E}" dt="2026-08-16T13:42:34.984" v="1282" actId="790"/>
          <ac:spMkLst>
            <pc:docMk/>
            <pc:sldMk cId="0" sldId="263"/>
            <ac:spMk id="23" creationId="{00000000-0000-0000-0000-000000000000}"/>
          </ac:spMkLst>
        </pc:spChg>
        <pc:spChg chg="mod">
          <ac:chgData name="Jason Klaas" userId="11fc57db0c578e4b" providerId="LiveId" clId="{10D291D6-A315-4D34-AB61-028F8CA20A8E}" dt="2026-08-18T16:53:48.422" v="2379" actId="790"/>
          <ac:spMkLst>
            <pc:docMk/>
            <pc:sldMk cId="0" sldId="263"/>
            <ac:spMk id="24" creationId="{00000000-0000-0000-0000-000000000000}"/>
          </ac:spMkLst>
        </pc:spChg>
        <pc:spChg chg="mod">
          <ac:chgData name="Jason Klaas" userId="11fc57db0c578e4b" providerId="LiveId" clId="{10D291D6-A315-4D34-AB61-028F8CA20A8E}" dt="2026-08-16T13:42:34.984" v="1282" actId="790"/>
          <ac:spMkLst>
            <pc:docMk/>
            <pc:sldMk cId="0" sldId="263"/>
            <ac:spMk id="25" creationId="{00000000-0000-0000-0000-000000000000}"/>
          </ac:spMkLst>
        </pc:spChg>
        <pc:spChg chg="mod">
          <ac:chgData name="Jason Klaas" userId="11fc57db0c578e4b" providerId="LiveId" clId="{10D291D6-A315-4D34-AB61-028F8CA20A8E}" dt="2026-08-18T16:53:48.422" v="2379" actId="790"/>
          <ac:spMkLst>
            <pc:docMk/>
            <pc:sldMk cId="0" sldId="263"/>
            <ac:spMk id="29" creationId="{00000000-0000-0000-0000-000000000000}"/>
          </ac:spMkLst>
        </pc:spChg>
        <pc:spChg chg="mod">
          <ac:chgData name="Jason Klaas" userId="11fc57db0c578e4b" providerId="LiveId" clId="{10D291D6-A315-4D34-AB61-028F8CA20A8E}" dt="2026-08-18T16:53:48.422" v="2379" actId="790"/>
          <ac:spMkLst>
            <pc:docMk/>
            <pc:sldMk cId="0" sldId="263"/>
            <ac:spMk id="31" creationId="{00000000-0000-0000-0000-000000000000}"/>
          </ac:spMkLst>
        </pc:spChg>
        <pc:spChg chg="mod">
          <ac:chgData name="Jason Klaas" userId="11fc57db0c578e4b" providerId="LiveId" clId="{10D291D6-A315-4D34-AB61-028F8CA20A8E}" dt="2026-08-16T13:42:34.984" v="1282" actId="790"/>
          <ac:spMkLst>
            <pc:docMk/>
            <pc:sldMk cId="0" sldId="263"/>
            <ac:spMk id="33" creationId="{00000000-0000-0000-0000-000000000000}"/>
          </ac:spMkLst>
        </pc:spChg>
        <pc:spChg chg="mod">
          <ac:chgData name="Jason Klaas" userId="11fc57db0c578e4b" providerId="LiveId" clId="{10D291D6-A315-4D34-AB61-028F8CA20A8E}" dt="2026-08-16T13:42:34.984" v="1282" actId="790"/>
          <ac:spMkLst>
            <pc:docMk/>
            <pc:sldMk cId="0" sldId="263"/>
            <ac:spMk id="34" creationId="{00000000-0000-0000-0000-000000000000}"/>
          </ac:spMkLst>
        </pc:spChg>
        <pc:spChg chg="mod">
          <ac:chgData name="Jason Klaas" userId="11fc57db0c578e4b" providerId="LiveId" clId="{10D291D6-A315-4D34-AB61-028F8CA20A8E}" dt="2026-08-18T16:53:48.422" v="2379" actId="790"/>
          <ac:spMkLst>
            <pc:docMk/>
            <pc:sldMk cId="0" sldId="263"/>
            <ac:spMk id="36" creationId="{00000000-0000-0000-0000-000000000000}"/>
          </ac:spMkLst>
        </pc:spChg>
        <pc:spChg chg="mod">
          <ac:chgData name="Jason Klaas" userId="11fc57db0c578e4b" providerId="LiveId" clId="{10D291D6-A315-4D34-AB61-028F8CA20A8E}" dt="2026-08-16T13:42:34.984" v="1282" actId="790"/>
          <ac:spMkLst>
            <pc:docMk/>
            <pc:sldMk cId="0" sldId="263"/>
            <ac:spMk id="37" creationId="{00000000-0000-0000-0000-000000000000}"/>
          </ac:spMkLst>
        </pc:spChg>
        <pc:spChg chg="mod">
          <ac:chgData name="Jason Klaas" userId="11fc57db0c578e4b" providerId="LiveId" clId="{10D291D6-A315-4D34-AB61-028F8CA20A8E}" dt="2026-08-16T13:42:34.984" v="1282" actId="790"/>
          <ac:spMkLst>
            <pc:docMk/>
            <pc:sldMk cId="0" sldId="263"/>
            <ac:spMk id="38" creationId="{00000000-0000-0000-0000-000000000000}"/>
          </ac:spMkLst>
        </pc:spChg>
        <pc:spChg chg="mod">
          <ac:chgData name="Jason Klaas" userId="11fc57db0c578e4b" providerId="LiveId" clId="{10D291D6-A315-4D34-AB61-028F8CA20A8E}" dt="2026-08-18T16:53:48.422" v="2379" actId="790"/>
          <ac:spMkLst>
            <pc:docMk/>
            <pc:sldMk cId="0" sldId="263"/>
            <ac:spMk id="39" creationId="{00000000-0000-0000-0000-000000000000}"/>
          </ac:spMkLst>
        </pc:spChg>
        <pc:spChg chg="mod">
          <ac:chgData name="Jason Klaas" userId="11fc57db0c578e4b" providerId="LiveId" clId="{10D291D6-A315-4D34-AB61-028F8CA20A8E}" dt="2026-08-16T13:42:34.984" v="1282" actId="790"/>
          <ac:spMkLst>
            <pc:docMk/>
            <pc:sldMk cId="0" sldId="263"/>
            <ac:spMk id="41" creationId="{00000000-0000-0000-0000-000000000000}"/>
          </ac:spMkLst>
        </pc:spChg>
        <pc:spChg chg="mod">
          <ac:chgData name="Jason Klaas" userId="11fc57db0c578e4b" providerId="LiveId" clId="{10D291D6-A315-4D34-AB61-028F8CA20A8E}" dt="2026-08-18T16:53:48.422" v="2379" actId="790"/>
          <ac:spMkLst>
            <pc:docMk/>
            <pc:sldMk cId="0" sldId="263"/>
            <ac:spMk id="42" creationId="{00000000-0000-0000-0000-000000000000}"/>
          </ac:spMkLst>
        </pc:spChg>
        <pc:spChg chg="mod">
          <ac:chgData name="Jason Klaas" userId="11fc57db0c578e4b" providerId="LiveId" clId="{10D291D6-A315-4D34-AB61-028F8CA20A8E}" dt="2026-08-18T16:53:48.422" v="2379" actId="790"/>
          <ac:spMkLst>
            <pc:docMk/>
            <pc:sldMk cId="0" sldId="263"/>
            <ac:spMk id="44" creationId="{00000000-0000-0000-0000-000000000000}"/>
          </ac:spMkLst>
        </pc:spChg>
        <pc:spChg chg="add mod">
          <ac:chgData name="Jason Klaas" userId="11fc57db0c578e4b" providerId="LiveId" clId="{10D291D6-A315-4D34-AB61-028F8CA20A8E}" dt="2026-08-16T13:28:06.088" v="811" actId="26606"/>
          <ac:spMkLst>
            <pc:docMk/>
            <pc:sldMk cId="0" sldId="263"/>
            <ac:spMk id="47" creationId="{00000000-0000-0000-0000-000000000000}"/>
          </ac:spMkLst>
        </pc:spChg>
      </pc:sldChg>
      <pc:sldChg chg="delSp modSp mod modClrScheme chgLayout">
        <pc:chgData name="Jason Klaas" userId="11fc57db0c578e4b" providerId="LiveId" clId="{10D291D6-A315-4D34-AB61-028F8CA20A8E}" dt="2026-08-18T22:01:54.575" v="2470" actId="20577"/>
        <pc:sldMkLst>
          <pc:docMk/>
          <pc:sldMk cId="0" sldId="264"/>
        </pc:sldMkLst>
        <pc:spChg chg="mod">
          <ac:chgData name="Jason Klaas" userId="11fc57db0c578e4b" providerId="LiveId" clId="{10D291D6-A315-4D34-AB61-028F8CA20A8E}" dt="2026-08-18T17:30:09.234" v="2423" actId="208"/>
          <ac:spMkLst>
            <pc:docMk/>
            <pc:sldMk cId="0" sldId="264"/>
            <ac:spMk id="2" creationId="{00000000-0000-0000-0000-000000000000}"/>
          </ac:spMkLst>
        </pc:spChg>
        <pc:spChg chg="mod">
          <ac:chgData name="Jason Klaas" userId="11fc57db0c578e4b" providerId="LiveId" clId="{10D291D6-A315-4D34-AB61-028F8CA20A8E}" dt="2026-08-18T17:30:12.099" v="2424" actId="207"/>
          <ac:spMkLst>
            <pc:docMk/>
            <pc:sldMk cId="0" sldId="264"/>
            <ac:spMk id="3" creationId="{00000000-0000-0000-0000-000000000000}"/>
          </ac:spMkLst>
        </pc:spChg>
        <pc:spChg chg="mod">
          <ac:chgData name="Jason Klaas" userId="11fc57db0c578e4b" providerId="LiveId" clId="{10D291D6-A315-4D34-AB61-028F8CA20A8E}" dt="2026-08-18T16:53:48.422" v="2379" actId="790"/>
          <ac:spMkLst>
            <pc:docMk/>
            <pc:sldMk cId="0" sldId="264"/>
            <ac:spMk id="4" creationId="{00000000-0000-0000-0000-000000000000}"/>
          </ac:spMkLst>
        </pc:spChg>
        <pc:spChg chg="mod">
          <ac:chgData name="Jason Klaas" userId="11fc57db0c578e4b" providerId="LiveId" clId="{10D291D6-A315-4D34-AB61-028F8CA20A8E}" dt="2026-08-18T16:53:48.422" v="2379" actId="790"/>
          <ac:spMkLst>
            <pc:docMk/>
            <pc:sldMk cId="0" sldId="264"/>
            <ac:spMk id="7" creationId="{00000000-0000-0000-0000-000000000000}"/>
          </ac:spMkLst>
        </pc:spChg>
        <pc:spChg chg="mod">
          <ac:chgData name="Jason Klaas" userId="11fc57db0c578e4b" providerId="LiveId" clId="{10D291D6-A315-4D34-AB61-028F8CA20A8E}" dt="2026-08-18T16:53:48.422" v="2379" actId="790"/>
          <ac:spMkLst>
            <pc:docMk/>
            <pc:sldMk cId="0" sldId="264"/>
            <ac:spMk id="8" creationId="{00000000-0000-0000-0000-000000000000}"/>
          </ac:spMkLst>
        </pc:spChg>
        <pc:spChg chg="mod">
          <ac:chgData name="Jason Klaas" userId="11fc57db0c578e4b" providerId="LiveId" clId="{10D291D6-A315-4D34-AB61-028F8CA20A8E}" dt="2026-08-16T13:42:34.984" v="1282" actId="790"/>
          <ac:spMkLst>
            <pc:docMk/>
            <pc:sldMk cId="0" sldId="264"/>
            <ac:spMk id="11" creationId="{00000000-0000-0000-0000-000000000000}"/>
          </ac:spMkLst>
        </pc:spChg>
        <pc:spChg chg="mod">
          <ac:chgData name="Jason Klaas" userId="11fc57db0c578e4b" providerId="LiveId" clId="{10D291D6-A315-4D34-AB61-028F8CA20A8E}" dt="2026-08-18T16:53:48.422" v="2379" actId="790"/>
          <ac:spMkLst>
            <pc:docMk/>
            <pc:sldMk cId="0" sldId="264"/>
            <ac:spMk id="12" creationId="{00000000-0000-0000-0000-000000000000}"/>
          </ac:spMkLst>
        </pc:spChg>
        <pc:spChg chg="mod">
          <ac:chgData name="Jason Klaas" userId="11fc57db0c578e4b" providerId="LiveId" clId="{10D291D6-A315-4D34-AB61-028F8CA20A8E}" dt="2026-08-18T16:53:48.422" v="2379" actId="790"/>
          <ac:spMkLst>
            <pc:docMk/>
            <pc:sldMk cId="0" sldId="264"/>
            <ac:spMk id="14" creationId="{00000000-0000-0000-0000-000000000000}"/>
          </ac:spMkLst>
        </pc:spChg>
        <pc:spChg chg="mod">
          <ac:chgData name="Jason Klaas" userId="11fc57db0c578e4b" providerId="LiveId" clId="{10D291D6-A315-4D34-AB61-028F8CA20A8E}" dt="2026-08-16T13:42:34.984" v="1282" actId="790"/>
          <ac:spMkLst>
            <pc:docMk/>
            <pc:sldMk cId="0" sldId="264"/>
            <ac:spMk id="15" creationId="{00000000-0000-0000-0000-000000000000}"/>
          </ac:spMkLst>
        </pc:spChg>
        <pc:spChg chg="mod">
          <ac:chgData name="Jason Klaas" userId="11fc57db0c578e4b" providerId="LiveId" clId="{10D291D6-A315-4D34-AB61-028F8CA20A8E}" dt="2026-08-18T16:53:48.422" v="2379" actId="790"/>
          <ac:spMkLst>
            <pc:docMk/>
            <pc:sldMk cId="0" sldId="264"/>
            <ac:spMk id="17" creationId="{00000000-0000-0000-0000-000000000000}"/>
          </ac:spMkLst>
        </pc:spChg>
        <pc:spChg chg="mod">
          <ac:chgData name="Jason Klaas" userId="11fc57db0c578e4b" providerId="LiveId" clId="{10D291D6-A315-4D34-AB61-028F8CA20A8E}" dt="2026-08-17T09:47:42.711" v="1337" actId="1076"/>
          <ac:spMkLst>
            <pc:docMk/>
            <pc:sldMk cId="0" sldId="264"/>
            <ac:spMk id="18" creationId="{00000000-0000-0000-0000-000000000000}"/>
          </ac:spMkLst>
        </pc:spChg>
        <pc:spChg chg="mod">
          <ac:chgData name="Jason Klaas" userId="11fc57db0c578e4b" providerId="LiveId" clId="{10D291D6-A315-4D34-AB61-028F8CA20A8E}" dt="2026-08-18T16:53:48.422" v="2379" actId="790"/>
          <ac:spMkLst>
            <pc:docMk/>
            <pc:sldMk cId="0" sldId="264"/>
            <ac:spMk id="20" creationId="{00000000-0000-0000-0000-000000000000}"/>
          </ac:spMkLst>
        </pc:spChg>
        <pc:spChg chg="mod">
          <ac:chgData name="Jason Klaas" userId="11fc57db0c578e4b" providerId="LiveId" clId="{10D291D6-A315-4D34-AB61-028F8CA20A8E}" dt="2026-08-18T22:01:37.247" v="2458" actId="20577"/>
          <ac:spMkLst>
            <pc:docMk/>
            <pc:sldMk cId="0" sldId="264"/>
            <ac:spMk id="22" creationId="{00000000-0000-0000-0000-000000000000}"/>
          </ac:spMkLst>
        </pc:spChg>
        <pc:spChg chg="mod">
          <ac:chgData name="Jason Klaas" userId="11fc57db0c578e4b" providerId="LiveId" clId="{10D291D6-A315-4D34-AB61-028F8CA20A8E}" dt="2026-08-18T16:53:48.422" v="2379" actId="790"/>
          <ac:spMkLst>
            <pc:docMk/>
            <pc:sldMk cId="0" sldId="264"/>
            <ac:spMk id="24" creationId="{00000000-0000-0000-0000-000000000000}"/>
          </ac:spMkLst>
        </pc:spChg>
        <pc:spChg chg="mod">
          <ac:chgData name="Jason Klaas" userId="11fc57db0c578e4b" providerId="LiveId" clId="{10D291D6-A315-4D34-AB61-028F8CA20A8E}" dt="2026-08-17T09:49:35.227" v="1379" actId="1076"/>
          <ac:spMkLst>
            <pc:docMk/>
            <pc:sldMk cId="0" sldId="264"/>
            <ac:spMk id="26" creationId="{00000000-0000-0000-0000-000000000000}"/>
          </ac:spMkLst>
        </pc:spChg>
        <pc:spChg chg="mod">
          <ac:chgData name="Jason Klaas" userId="11fc57db0c578e4b" providerId="LiveId" clId="{10D291D6-A315-4D34-AB61-028F8CA20A8E}" dt="2026-08-18T22:01:54.575" v="2470" actId="20577"/>
          <ac:spMkLst>
            <pc:docMk/>
            <pc:sldMk cId="0" sldId="264"/>
            <ac:spMk id="30" creationId="{00000000-0000-0000-0000-000000000000}"/>
          </ac:spMkLst>
        </pc:spChg>
        <pc:spChg chg="mod">
          <ac:chgData name="Jason Klaas" userId="11fc57db0c578e4b" providerId="LiveId" clId="{10D291D6-A315-4D34-AB61-028F8CA20A8E}" dt="2026-08-16T13:42:34.984" v="1282" actId="790"/>
          <ac:spMkLst>
            <pc:docMk/>
            <pc:sldMk cId="0" sldId="264"/>
            <ac:spMk id="31" creationId="{00000000-0000-0000-0000-000000000000}"/>
          </ac:spMkLst>
        </pc:spChg>
        <pc:spChg chg="mod">
          <ac:chgData name="Jason Klaas" userId="11fc57db0c578e4b" providerId="LiveId" clId="{10D291D6-A315-4D34-AB61-028F8CA20A8E}" dt="2026-08-18T16:53:48.422" v="2379" actId="790"/>
          <ac:spMkLst>
            <pc:docMk/>
            <pc:sldMk cId="0" sldId="264"/>
            <ac:spMk id="33" creationId="{00000000-0000-0000-0000-000000000000}"/>
          </ac:spMkLst>
        </pc:spChg>
        <pc:spChg chg="mod">
          <ac:chgData name="Jason Klaas" userId="11fc57db0c578e4b" providerId="LiveId" clId="{10D291D6-A315-4D34-AB61-028F8CA20A8E}" dt="2026-08-18T16:53:48.422" v="2379" actId="790"/>
          <ac:spMkLst>
            <pc:docMk/>
            <pc:sldMk cId="0" sldId="264"/>
            <ac:spMk id="34" creationId="{00000000-0000-0000-0000-000000000000}"/>
          </ac:spMkLst>
        </pc:spChg>
        <pc:spChg chg="mod">
          <ac:chgData name="Jason Klaas" userId="11fc57db0c578e4b" providerId="LiveId" clId="{10D291D6-A315-4D34-AB61-028F8CA20A8E}" dt="2026-08-16T13:42:34.984" v="1282" actId="790"/>
          <ac:spMkLst>
            <pc:docMk/>
            <pc:sldMk cId="0" sldId="264"/>
            <ac:spMk id="35" creationId="{00000000-0000-0000-0000-000000000000}"/>
          </ac:spMkLst>
        </pc:spChg>
        <pc:spChg chg="mod">
          <ac:chgData name="Jason Klaas" userId="11fc57db0c578e4b" providerId="LiveId" clId="{10D291D6-A315-4D34-AB61-028F8CA20A8E}" dt="2026-08-17T09:53:27.642" v="1553" actId="20577"/>
          <ac:spMkLst>
            <pc:docMk/>
            <pc:sldMk cId="0" sldId="264"/>
            <ac:spMk id="37" creationId="{00000000-0000-0000-0000-000000000000}"/>
          </ac:spMkLst>
        </pc:spChg>
        <pc:spChg chg="mod">
          <ac:chgData name="Jason Klaas" userId="11fc57db0c578e4b" providerId="LiveId" clId="{10D291D6-A315-4D34-AB61-028F8CA20A8E}" dt="2026-08-16T13:42:34.984" v="1282" actId="790"/>
          <ac:spMkLst>
            <pc:docMk/>
            <pc:sldMk cId="0" sldId="264"/>
            <ac:spMk id="39" creationId="{00000000-0000-0000-0000-000000000000}"/>
          </ac:spMkLst>
        </pc:spChg>
        <pc:spChg chg="del mod">
          <ac:chgData name="Jason Klaas" userId="11fc57db0c578e4b" providerId="LiveId" clId="{10D291D6-A315-4D34-AB61-028F8CA20A8E}" dt="2026-08-18T16:52:56.982" v="2375" actId="478"/>
          <ac:spMkLst>
            <pc:docMk/>
            <pc:sldMk cId="0" sldId="264"/>
            <ac:spMk id="42" creationId="{00000000-0000-0000-0000-000000000000}"/>
          </ac:spMkLst>
        </pc:spChg>
        <pc:spChg chg="del">
          <ac:chgData name="Jason Klaas" userId="11fc57db0c578e4b" providerId="LiveId" clId="{10D291D6-A315-4D34-AB61-028F8CA20A8E}" dt="2026-08-18T16:52:57.973" v="2376" actId="478"/>
          <ac:spMkLst>
            <pc:docMk/>
            <pc:sldMk cId="0" sldId="264"/>
            <ac:spMk id="43" creationId="{00000000-0000-0000-0000-000000000000}"/>
          </ac:spMkLst>
        </pc:spChg>
        <pc:spChg chg="del">
          <ac:chgData name="Jason Klaas" userId="11fc57db0c578e4b" providerId="LiveId" clId="{10D291D6-A315-4D34-AB61-028F8CA20A8E}" dt="2026-08-18T16:52:59.021" v="2377" actId="478"/>
          <ac:spMkLst>
            <pc:docMk/>
            <pc:sldMk cId="0" sldId="264"/>
            <ac:spMk id="44" creationId="{00000000-0000-0000-0000-000000000000}"/>
          </ac:spMkLst>
        </pc:spChg>
        <pc:spChg chg="del mod">
          <ac:chgData name="Jason Klaas" userId="11fc57db0c578e4b" providerId="LiveId" clId="{10D291D6-A315-4D34-AB61-028F8CA20A8E}" dt="2026-08-18T16:53:00.054" v="2378" actId="478"/>
          <ac:spMkLst>
            <pc:docMk/>
            <pc:sldMk cId="0" sldId="264"/>
            <ac:spMk id="45" creationId="{00000000-0000-0000-0000-000000000000}"/>
          </ac:spMkLst>
        </pc:spChg>
        <pc:spChg chg="add mod">
          <ac:chgData name="Jason Klaas" userId="11fc57db0c578e4b" providerId="LiveId" clId="{10D291D6-A315-4D34-AB61-028F8CA20A8E}" dt="2026-08-16T13:28:06.088" v="811" actId="26606"/>
          <ac:spMkLst>
            <pc:docMk/>
            <pc:sldMk cId="0" sldId="264"/>
            <ac:spMk id="46" creationId="{00000000-0000-0000-0000-000000000000}"/>
          </ac:spMkLst>
        </pc:spChg>
      </pc:sldChg>
      <pc:sldChg chg="modSp mod modClrScheme chgLayout">
        <pc:chgData name="Jason Klaas" userId="11fc57db0c578e4b" providerId="LiveId" clId="{10D291D6-A315-4D34-AB61-028F8CA20A8E}" dt="2026-08-18T17:29:56.178" v="2422" actId="207"/>
        <pc:sldMkLst>
          <pc:docMk/>
          <pc:sldMk cId="0" sldId="265"/>
        </pc:sldMkLst>
        <pc:spChg chg="mod">
          <ac:chgData name="Jason Klaas" userId="11fc57db0c578e4b" providerId="LiveId" clId="{10D291D6-A315-4D34-AB61-028F8CA20A8E}" dt="2026-08-18T17:29:53.760" v="2421" actId="208"/>
          <ac:spMkLst>
            <pc:docMk/>
            <pc:sldMk cId="0" sldId="265"/>
            <ac:spMk id="2" creationId="{00000000-0000-0000-0000-000000000000}"/>
          </ac:spMkLst>
        </pc:spChg>
        <pc:spChg chg="mod">
          <ac:chgData name="Jason Klaas" userId="11fc57db0c578e4b" providerId="LiveId" clId="{10D291D6-A315-4D34-AB61-028F8CA20A8E}" dt="2026-08-18T17:29:56.178" v="2422" actId="207"/>
          <ac:spMkLst>
            <pc:docMk/>
            <pc:sldMk cId="0" sldId="265"/>
            <ac:spMk id="3" creationId="{00000000-0000-0000-0000-000000000000}"/>
          </ac:spMkLst>
        </pc:spChg>
        <pc:spChg chg="mod">
          <ac:chgData name="Jason Klaas" userId="11fc57db0c578e4b" providerId="LiveId" clId="{10D291D6-A315-4D34-AB61-028F8CA20A8E}" dt="2026-08-18T16:53:48.422" v="2379" actId="790"/>
          <ac:spMkLst>
            <pc:docMk/>
            <pc:sldMk cId="0" sldId="265"/>
            <ac:spMk id="4" creationId="{00000000-0000-0000-0000-000000000000}"/>
          </ac:spMkLst>
        </pc:spChg>
        <pc:spChg chg="mod">
          <ac:chgData name="Jason Klaas" userId="11fc57db0c578e4b" providerId="LiveId" clId="{10D291D6-A315-4D34-AB61-028F8CA20A8E}" dt="2026-08-16T13:42:34.984" v="1282" actId="790"/>
          <ac:spMkLst>
            <pc:docMk/>
            <pc:sldMk cId="0" sldId="265"/>
            <ac:spMk id="6" creationId="{00000000-0000-0000-0000-000000000000}"/>
          </ac:spMkLst>
        </pc:spChg>
        <pc:spChg chg="mod">
          <ac:chgData name="Jason Klaas" userId="11fc57db0c578e4b" providerId="LiveId" clId="{10D291D6-A315-4D34-AB61-028F8CA20A8E}" dt="2026-08-16T13:42:34.984" v="1282" actId="790"/>
          <ac:spMkLst>
            <pc:docMk/>
            <pc:sldMk cId="0" sldId="265"/>
            <ac:spMk id="12" creationId="{00000000-0000-0000-0000-000000000000}"/>
          </ac:spMkLst>
        </pc:spChg>
        <pc:spChg chg="mod">
          <ac:chgData name="Jason Klaas" userId="11fc57db0c578e4b" providerId="LiveId" clId="{10D291D6-A315-4D34-AB61-028F8CA20A8E}" dt="2026-08-18T16:53:48.422" v="2379" actId="790"/>
          <ac:spMkLst>
            <pc:docMk/>
            <pc:sldMk cId="0" sldId="265"/>
            <ac:spMk id="15" creationId="{00000000-0000-0000-0000-000000000000}"/>
          </ac:spMkLst>
        </pc:spChg>
        <pc:spChg chg="mod">
          <ac:chgData name="Jason Klaas" userId="11fc57db0c578e4b" providerId="LiveId" clId="{10D291D6-A315-4D34-AB61-028F8CA20A8E}" dt="2026-08-16T13:42:34.984" v="1282" actId="790"/>
          <ac:spMkLst>
            <pc:docMk/>
            <pc:sldMk cId="0" sldId="265"/>
            <ac:spMk id="16" creationId="{00000000-0000-0000-0000-000000000000}"/>
          </ac:spMkLst>
        </pc:spChg>
        <pc:spChg chg="mod">
          <ac:chgData name="Jason Klaas" userId="11fc57db0c578e4b" providerId="LiveId" clId="{10D291D6-A315-4D34-AB61-028F8CA20A8E}" dt="2026-08-16T13:42:34.984" v="1282" actId="790"/>
          <ac:spMkLst>
            <pc:docMk/>
            <pc:sldMk cId="0" sldId="265"/>
            <ac:spMk id="17" creationId="{00000000-0000-0000-0000-000000000000}"/>
          </ac:spMkLst>
        </pc:spChg>
        <pc:spChg chg="mod">
          <ac:chgData name="Jason Klaas" userId="11fc57db0c578e4b" providerId="LiveId" clId="{10D291D6-A315-4D34-AB61-028F8CA20A8E}" dt="2026-08-18T16:53:48.422" v="2379" actId="790"/>
          <ac:spMkLst>
            <pc:docMk/>
            <pc:sldMk cId="0" sldId="265"/>
            <ac:spMk id="18" creationId="{00000000-0000-0000-0000-000000000000}"/>
          </ac:spMkLst>
        </pc:spChg>
        <pc:spChg chg="mod">
          <ac:chgData name="Jason Klaas" userId="11fc57db0c578e4b" providerId="LiveId" clId="{10D291D6-A315-4D34-AB61-028F8CA20A8E}" dt="2026-08-18T16:53:48.422" v="2379" actId="790"/>
          <ac:spMkLst>
            <pc:docMk/>
            <pc:sldMk cId="0" sldId="265"/>
            <ac:spMk id="22" creationId="{00000000-0000-0000-0000-000000000000}"/>
          </ac:spMkLst>
        </pc:spChg>
        <pc:spChg chg="mod">
          <ac:chgData name="Jason Klaas" userId="11fc57db0c578e4b" providerId="LiveId" clId="{10D291D6-A315-4D34-AB61-028F8CA20A8E}" dt="2026-08-16T13:42:34.984" v="1282" actId="790"/>
          <ac:spMkLst>
            <pc:docMk/>
            <pc:sldMk cId="0" sldId="265"/>
            <ac:spMk id="23" creationId="{00000000-0000-0000-0000-000000000000}"/>
          </ac:spMkLst>
        </pc:spChg>
        <pc:spChg chg="mod">
          <ac:chgData name="Jason Klaas" userId="11fc57db0c578e4b" providerId="LiveId" clId="{10D291D6-A315-4D34-AB61-028F8CA20A8E}" dt="2026-08-16T13:42:34.984" v="1282" actId="790"/>
          <ac:spMkLst>
            <pc:docMk/>
            <pc:sldMk cId="0" sldId="265"/>
            <ac:spMk id="24" creationId="{00000000-0000-0000-0000-000000000000}"/>
          </ac:spMkLst>
        </pc:spChg>
        <pc:spChg chg="mod">
          <ac:chgData name="Jason Klaas" userId="11fc57db0c578e4b" providerId="LiveId" clId="{10D291D6-A315-4D34-AB61-028F8CA20A8E}" dt="2026-08-18T16:53:48.422" v="2379" actId="790"/>
          <ac:spMkLst>
            <pc:docMk/>
            <pc:sldMk cId="0" sldId="265"/>
            <ac:spMk id="29" creationId="{00000000-0000-0000-0000-000000000000}"/>
          </ac:spMkLst>
        </pc:spChg>
        <pc:spChg chg="mod">
          <ac:chgData name="Jason Klaas" userId="11fc57db0c578e4b" providerId="LiveId" clId="{10D291D6-A315-4D34-AB61-028F8CA20A8E}" dt="2026-08-18T16:53:48.422" v="2379" actId="790"/>
          <ac:spMkLst>
            <pc:docMk/>
            <pc:sldMk cId="0" sldId="265"/>
            <ac:spMk id="31" creationId="{00000000-0000-0000-0000-000000000000}"/>
          </ac:spMkLst>
        </pc:spChg>
        <pc:spChg chg="mod">
          <ac:chgData name="Jason Klaas" userId="11fc57db0c578e4b" providerId="LiveId" clId="{10D291D6-A315-4D34-AB61-028F8CA20A8E}" dt="2026-08-18T16:53:48.422" v="2379" actId="790"/>
          <ac:spMkLst>
            <pc:docMk/>
            <pc:sldMk cId="0" sldId="265"/>
            <ac:spMk id="34" creationId="{00000000-0000-0000-0000-000000000000}"/>
          </ac:spMkLst>
        </pc:spChg>
        <pc:spChg chg="mod">
          <ac:chgData name="Jason Klaas" userId="11fc57db0c578e4b" providerId="LiveId" clId="{10D291D6-A315-4D34-AB61-028F8CA20A8E}" dt="2026-08-16T13:42:34.984" v="1282" actId="790"/>
          <ac:spMkLst>
            <pc:docMk/>
            <pc:sldMk cId="0" sldId="265"/>
            <ac:spMk id="37" creationId="{00000000-0000-0000-0000-000000000000}"/>
          </ac:spMkLst>
        </pc:spChg>
        <pc:spChg chg="mod">
          <ac:chgData name="Jason Klaas" userId="11fc57db0c578e4b" providerId="LiveId" clId="{10D291D6-A315-4D34-AB61-028F8CA20A8E}" dt="2026-08-16T13:42:34.984" v="1282" actId="790"/>
          <ac:spMkLst>
            <pc:docMk/>
            <pc:sldMk cId="0" sldId="265"/>
            <ac:spMk id="38" creationId="{00000000-0000-0000-0000-000000000000}"/>
          </ac:spMkLst>
        </pc:spChg>
        <pc:spChg chg="mod">
          <ac:chgData name="Jason Klaas" userId="11fc57db0c578e4b" providerId="LiveId" clId="{10D291D6-A315-4D34-AB61-028F8CA20A8E}" dt="2026-08-18T16:53:48.422" v="2379" actId="790"/>
          <ac:spMkLst>
            <pc:docMk/>
            <pc:sldMk cId="0" sldId="265"/>
            <ac:spMk id="40" creationId="{00000000-0000-0000-0000-000000000000}"/>
          </ac:spMkLst>
        </pc:spChg>
        <pc:spChg chg="mod">
          <ac:chgData name="Jason Klaas" userId="11fc57db0c578e4b" providerId="LiveId" clId="{10D291D6-A315-4D34-AB61-028F8CA20A8E}" dt="2026-08-18T16:53:48.422" v="2379" actId="790"/>
          <ac:spMkLst>
            <pc:docMk/>
            <pc:sldMk cId="0" sldId="265"/>
            <ac:spMk id="41" creationId="{00000000-0000-0000-0000-000000000000}"/>
          </ac:spMkLst>
        </pc:spChg>
        <pc:spChg chg="add mod">
          <ac:chgData name="Jason Klaas" userId="11fc57db0c578e4b" providerId="LiveId" clId="{10D291D6-A315-4D34-AB61-028F8CA20A8E}" dt="2026-08-16T13:28:06.088" v="811" actId="26606"/>
          <ac:spMkLst>
            <pc:docMk/>
            <pc:sldMk cId="0" sldId="265"/>
            <ac:spMk id="44"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66"/>
        </pc:sldMkLst>
        <pc:spChg chg="mod">
          <ac:chgData name="Jason Klaas" userId="11fc57db0c578e4b" providerId="LiveId" clId="{10D291D6-A315-4D34-AB61-028F8CA20A8E}" dt="2026-08-16T13:42:34.984" v="1282" actId="790"/>
          <ac:spMkLst>
            <pc:docMk/>
            <pc:sldMk cId="0" sldId="266"/>
            <ac:spMk id="3" creationId="{00000000-0000-0000-0000-000000000000}"/>
          </ac:spMkLst>
        </pc:spChg>
        <pc:spChg chg="mod">
          <ac:chgData name="Jason Klaas" userId="11fc57db0c578e4b" providerId="LiveId" clId="{10D291D6-A315-4D34-AB61-028F8CA20A8E}" dt="2026-08-18T16:53:48.422" v="2379" actId="790"/>
          <ac:spMkLst>
            <pc:docMk/>
            <pc:sldMk cId="0" sldId="266"/>
            <ac:spMk id="4" creationId="{00000000-0000-0000-0000-000000000000}"/>
          </ac:spMkLst>
        </pc:spChg>
        <pc:spChg chg="mod">
          <ac:chgData name="Jason Klaas" userId="11fc57db0c578e4b" providerId="LiveId" clId="{10D291D6-A315-4D34-AB61-028F8CA20A8E}" dt="2026-08-16T13:42:34.984" v="1282" actId="790"/>
          <ac:spMkLst>
            <pc:docMk/>
            <pc:sldMk cId="0" sldId="266"/>
            <ac:spMk id="7" creationId="{00000000-0000-0000-0000-000000000000}"/>
          </ac:spMkLst>
        </pc:spChg>
        <pc:spChg chg="mod">
          <ac:chgData name="Jason Klaas" userId="11fc57db0c578e4b" providerId="LiveId" clId="{10D291D6-A315-4D34-AB61-028F8CA20A8E}" dt="2026-08-16T13:42:34.984" v="1282" actId="790"/>
          <ac:spMkLst>
            <pc:docMk/>
            <pc:sldMk cId="0" sldId="266"/>
            <ac:spMk id="8" creationId="{00000000-0000-0000-0000-000000000000}"/>
          </ac:spMkLst>
        </pc:spChg>
        <pc:spChg chg="mod">
          <ac:chgData name="Jason Klaas" userId="11fc57db0c578e4b" providerId="LiveId" clId="{10D291D6-A315-4D34-AB61-028F8CA20A8E}" dt="2026-08-18T16:53:48.422" v="2379" actId="790"/>
          <ac:spMkLst>
            <pc:docMk/>
            <pc:sldMk cId="0" sldId="266"/>
            <ac:spMk id="9" creationId="{00000000-0000-0000-0000-000000000000}"/>
          </ac:spMkLst>
        </pc:spChg>
        <pc:spChg chg="mod">
          <ac:chgData name="Jason Klaas" userId="11fc57db0c578e4b" providerId="LiveId" clId="{10D291D6-A315-4D34-AB61-028F8CA20A8E}" dt="2026-08-18T16:53:48.422" v="2379" actId="790"/>
          <ac:spMkLst>
            <pc:docMk/>
            <pc:sldMk cId="0" sldId="266"/>
            <ac:spMk id="10" creationId="{00000000-0000-0000-0000-000000000000}"/>
          </ac:spMkLst>
        </pc:spChg>
        <pc:spChg chg="mod">
          <ac:chgData name="Jason Klaas" userId="11fc57db0c578e4b" providerId="LiveId" clId="{10D291D6-A315-4D34-AB61-028F8CA20A8E}" dt="2026-08-18T16:53:48.422" v="2379" actId="790"/>
          <ac:spMkLst>
            <pc:docMk/>
            <pc:sldMk cId="0" sldId="266"/>
            <ac:spMk id="11" creationId="{00000000-0000-0000-0000-000000000000}"/>
          </ac:spMkLst>
        </pc:spChg>
        <pc:spChg chg="mod">
          <ac:chgData name="Jason Klaas" userId="11fc57db0c578e4b" providerId="LiveId" clId="{10D291D6-A315-4D34-AB61-028F8CA20A8E}" dt="2026-08-16T13:42:34.984" v="1282" actId="790"/>
          <ac:spMkLst>
            <pc:docMk/>
            <pc:sldMk cId="0" sldId="266"/>
            <ac:spMk id="14" creationId="{00000000-0000-0000-0000-000000000000}"/>
          </ac:spMkLst>
        </pc:spChg>
        <pc:spChg chg="mod">
          <ac:chgData name="Jason Klaas" userId="11fc57db0c578e4b" providerId="LiveId" clId="{10D291D6-A315-4D34-AB61-028F8CA20A8E}" dt="2026-08-16T13:42:34.984" v="1282" actId="790"/>
          <ac:spMkLst>
            <pc:docMk/>
            <pc:sldMk cId="0" sldId="266"/>
            <ac:spMk id="15" creationId="{00000000-0000-0000-0000-000000000000}"/>
          </ac:spMkLst>
        </pc:spChg>
        <pc:spChg chg="mod">
          <ac:chgData name="Jason Klaas" userId="11fc57db0c578e4b" providerId="LiveId" clId="{10D291D6-A315-4D34-AB61-028F8CA20A8E}" dt="2026-08-18T16:53:48.422" v="2379" actId="790"/>
          <ac:spMkLst>
            <pc:docMk/>
            <pc:sldMk cId="0" sldId="266"/>
            <ac:spMk id="16" creationId="{00000000-0000-0000-0000-000000000000}"/>
          </ac:spMkLst>
        </pc:spChg>
        <pc:spChg chg="mod">
          <ac:chgData name="Jason Klaas" userId="11fc57db0c578e4b" providerId="LiveId" clId="{10D291D6-A315-4D34-AB61-028F8CA20A8E}" dt="2026-08-18T16:53:48.422" v="2379" actId="790"/>
          <ac:spMkLst>
            <pc:docMk/>
            <pc:sldMk cId="0" sldId="266"/>
            <ac:spMk id="17" creationId="{00000000-0000-0000-0000-000000000000}"/>
          </ac:spMkLst>
        </pc:spChg>
        <pc:spChg chg="mod">
          <ac:chgData name="Jason Klaas" userId="11fc57db0c578e4b" providerId="LiveId" clId="{10D291D6-A315-4D34-AB61-028F8CA20A8E}" dt="2026-08-18T16:53:48.422" v="2379" actId="790"/>
          <ac:spMkLst>
            <pc:docMk/>
            <pc:sldMk cId="0" sldId="266"/>
            <ac:spMk id="20" creationId="{00000000-0000-0000-0000-000000000000}"/>
          </ac:spMkLst>
        </pc:spChg>
        <pc:spChg chg="mod">
          <ac:chgData name="Jason Klaas" userId="11fc57db0c578e4b" providerId="LiveId" clId="{10D291D6-A315-4D34-AB61-028F8CA20A8E}" dt="2026-08-16T13:42:34.984" v="1282" actId="790"/>
          <ac:spMkLst>
            <pc:docMk/>
            <pc:sldMk cId="0" sldId="266"/>
            <ac:spMk id="21" creationId="{00000000-0000-0000-0000-000000000000}"/>
          </ac:spMkLst>
        </pc:spChg>
        <pc:spChg chg="mod">
          <ac:chgData name="Jason Klaas" userId="11fc57db0c578e4b" providerId="LiveId" clId="{10D291D6-A315-4D34-AB61-028F8CA20A8E}" dt="2026-08-18T16:53:48.422" v="2379" actId="790"/>
          <ac:spMkLst>
            <pc:docMk/>
            <pc:sldMk cId="0" sldId="266"/>
            <ac:spMk id="22" creationId="{00000000-0000-0000-0000-000000000000}"/>
          </ac:spMkLst>
        </pc:spChg>
        <pc:spChg chg="mod">
          <ac:chgData name="Jason Klaas" userId="11fc57db0c578e4b" providerId="LiveId" clId="{10D291D6-A315-4D34-AB61-028F8CA20A8E}" dt="2026-08-16T13:42:34.984" v="1282" actId="790"/>
          <ac:spMkLst>
            <pc:docMk/>
            <pc:sldMk cId="0" sldId="266"/>
            <ac:spMk id="24" creationId="{00000000-0000-0000-0000-000000000000}"/>
          </ac:spMkLst>
        </pc:spChg>
        <pc:spChg chg="mod">
          <ac:chgData name="Jason Klaas" userId="11fc57db0c578e4b" providerId="LiveId" clId="{10D291D6-A315-4D34-AB61-028F8CA20A8E}" dt="2026-08-16T13:42:34.984" v="1282" actId="790"/>
          <ac:spMkLst>
            <pc:docMk/>
            <pc:sldMk cId="0" sldId="266"/>
            <ac:spMk id="25" creationId="{00000000-0000-0000-0000-000000000000}"/>
          </ac:spMkLst>
        </pc:spChg>
        <pc:spChg chg="mod">
          <ac:chgData name="Jason Klaas" userId="11fc57db0c578e4b" providerId="LiveId" clId="{10D291D6-A315-4D34-AB61-028F8CA20A8E}" dt="2026-08-18T16:53:48.422" v="2379" actId="790"/>
          <ac:spMkLst>
            <pc:docMk/>
            <pc:sldMk cId="0" sldId="266"/>
            <ac:spMk id="28" creationId="{00000000-0000-0000-0000-000000000000}"/>
          </ac:spMkLst>
        </pc:spChg>
        <pc:spChg chg="add mod">
          <ac:chgData name="Jason Klaas" userId="11fc57db0c578e4b" providerId="LiveId" clId="{10D291D6-A315-4D34-AB61-028F8CA20A8E}" dt="2026-08-18T16:53:48.422" v="2379" actId="790"/>
          <ac:spMkLst>
            <pc:docMk/>
            <pc:sldMk cId="0" sldId="266"/>
            <ac:spMk id="29"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67"/>
        </pc:sldMkLst>
        <pc:spChg chg="mod">
          <ac:chgData name="Jason Klaas" userId="11fc57db0c578e4b" providerId="LiveId" clId="{10D291D6-A315-4D34-AB61-028F8CA20A8E}" dt="2026-08-18T16:53:48.422" v="2379" actId="790"/>
          <ac:spMkLst>
            <pc:docMk/>
            <pc:sldMk cId="0" sldId="267"/>
            <ac:spMk id="5" creationId="{00000000-0000-0000-0000-000000000000}"/>
          </ac:spMkLst>
        </pc:spChg>
        <pc:spChg chg="mod">
          <ac:chgData name="Jason Klaas" userId="11fc57db0c578e4b" providerId="LiveId" clId="{10D291D6-A315-4D34-AB61-028F8CA20A8E}" dt="2026-08-16T13:42:34.984" v="1282" actId="790"/>
          <ac:spMkLst>
            <pc:docMk/>
            <pc:sldMk cId="0" sldId="267"/>
            <ac:spMk id="6" creationId="{00000000-0000-0000-0000-000000000000}"/>
          </ac:spMkLst>
        </pc:spChg>
        <pc:spChg chg="mod">
          <ac:chgData name="Jason Klaas" userId="11fc57db0c578e4b" providerId="LiveId" clId="{10D291D6-A315-4D34-AB61-028F8CA20A8E}" dt="2026-08-18T16:53:48.422" v="2379" actId="790"/>
          <ac:spMkLst>
            <pc:docMk/>
            <pc:sldMk cId="0" sldId="267"/>
            <ac:spMk id="9" creationId="{00000000-0000-0000-0000-000000000000}"/>
          </ac:spMkLst>
        </pc:spChg>
        <pc:spChg chg="mod">
          <ac:chgData name="Jason Klaas" userId="11fc57db0c578e4b" providerId="LiveId" clId="{10D291D6-A315-4D34-AB61-028F8CA20A8E}" dt="2026-08-16T13:42:34.984" v="1282" actId="790"/>
          <ac:spMkLst>
            <pc:docMk/>
            <pc:sldMk cId="0" sldId="267"/>
            <ac:spMk id="17" creationId="{00000000-0000-0000-0000-000000000000}"/>
          </ac:spMkLst>
        </pc:spChg>
        <pc:spChg chg="mod">
          <ac:chgData name="Jason Klaas" userId="11fc57db0c578e4b" providerId="LiveId" clId="{10D291D6-A315-4D34-AB61-028F8CA20A8E}" dt="2026-08-16T13:42:34.984" v="1282" actId="790"/>
          <ac:spMkLst>
            <pc:docMk/>
            <pc:sldMk cId="0" sldId="267"/>
            <ac:spMk id="19" creationId="{00000000-0000-0000-0000-000000000000}"/>
          </ac:spMkLst>
        </pc:spChg>
        <pc:spChg chg="mod">
          <ac:chgData name="Jason Klaas" userId="11fc57db0c578e4b" providerId="LiveId" clId="{10D291D6-A315-4D34-AB61-028F8CA20A8E}" dt="2026-08-18T16:53:48.422" v="2379" actId="790"/>
          <ac:spMkLst>
            <pc:docMk/>
            <pc:sldMk cId="0" sldId="267"/>
            <ac:spMk id="26" creationId="{00000000-0000-0000-0000-000000000000}"/>
          </ac:spMkLst>
        </pc:spChg>
        <pc:spChg chg="mod">
          <ac:chgData name="Jason Klaas" userId="11fc57db0c578e4b" providerId="LiveId" clId="{10D291D6-A315-4D34-AB61-028F8CA20A8E}" dt="2026-08-18T16:53:48.422" v="2379" actId="790"/>
          <ac:spMkLst>
            <pc:docMk/>
            <pc:sldMk cId="0" sldId="267"/>
            <ac:spMk id="30" creationId="{00000000-0000-0000-0000-000000000000}"/>
          </ac:spMkLst>
        </pc:spChg>
        <pc:spChg chg="mod">
          <ac:chgData name="Jason Klaas" userId="11fc57db0c578e4b" providerId="LiveId" clId="{10D291D6-A315-4D34-AB61-028F8CA20A8E}" dt="2026-08-18T16:53:48.422" v="2379" actId="790"/>
          <ac:spMkLst>
            <pc:docMk/>
            <pc:sldMk cId="0" sldId="267"/>
            <ac:spMk id="33" creationId="{00000000-0000-0000-0000-000000000000}"/>
          </ac:spMkLst>
        </pc:spChg>
        <pc:spChg chg="mod">
          <ac:chgData name="Jason Klaas" userId="11fc57db0c578e4b" providerId="LiveId" clId="{10D291D6-A315-4D34-AB61-028F8CA20A8E}" dt="2026-08-16T13:42:34.984" v="1282" actId="790"/>
          <ac:spMkLst>
            <pc:docMk/>
            <pc:sldMk cId="0" sldId="267"/>
            <ac:spMk id="34" creationId="{00000000-0000-0000-0000-000000000000}"/>
          </ac:spMkLst>
        </pc:spChg>
        <pc:spChg chg="mod">
          <ac:chgData name="Jason Klaas" userId="11fc57db0c578e4b" providerId="LiveId" clId="{10D291D6-A315-4D34-AB61-028F8CA20A8E}" dt="2026-08-18T16:53:48.422" v="2379" actId="790"/>
          <ac:spMkLst>
            <pc:docMk/>
            <pc:sldMk cId="0" sldId="267"/>
            <ac:spMk id="37" creationId="{00000000-0000-0000-0000-000000000000}"/>
          </ac:spMkLst>
        </pc:spChg>
        <pc:spChg chg="mod">
          <ac:chgData name="Jason Klaas" userId="11fc57db0c578e4b" providerId="LiveId" clId="{10D291D6-A315-4D34-AB61-028F8CA20A8E}" dt="2026-08-16T13:42:34.984" v="1282" actId="790"/>
          <ac:spMkLst>
            <pc:docMk/>
            <pc:sldMk cId="0" sldId="267"/>
            <ac:spMk id="40" creationId="{00000000-0000-0000-0000-000000000000}"/>
          </ac:spMkLst>
        </pc:spChg>
        <pc:spChg chg="mod">
          <ac:chgData name="Jason Klaas" userId="11fc57db0c578e4b" providerId="LiveId" clId="{10D291D6-A315-4D34-AB61-028F8CA20A8E}" dt="2026-08-16T13:42:34.984" v="1282" actId="790"/>
          <ac:spMkLst>
            <pc:docMk/>
            <pc:sldMk cId="0" sldId="267"/>
            <ac:spMk id="43" creationId="{00000000-0000-0000-0000-000000000000}"/>
          </ac:spMkLst>
        </pc:spChg>
        <pc:spChg chg="mod">
          <ac:chgData name="Jason Klaas" userId="11fc57db0c578e4b" providerId="LiveId" clId="{10D291D6-A315-4D34-AB61-028F8CA20A8E}" dt="2026-08-18T16:53:48.422" v="2379" actId="790"/>
          <ac:spMkLst>
            <pc:docMk/>
            <pc:sldMk cId="0" sldId="267"/>
            <ac:spMk id="44" creationId="{00000000-0000-0000-0000-000000000000}"/>
          </ac:spMkLst>
        </pc:spChg>
        <pc:spChg chg="mod">
          <ac:chgData name="Jason Klaas" userId="11fc57db0c578e4b" providerId="LiveId" clId="{10D291D6-A315-4D34-AB61-028F8CA20A8E}" dt="2026-08-16T13:42:34.984" v="1282" actId="790"/>
          <ac:spMkLst>
            <pc:docMk/>
            <pc:sldMk cId="0" sldId="267"/>
            <ac:spMk id="46" creationId="{00000000-0000-0000-0000-000000000000}"/>
          </ac:spMkLst>
        </pc:spChg>
        <pc:spChg chg="mod">
          <ac:chgData name="Jason Klaas" userId="11fc57db0c578e4b" providerId="LiveId" clId="{10D291D6-A315-4D34-AB61-028F8CA20A8E}" dt="2026-08-16T13:42:34.984" v="1282" actId="790"/>
          <ac:spMkLst>
            <pc:docMk/>
            <pc:sldMk cId="0" sldId="267"/>
            <ac:spMk id="48" creationId="{00000000-0000-0000-0000-000000000000}"/>
          </ac:spMkLst>
        </pc:spChg>
        <pc:spChg chg="mod">
          <ac:chgData name="Jason Klaas" userId="11fc57db0c578e4b" providerId="LiveId" clId="{10D291D6-A315-4D34-AB61-028F8CA20A8E}" dt="2026-08-18T16:53:48.422" v="2379" actId="790"/>
          <ac:spMkLst>
            <pc:docMk/>
            <pc:sldMk cId="0" sldId="267"/>
            <ac:spMk id="49" creationId="{00000000-0000-0000-0000-000000000000}"/>
          </ac:spMkLst>
        </pc:spChg>
        <pc:spChg chg="mod">
          <ac:chgData name="Jason Klaas" userId="11fc57db0c578e4b" providerId="LiveId" clId="{10D291D6-A315-4D34-AB61-028F8CA20A8E}" dt="2026-08-18T16:53:48.422" v="2379" actId="790"/>
          <ac:spMkLst>
            <pc:docMk/>
            <pc:sldMk cId="0" sldId="267"/>
            <ac:spMk id="53" creationId="{00000000-0000-0000-0000-000000000000}"/>
          </ac:spMkLst>
        </pc:spChg>
        <pc:spChg chg="add mod">
          <ac:chgData name="Jason Klaas" userId="11fc57db0c578e4b" providerId="LiveId" clId="{10D291D6-A315-4D34-AB61-028F8CA20A8E}" dt="2026-08-16T13:42:34.984" v="1282" actId="790"/>
          <ac:spMkLst>
            <pc:docMk/>
            <pc:sldMk cId="0" sldId="267"/>
            <ac:spMk id="57" creationId="{00000000-0000-0000-0000-000000000000}"/>
          </ac:spMkLst>
        </pc:spChg>
        <pc:spChg chg="mod">
          <ac:chgData name="Jason Klaas" userId="11fc57db0c578e4b" providerId="LiveId" clId="{10D291D6-A315-4D34-AB61-028F8CA20A8E}" dt="2026-08-18T16:53:48.422" v="2379" actId="790"/>
          <ac:spMkLst>
            <pc:docMk/>
            <pc:sldMk cId="0" sldId="267"/>
            <ac:spMk id="59" creationId="{25A306FF-AAC6-4314-2C02-1AA33CAA6DE8}"/>
          </ac:spMkLst>
        </pc:spChg>
      </pc:sldChg>
      <pc:sldChg chg="modSp mod modClrScheme chgLayout">
        <pc:chgData name="Jason Klaas" userId="11fc57db0c578e4b" providerId="LiveId" clId="{10D291D6-A315-4D34-AB61-028F8CA20A8E}" dt="2026-08-18T16:53:48.422" v="2379" actId="790"/>
        <pc:sldMkLst>
          <pc:docMk/>
          <pc:sldMk cId="0" sldId="268"/>
        </pc:sldMkLst>
        <pc:spChg chg="mod">
          <ac:chgData name="Jason Klaas" userId="11fc57db0c578e4b" providerId="LiveId" clId="{10D291D6-A315-4D34-AB61-028F8CA20A8E}" dt="2026-08-18T16:53:48.422" v="2379" actId="790"/>
          <ac:spMkLst>
            <pc:docMk/>
            <pc:sldMk cId="0" sldId="268"/>
            <ac:spMk id="2" creationId="{00000000-0000-0000-0000-000000000000}"/>
          </ac:spMkLst>
        </pc:spChg>
        <pc:spChg chg="mod">
          <ac:chgData name="Jason Klaas" userId="11fc57db0c578e4b" providerId="LiveId" clId="{10D291D6-A315-4D34-AB61-028F8CA20A8E}" dt="2026-08-18T16:53:48.422" v="2379" actId="790"/>
          <ac:spMkLst>
            <pc:docMk/>
            <pc:sldMk cId="0" sldId="268"/>
            <ac:spMk id="3" creationId="{00000000-0000-0000-0000-000000000000}"/>
          </ac:spMkLst>
        </pc:spChg>
        <pc:spChg chg="mod">
          <ac:chgData name="Jason Klaas" userId="11fc57db0c578e4b" providerId="LiveId" clId="{10D291D6-A315-4D34-AB61-028F8CA20A8E}" dt="2026-08-18T16:53:48.422" v="2379" actId="790"/>
          <ac:spMkLst>
            <pc:docMk/>
            <pc:sldMk cId="0" sldId="268"/>
            <ac:spMk id="5" creationId="{00000000-0000-0000-0000-000000000000}"/>
          </ac:spMkLst>
        </pc:spChg>
        <pc:spChg chg="mod">
          <ac:chgData name="Jason Klaas" userId="11fc57db0c578e4b" providerId="LiveId" clId="{10D291D6-A315-4D34-AB61-028F8CA20A8E}" dt="2026-08-16T13:42:34.984" v="1282" actId="790"/>
          <ac:spMkLst>
            <pc:docMk/>
            <pc:sldMk cId="0" sldId="268"/>
            <ac:spMk id="8" creationId="{00000000-0000-0000-0000-000000000000}"/>
          </ac:spMkLst>
        </pc:spChg>
        <pc:spChg chg="mod">
          <ac:chgData name="Jason Klaas" userId="11fc57db0c578e4b" providerId="LiveId" clId="{10D291D6-A315-4D34-AB61-028F8CA20A8E}" dt="2026-08-16T13:42:34.984" v="1282" actId="790"/>
          <ac:spMkLst>
            <pc:docMk/>
            <pc:sldMk cId="0" sldId="268"/>
            <ac:spMk id="9" creationId="{00000000-0000-0000-0000-000000000000}"/>
          </ac:spMkLst>
        </pc:spChg>
        <pc:spChg chg="mod">
          <ac:chgData name="Jason Klaas" userId="11fc57db0c578e4b" providerId="LiveId" clId="{10D291D6-A315-4D34-AB61-028F8CA20A8E}" dt="2026-08-16T13:42:34.984" v="1282" actId="790"/>
          <ac:spMkLst>
            <pc:docMk/>
            <pc:sldMk cId="0" sldId="268"/>
            <ac:spMk id="10" creationId="{00000000-0000-0000-0000-000000000000}"/>
          </ac:spMkLst>
        </pc:spChg>
        <pc:spChg chg="mod">
          <ac:chgData name="Jason Klaas" userId="11fc57db0c578e4b" providerId="LiveId" clId="{10D291D6-A315-4D34-AB61-028F8CA20A8E}" dt="2026-08-18T16:53:48.422" v="2379" actId="790"/>
          <ac:spMkLst>
            <pc:docMk/>
            <pc:sldMk cId="0" sldId="268"/>
            <ac:spMk id="11" creationId="{00000000-0000-0000-0000-000000000000}"/>
          </ac:spMkLst>
        </pc:spChg>
        <pc:spChg chg="mod">
          <ac:chgData name="Jason Klaas" userId="11fc57db0c578e4b" providerId="LiveId" clId="{10D291D6-A315-4D34-AB61-028F8CA20A8E}" dt="2026-08-18T16:53:48.422" v="2379" actId="790"/>
          <ac:spMkLst>
            <pc:docMk/>
            <pc:sldMk cId="0" sldId="268"/>
            <ac:spMk id="12" creationId="{00000000-0000-0000-0000-000000000000}"/>
          </ac:spMkLst>
        </pc:spChg>
        <pc:spChg chg="mod">
          <ac:chgData name="Jason Klaas" userId="11fc57db0c578e4b" providerId="LiveId" clId="{10D291D6-A315-4D34-AB61-028F8CA20A8E}" dt="2026-08-18T16:53:48.422" v="2379" actId="790"/>
          <ac:spMkLst>
            <pc:docMk/>
            <pc:sldMk cId="0" sldId="268"/>
            <ac:spMk id="13" creationId="{00000000-0000-0000-0000-000000000000}"/>
          </ac:spMkLst>
        </pc:spChg>
        <pc:spChg chg="mod">
          <ac:chgData name="Jason Klaas" userId="11fc57db0c578e4b" providerId="LiveId" clId="{10D291D6-A315-4D34-AB61-028F8CA20A8E}" dt="2026-08-18T16:53:48.422" v="2379" actId="790"/>
          <ac:spMkLst>
            <pc:docMk/>
            <pc:sldMk cId="0" sldId="268"/>
            <ac:spMk id="15" creationId="{00000000-0000-0000-0000-000000000000}"/>
          </ac:spMkLst>
        </pc:spChg>
        <pc:spChg chg="mod">
          <ac:chgData name="Jason Klaas" userId="11fc57db0c578e4b" providerId="LiveId" clId="{10D291D6-A315-4D34-AB61-028F8CA20A8E}" dt="2026-08-16T13:42:34.984" v="1282" actId="790"/>
          <ac:spMkLst>
            <pc:docMk/>
            <pc:sldMk cId="0" sldId="268"/>
            <ac:spMk id="16" creationId="{00000000-0000-0000-0000-000000000000}"/>
          </ac:spMkLst>
        </pc:spChg>
        <pc:spChg chg="mod">
          <ac:chgData name="Jason Klaas" userId="11fc57db0c578e4b" providerId="LiveId" clId="{10D291D6-A315-4D34-AB61-028F8CA20A8E}" dt="2026-08-18T16:53:48.422" v="2379" actId="790"/>
          <ac:spMkLst>
            <pc:docMk/>
            <pc:sldMk cId="0" sldId="268"/>
            <ac:spMk id="17" creationId="{00000000-0000-0000-0000-000000000000}"/>
          </ac:spMkLst>
        </pc:spChg>
        <pc:spChg chg="mod">
          <ac:chgData name="Jason Klaas" userId="11fc57db0c578e4b" providerId="LiveId" clId="{10D291D6-A315-4D34-AB61-028F8CA20A8E}" dt="2026-08-16T13:42:34.984" v="1282" actId="790"/>
          <ac:spMkLst>
            <pc:docMk/>
            <pc:sldMk cId="0" sldId="268"/>
            <ac:spMk id="18" creationId="{00000000-0000-0000-0000-000000000000}"/>
          </ac:spMkLst>
        </pc:spChg>
        <pc:spChg chg="mod">
          <ac:chgData name="Jason Klaas" userId="11fc57db0c578e4b" providerId="LiveId" clId="{10D291D6-A315-4D34-AB61-028F8CA20A8E}" dt="2026-08-18T16:53:48.422" v="2379" actId="790"/>
          <ac:spMkLst>
            <pc:docMk/>
            <pc:sldMk cId="0" sldId="268"/>
            <ac:spMk id="20" creationId="{00000000-0000-0000-0000-000000000000}"/>
          </ac:spMkLst>
        </pc:spChg>
        <pc:spChg chg="add mod">
          <ac:chgData name="Jason Klaas" userId="11fc57db0c578e4b" providerId="LiveId" clId="{10D291D6-A315-4D34-AB61-028F8CA20A8E}" dt="2026-08-18T16:53:48.422" v="2379" actId="790"/>
          <ac:spMkLst>
            <pc:docMk/>
            <pc:sldMk cId="0" sldId="268"/>
            <ac:spMk id="25"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69"/>
        </pc:sldMkLst>
        <pc:spChg chg="mod">
          <ac:chgData name="Jason Klaas" userId="11fc57db0c578e4b" providerId="LiveId" clId="{10D291D6-A315-4D34-AB61-028F8CA20A8E}" dt="2026-08-18T16:53:48.422" v="2379" actId="790"/>
          <ac:spMkLst>
            <pc:docMk/>
            <pc:sldMk cId="0" sldId="269"/>
            <ac:spMk id="3" creationId="{00000000-0000-0000-0000-000000000000}"/>
          </ac:spMkLst>
        </pc:spChg>
        <pc:spChg chg="mod">
          <ac:chgData name="Jason Klaas" userId="11fc57db0c578e4b" providerId="LiveId" clId="{10D291D6-A315-4D34-AB61-028F8CA20A8E}" dt="2026-08-18T16:53:48.422" v="2379" actId="790"/>
          <ac:spMkLst>
            <pc:docMk/>
            <pc:sldMk cId="0" sldId="269"/>
            <ac:spMk id="6" creationId="{00000000-0000-0000-0000-000000000000}"/>
          </ac:spMkLst>
        </pc:spChg>
        <pc:spChg chg="mod">
          <ac:chgData name="Jason Klaas" userId="11fc57db0c578e4b" providerId="LiveId" clId="{10D291D6-A315-4D34-AB61-028F8CA20A8E}" dt="2026-08-18T16:53:48.422" v="2379" actId="790"/>
          <ac:spMkLst>
            <pc:docMk/>
            <pc:sldMk cId="0" sldId="269"/>
            <ac:spMk id="7" creationId="{00000000-0000-0000-0000-000000000000}"/>
          </ac:spMkLst>
        </pc:spChg>
        <pc:spChg chg="mod">
          <ac:chgData name="Jason Klaas" userId="11fc57db0c578e4b" providerId="LiveId" clId="{10D291D6-A315-4D34-AB61-028F8CA20A8E}" dt="2026-08-18T16:53:48.422" v="2379" actId="790"/>
          <ac:spMkLst>
            <pc:docMk/>
            <pc:sldMk cId="0" sldId="269"/>
            <ac:spMk id="8" creationId="{00000000-0000-0000-0000-000000000000}"/>
          </ac:spMkLst>
        </pc:spChg>
        <pc:spChg chg="mod">
          <ac:chgData name="Jason Klaas" userId="11fc57db0c578e4b" providerId="LiveId" clId="{10D291D6-A315-4D34-AB61-028F8CA20A8E}" dt="2026-08-18T16:53:48.422" v="2379" actId="790"/>
          <ac:spMkLst>
            <pc:docMk/>
            <pc:sldMk cId="0" sldId="269"/>
            <ac:spMk id="12" creationId="{00000000-0000-0000-0000-000000000000}"/>
          </ac:spMkLst>
        </pc:spChg>
        <pc:spChg chg="mod">
          <ac:chgData name="Jason Klaas" userId="11fc57db0c578e4b" providerId="LiveId" clId="{10D291D6-A315-4D34-AB61-028F8CA20A8E}" dt="2026-08-18T16:53:48.422" v="2379" actId="790"/>
          <ac:spMkLst>
            <pc:docMk/>
            <pc:sldMk cId="0" sldId="269"/>
            <ac:spMk id="13" creationId="{00000000-0000-0000-0000-000000000000}"/>
          </ac:spMkLst>
        </pc:spChg>
        <pc:spChg chg="mod">
          <ac:chgData name="Jason Klaas" userId="11fc57db0c578e4b" providerId="LiveId" clId="{10D291D6-A315-4D34-AB61-028F8CA20A8E}" dt="2026-08-18T16:53:48.422" v="2379" actId="790"/>
          <ac:spMkLst>
            <pc:docMk/>
            <pc:sldMk cId="0" sldId="269"/>
            <ac:spMk id="17" creationId="{00000000-0000-0000-0000-000000000000}"/>
          </ac:spMkLst>
        </pc:spChg>
        <pc:spChg chg="mod">
          <ac:chgData name="Jason Klaas" userId="11fc57db0c578e4b" providerId="LiveId" clId="{10D291D6-A315-4D34-AB61-028F8CA20A8E}" dt="2026-08-16T13:42:34.984" v="1282" actId="790"/>
          <ac:spMkLst>
            <pc:docMk/>
            <pc:sldMk cId="0" sldId="269"/>
            <ac:spMk id="18" creationId="{00000000-0000-0000-0000-000000000000}"/>
          </ac:spMkLst>
        </pc:spChg>
        <pc:spChg chg="mod">
          <ac:chgData name="Jason Klaas" userId="11fc57db0c578e4b" providerId="LiveId" clId="{10D291D6-A315-4D34-AB61-028F8CA20A8E}" dt="2026-08-16T13:42:34.984" v="1282" actId="790"/>
          <ac:spMkLst>
            <pc:docMk/>
            <pc:sldMk cId="0" sldId="269"/>
            <ac:spMk id="20" creationId="{00000000-0000-0000-0000-000000000000}"/>
          </ac:spMkLst>
        </pc:spChg>
        <pc:spChg chg="mod">
          <ac:chgData name="Jason Klaas" userId="11fc57db0c578e4b" providerId="LiveId" clId="{10D291D6-A315-4D34-AB61-028F8CA20A8E}" dt="2026-08-16T13:42:34.984" v="1282" actId="790"/>
          <ac:spMkLst>
            <pc:docMk/>
            <pc:sldMk cId="0" sldId="269"/>
            <ac:spMk id="22" creationId="{00000000-0000-0000-0000-000000000000}"/>
          </ac:spMkLst>
        </pc:spChg>
        <pc:spChg chg="mod">
          <ac:chgData name="Jason Klaas" userId="11fc57db0c578e4b" providerId="LiveId" clId="{10D291D6-A315-4D34-AB61-028F8CA20A8E}" dt="2026-08-18T16:53:48.422" v="2379" actId="790"/>
          <ac:spMkLst>
            <pc:docMk/>
            <pc:sldMk cId="0" sldId="269"/>
            <ac:spMk id="23" creationId="{00000000-0000-0000-0000-000000000000}"/>
          </ac:spMkLst>
        </pc:spChg>
        <pc:spChg chg="mod">
          <ac:chgData name="Jason Klaas" userId="11fc57db0c578e4b" providerId="LiveId" clId="{10D291D6-A315-4D34-AB61-028F8CA20A8E}" dt="2026-08-18T16:53:48.422" v="2379" actId="790"/>
          <ac:spMkLst>
            <pc:docMk/>
            <pc:sldMk cId="0" sldId="269"/>
            <ac:spMk id="24" creationId="{00000000-0000-0000-0000-000000000000}"/>
          </ac:spMkLst>
        </pc:spChg>
        <pc:spChg chg="mod">
          <ac:chgData name="Jason Klaas" userId="11fc57db0c578e4b" providerId="LiveId" clId="{10D291D6-A315-4D34-AB61-028F8CA20A8E}" dt="2026-08-18T16:53:48.422" v="2379" actId="790"/>
          <ac:spMkLst>
            <pc:docMk/>
            <pc:sldMk cId="0" sldId="269"/>
            <ac:spMk id="26" creationId="{00000000-0000-0000-0000-000000000000}"/>
          </ac:spMkLst>
        </pc:spChg>
        <pc:spChg chg="mod">
          <ac:chgData name="Jason Klaas" userId="11fc57db0c578e4b" providerId="LiveId" clId="{10D291D6-A315-4D34-AB61-028F8CA20A8E}" dt="2026-08-16T13:42:34.984" v="1282" actId="790"/>
          <ac:spMkLst>
            <pc:docMk/>
            <pc:sldMk cId="0" sldId="269"/>
            <ac:spMk id="27" creationId="{00000000-0000-0000-0000-000000000000}"/>
          </ac:spMkLst>
        </pc:spChg>
        <pc:spChg chg="add mod">
          <ac:chgData name="Jason Klaas" userId="11fc57db0c578e4b" providerId="LiveId" clId="{10D291D6-A315-4D34-AB61-028F8CA20A8E}" dt="2026-08-16T13:28:06.088" v="811" actId="26606"/>
          <ac:spMkLst>
            <pc:docMk/>
            <pc:sldMk cId="0" sldId="269"/>
            <ac:spMk id="28"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0"/>
        </pc:sldMkLst>
        <pc:spChg chg="mod">
          <ac:chgData name="Jason Klaas" userId="11fc57db0c578e4b" providerId="LiveId" clId="{10D291D6-A315-4D34-AB61-028F8CA20A8E}" dt="2026-08-18T16:53:48.422" v="2379" actId="790"/>
          <ac:spMkLst>
            <pc:docMk/>
            <pc:sldMk cId="0" sldId="270"/>
            <ac:spMk id="5" creationId="{00000000-0000-0000-0000-000000000000}"/>
          </ac:spMkLst>
        </pc:spChg>
        <pc:spChg chg="mod">
          <ac:chgData name="Jason Klaas" userId="11fc57db0c578e4b" providerId="LiveId" clId="{10D291D6-A315-4D34-AB61-028F8CA20A8E}" dt="2026-08-18T16:53:48.422" v="2379" actId="790"/>
          <ac:spMkLst>
            <pc:docMk/>
            <pc:sldMk cId="0" sldId="270"/>
            <ac:spMk id="7" creationId="{00000000-0000-0000-0000-000000000000}"/>
          </ac:spMkLst>
        </pc:spChg>
        <pc:spChg chg="mod">
          <ac:chgData name="Jason Klaas" userId="11fc57db0c578e4b" providerId="LiveId" clId="{10D291D6-A315-4D34-AB61-028F8CA20A8E}" dt="2026-08-16T13:42:34.984" v="1282" actId="790"/>
          <ac:spMkLst>
            <pc:docMk/>
            <pc:sldMk cId="0" sldId="270"/>
            <ac:spMk id="8" creationId="{00000000-0000-0000-0000-000000000000}"/>
          </ac:spMkLst>
        </pc:spChg>
        <pc:spChg chg="mod">
          <ac:chgData name="Jason Klaas" userId="11fc57db0c578e4b" providerId="LiveId" clId="{10D291D6-A315-4D34-AB61-028F8CA20A8E}" dt="2026-08-16T13:42:34.984" v="1282" actId="790"/>
          <ac:spMkLst>
            <pc:docMk/>
            <pc:sldMk cId="0" sldId="270"/>
            <ac:spMk id="9" creationId="{00000000-0000-0000-0000-000000000000}"/>
          </ac:spMkLst>
        </pc:spChg>
        <pc:spChg chg="mod">
          <ac:chgData name="Jason Klaas" userId="11fc57db0c578e4b" providerId="LiveId" clId="{10D291D6-A315-4D34-AB61-028F8CA20A8E}" dt="2026-08-18T16:53:48.422" v="2379" actId="790"/>
          <ac:spMkLst>
            <pc:docMk/>
            <pc:sldMk cId="0" sldId="270"/>
            <ac:spMk id="10" creationId="{00000000-0000-0000-0000-000000000000}"/>
          </ac:spMkLst>
        </pc:spChg>
        <pc:spChg chg="mod">
          <ac:chgData name="Jason Klaas" userId="11fc57db0c578e4b" providerId="LiveId" clId="{10D291D6-A315-4D34-AB61-028F8CA20A8E}" dt="2026-08-18T16:53:48.422" v="2379" actId="790"/>
          <ac:spMkLst>
            <pc:docMk/>
            <pc:sldMk cId="0" sldId="270"/>
            <ac:spMk id="11" creationId="{00000000-0000-0000-0000-000000000000}"/>
          </ac:spMkLst>
        </pc:spChg>
        <pc:spChg chg="mod">
          <ac:chgData name="Jason Klaas" userId="11fc57db0c578e4b" providerId="LiveId" clId="{10D291D6-A315-4D34-AB61-028F8CA20A8E}" dt="2026-08-18T16:53:48.422" v="2379" actId="790"/>
          <ac:spMkLst>
            <pc:docMk/>
            <pc:sldMk cId="0" sldId="270"/>
            <ac:spMk id="16" creationId="{00000000-0000-0000-0000-000000000000}"/>
          </ac:spMkLst>
        </pc:spChg>
        <pc:spChg chg="mod">
          <ac:chgData name="Jason Klaas" userId="11fc57db0c578e4b" providerId="LiveId" clId="{10D291D6-A315-4D34-AB61-028F8CA20A8E}" dt="2026-08-18T16:53:48.422" v="2379" actId="790"/>
          <ac:spMkLst>
            <pc:docMk/>
            <pc:sldMk cId="0" sldId="270"/>
            <ac:spMk id="17" creationId="{00000000-0000-0000-0000-000000000000}"/>
          </ac:spMkLst>
        </pc:spChg>
        <pc:spChg chg="mod">
          <ac:chgData name="Jason Klaas" userId="11fc57db0c578e4b" providerId="LiveId" clId="{10D291D6-A315-4D34-AB61-028F8CA20A8E}" dt="2026-08-16T13:42:34.984" v="1282" actId="790"/>
          <ac:spMkLst>
            <pc:docMk/>
            <pc:sldMk cId="0" sldId="270"/>
            <ac:spMk id="18" creationId="{00000000-0000-0000-0000-000000000000}"/>
          </ac:spMkLst>
        </pc:spChg>
        <pc:spChg chg="mod">
          <ac:chgData name="Jason Klaas" userId="11fc57db0c578e4b" providerId="LiveId" clId="{10D291D6-A315-4D34-AB61-028F8CA20A8E}" dt="2026-08-16T13:42:34.984" v="1282" actId="790"/>
          <ac:spMkLst>
            <pc:docMk/>
            <pc:sldMk cId="0" sldId="270"/>
            <ac:spMk id="19" creationId="{00000000-0000-0000-0000-000000000000}"/>
          </ac:spMkLst>
        </pc:spChg>
        <pc:spChg chg="mod">
          <ac:chgData name="Jason Klaas" userId="11fc57db0c578e4b" providerId="LiveId" clId="{10D291D6-A315-4D34-AB61-028F8CA20A8E}" dt="2026-08-18T16:53:48.422" v="2379" actId="790"/>
          <ac:spMkLst>
            <pc:docMk/>
            <pc:sldMk cId="0" sldId="270"/>
            <ac:spMk id="20" creationId="{00000000-0000-0000-0000-000000000000}"/>
          </ac:spMkLst>
        </pc:spChg>
        <pc:spChg chg="mod">
          <ac:chgData name="Jason Klaas" userId="11fc57db0c578e4b" providerId="LiveId" clId="{10D291D6-A315-4D34-AB61-028F8CA20A8E}" dt="2026-08-16T13:42:34.984" v="1282" actId="790"/>
          <ac:spMkLst>
            <pc:docMk/>
            <pc:sldMk cId="0" sldId="270"/>
            <ac:spMk id="22" creationId="{00000000-0000-0000-0000-000000000000}"/>
          </ac:spMkLst>
        </pc:spChg>
        <pc:spChg chg="mod">
          <ac:chgData name="Jason Klaas" userId="11fc57db0c578e4b" providerId="LiveId" clId="{10D291D6-A315-4D34-AB61-028F8CA20A8E}" dt="2026-08-16T13:42:34.984" v="1282" actId="790"/>
          <ac:spMkLst>
            <pc:docMk/>
            <pc:sldMk cId="0" sldId="270"/>
            <ac:spMk id="25" creationId="{00000000-0000-0000-0000-000000000000}"/>
          </ac:spMkLst>
        </pc:spChg>
        <pc:spChg chg="mod">
          <ac:chgData name="Jason Klaas" userId="11fc57db0c578e4b" providerId="LiveId" clId="{10D291D6-A315-4D34-AB61-028F8CA20A8E}" dt="2026-08-18T16:53:48.422" v="2379" actId="790"/>
          <ac:spMkLst>
            <pc:docMk/>
            <pc:sldMk cId="0" sldId="270"/>
            <ac:spMk id="27" creationId="{00000000-0000-0000-0000-000000000000}"/>
          </ac:spMkLst>
        </pc:spChg>
        <pc:spChg chg="mod">
          <ac:chgData name="Jason Klaas" userId="11fc57db0c578e4b" providerId="LiveId" clId="{10D291D6-A315-4D34-AB61-028F8CA20A8E}" dt="2026-08-18T16:53:48.422" v="2379" actId="790"/>
          <ac:spMkLst>
            <pc:docMk/>
            <pc:sldMk cId="0" sldId="270"/>
            <ac:spMk id="28" creationId="{00000000-0000-0000-0000-000000000000}"/>
          </ac:spMkLst>
        </pc:spChg>
        <pc:spChg chg="add mod">
          <ac:chgData name="Jason Klaas" userId="11fc57db0c578e4b" providerId="LiveId" clId="{10D291D6-A315-4D34-AB61-028F8CA20A8E}" dt="2026-08-18T16:53:48.422" v="2379" actId="790"/>
          <ac:spMkLst>
            <pc:docMk/>
            <pc:sldMk cId="0" sldId="270"/>
            <ac:spMk id="29"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1"/>
        </pc:sldMkLst>
        <pc:spChg chg="mod">
          <ac:chgData name="Jason Klaas" userId="11fc57db0c578e4b" providerId="LiveId" clId="{10D291D6-A315-4D34-AB61-028F8CA20A8E}" dt="2026-08-18T16:53:48.422" v="2379" actId="790"/>
          <ac:spMkLst>
            <pc:docMk/>
            <pc:sldMk cId="0" sldId="271"/>
            <ac:spMk id="2" creationId="{00000000-0000-0000-0000-000000000000}"/>
          </ac:spMkLst>
        </pc:spChg>
        <pc:spChg chg="mod">
          <ac:chgData name="Jason Klaas" userId="11fc57db0c578e4b" providerId="LiveId" clId="{10D291D6-A315-4D34-AB61-028F8CA20A8E}" dt="2026-08-16T13:42:34.984" v="1282" actId="790"/>
          <ac:spMkLst>
            <pc:docMk/>
            <pc:sldMk cId="0" sldId="271"/>
            <ac:spMk id="3" creationId="{00000000-0000-0000-0000-000000000000}"/>
          </ac:spMkLst>
        </pc:spChg>
        <pc:spChg chg="mod">
          <ac:chgData name="Jason Klaas" userId="11fc57db0c578e4b" providerId="LiveId" clId="{10D291D6-A315-4D34-AB61-028F8CA20A8E}" dt="2026-08-16T13:42:34.984" v="1282" actId="790"/>
          <ac:spMkLst>
            <pc:docMk/>
            <pc:sldMk cId="0" sldId="271"/>
            <ac:spMk id="4" creationId="{00000000-0000-0000-0000-000000000000}"/>
          </ac:spMkLst>
        </pc:spChg>
        <pc:spChg chg="mod">
          <ac:chgData name="Jason Klaas" userId="11fc57db0c578e4b" providerId="LiveId" clId="{10D291D6-A315-4D34-AB61-028F8CA20A8E}" dt="2026-08-18T16:53:48.422" v="2379" actId="790"/>
          <ac:spMkLst>
            <pc:docMk/>
            <pc:sldMk cId="0" sldId="271"/>
            <ac:spMk id="6" creationId="{00000000-0000-0000-0000-000000000000}"/>
          </ac:spMkLst>
        </pc:spChg>
        <pc:spChg chg="mod">
          <ac:chgData name="Jason Klaas" userId="11fc57db0c578e4b" providerId="LiveId" clId="{10D291D6-A315-4D34-AB61-028F8CA20A8E}" dt="2026-08-18T16:53:48.422" v="2379" actId="790"/>
          <ac:spMkLst>
            <pc:docMk/>
            <pc:sldMk cId="0" sldId="271"/>
            <ac:spMk id="10" creationId="{00000000-0000-0000-0000-000000000000}"/>
          </ac:spMkLst>
        </pc:spChg>
        <pc:spChg chg="mod">
          <ac:chgData name="Jason Klaas" userId="11fc57db0c578e4b" providerId="LiveId" clId="{10D291D6-A315-4D34-AB61-028F8CA20A8E}" dt="2026-08-16T13:42:34.984" v="1282" actId="790"/>
          <ac:spMkLst>
            <pc:docMk/>
            <pc:sldMk cId="0" sldId="271"/>
            <ac:spMk id="11" creationId="{00000000-0000-0000-0000-000000000000}"/>
          </ac:spMkLst>
        </pc:spChg>
        <pc:spChg chg="mod">
          <ac:chgData name="Jason Klaas" userId="11fc57db0c578e4b" providerId="LiveId" clId="{10D291D6-A315-4D34-AB61-028F8CA20A8E}" dt="2026-08-16T13:42:34.984" v="1282" actId="790"/>
          <ac:spMkLst>
            <pc:docMk/>
            <pc:sldMk cId="0" sldId="271"/>
            <ac:spMk id="15" creationId="{00000000-0000-0000-0000-000000000000}"/>
          </ac:spMkLst>
        </pc:spChg>
        <pc:spChg chg="mod">
          <ac:chgData name="Jason Klaas" userId="11fc57db0c578e4b" providerId="LiveId" clId="{10D291D6-A315-4D34-AB61-028F8CA20A8E}" dt="2026-08-18T16:53:48.422" v="2379" actId="790"/>
          <ac:spMkLst>
            <pc:docMk/>
            <pc:sldMk cId="0" sldId="271"/>
            <ac:spMk id="16" creationId="{00000000-0000-0000-0000-000000000000}"/>
          </ac:spMkLst>
        </pc:spChg>
        <pc:spChg chg="mod">
          <ac:chgData name="Jason Klaas" userId="11fc57db0c578e4b" providerId="LiveId" clId="{10D291D6-A315-4D34-AB61-028F8CA20A8E}" dt="2026-08-18T16:53:48.422" v="2379" actId="790"/>
          <ac:spMkLst>
            <pc:docMk/>
            <pc:sldMk cId="0" sldId="271"/>
            <ac:spMk id="17" creationId="{00000000-0000-0000-0000-000000000000}"/>
          </ac:spMkLst>
        </pc:spChg>
        <pc:spChg chg="mod">
          <ac:chgData name="Jason Klaas" userId="11fc57db0c578e4b" providerId="LiveId" clId="{10D291D6-A315-4D34-AB61-028F8CA20A8E}" dt="2026-08-18T16:53:48.422" v="2379" actId="790"/>
          <ac:spMkLst>
            <pc:docMk/>
            <pc:sldMk cId="0" sldId="271"/>
            <ac:spMk id="19" creationId="{00000000-0000-0000-0000-000000000000}"/>
          </ac:spMkLst>
        </pc:spChg>
        <pc:spChg chg="mod">
          <ac:chgData name="Jason Klaas" userId="11fc57db0c578e4b" providerId="LiveId" clId="{10D291D6-A315-4D34-AB61-028F8CA20A8E}" dt="2026-08-18T16:53:48.422" v="2379" actId="790"/>
          <ac:spMkLst>
            <pc:docMk/>
            <pc:sldMk cId="0" sldId="271"/>
            <ac:spMk id="21" creationId="{00000000-0000-0000-0000-000000000000}"/>
          </ac:spMkLst>
        </pc:spChg>
        <pc:spChg chg="mod">
          <ac:chgData name="Jason Klaas" userId="11fc57db0c578e4b" providerId="LiveId" clId="{10D291D6-A315-4D34-AB61-028F8CA20A8E}" dt="2026-08-16T13:42:34.984" v="1282" actId="790"/>
          <ac:spMkLst>
            <pc:docMk/>
            <pc:sldMk cId="0" sldId="271"/>
            <ac:spMk id="24" creationId="{00000000-0000-0000-0000-000000000000}"/>
          </ac:spMkLst>
        </pc:spChg>
        <pc:spChg chg="mod">
          <ac:chgData name="Jason Klaas" userId="11fc57db0c578e4b" providerId="LiveId" clId="{10D291D6-A315-4D34-AB61-028F8CA20A8E}" dt="2026-08-18T16:53:48.422" v="2379" actId="790"/>
          <ac:spMkLst>
            <pc:docMk/>
            <pc:sldMk cId="0" sldId="271"/>
            <ac:spMk id="25" creationId="{00000000-0000-0000-0000-000000000000}"/>
          </ac:spMkLst>
        </pc:spChg>
        <pc:spChg chg="mod">
          <ac:chgData name="Jason Klaas" userId="11fc57db0c578e4b" providerId="LiveId" clId="{10D291D6-A315-4D34-AB61-028F8CA20A8E}" dt="2026-08-16T13:42:34.984" v="1282" actId="790"/>
          <ac:spMkLst>
            <pc:docMk/>
            <pc:sldMk cId="0" sldId="271"/>
            <ac:spMk id="32" creationId="{00000000-0000-0000-0000-000000000000}"/>
          </ac:spMkLst>
        </pc:spChg>
        <pc:spChg chg="mod">
          <ac:chgData name="Jason Klaas" userId="11fc57db0c578e4b" providerId="LiveId" clId="{10D291D6-A315-4D34-AB61-028F8CA20A8E}" dt="2026-08-18T16:53:48.422" v="2379" actId="790"/>
          <ac:spMkLst>
            <pc:docMk/>
            <pc:sldMk cId="0" sldId="271"/>
            <ac:spMk id="35" creationId="{00000000-0000-0000-0000-000000000000}"/>
          </ac:spMkLst>
        </pc:spChg>
        <pc:spChg chg="add mod">
          <ac:chgData name="Jason Klaas" userId="11fc57db0c578e4b" providerId="LiveId" clId="{10D291D6-A315-4D34-AB61-028F8CA20A8E}" dt="2026-08-18T16:53:48.422" v="2379" actId="790"/>
          <ac:spMkLst>
            <pc:docMk/>
            <pc:sldMk cId="0" sldId="271"/>
            <ac:spMk id="36"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2"/>
        </pc:sldMkLst>
        <pc:spChg chg="mod">
          <ac:chgData name="Jason Klaas" userId="11fc57db0c578e4b" providerId="LiveId" clId="{10D291D6-A315-4D34-AB61-028F8CA20A8E}" dt="2026-08-16T13:42:34.984" v="1282" actId="790"/>
          <ac:spMkLst>
            <pc:docMk/>
            <pc:sldMk cId="0" sldId="272"/>
            <ac:spMk id="2" creationId="{00000000-0000-0000-0000-000000000000}"/>
          </ac:spMkLst>
        </pc:spChg>
        <pc:spChg chg="mod">
          <ac:chgData name="Jason Klaas" userId="11fc57db0c578e4b" providerId="LiveId" clId="{10D291D6-A315-4D34-AB61-028F8CA20A8E}" dt="2026-08-18T16:53:48.422" v="2379" actId="790"/>
          <ac:spMkLst>
            <pc:docMk/>
            <pc:sldMk cId="0" sldId="272"/>
            <ac:spMk id="4" creationId="{00000000-0000-0000-0000-000000000000}"/>
          </ac:spMkLst>
        </pc:spChg>
        <pc:spChg chg="mod">
          <ac:chgData name="Jason Klaas" userId="11fc57db0c578e4b" providerId="LiveId" clId="{10D291D6-A315-4D34-AB61-028F8CA20A8E}" dt="2026-08-16T13:42:34.984" v="1282" actId="790"/>
          <ac:spMkLst>
            <pc:docMk/>
            <pc:sldMk cId="0" sldId="272"/>
            <ac:spMk id="5" creationId="{00000000-0000-0000-0000-000000000000}"/>
          </ac:spMkLst>
        </pc:spChg>
        <pc:spChg chg="mod">
          <ac:chgData name="Jason Klaas" userId="11fc57db0c578e4b" providerId="LiveId" clId="{10D291D6-A315-4D34-AB61-028F8CA20A8E}" dt="2026-08-16T13:42:34.984" v="1282" actId="790"/>
          <ac:spMkLst>
            <pc:docMk/>
            <pc:sldMk cId="0" sldId="272"/>
            <ac:spMk id="6" creationId="{00000000-0000-0000-0000-000000000000}"/>
          </ac:spMkLst>
        </pc:spChg>
        <pc:spChg chg="mod">
          <ac:chgData name="Jason Klaas" userId="11fc57db0c578e4b" providerId="LiveId" clId="{10D291D6-A315-4D34-AB61-028F8CA20A8E}" dt="2026-08-18T16:53:48.422" v="2379" actId="790"/>
          <ac:spMkLst>
            <pc:docMk/>
            <pc:sldMk cId="0" sldId="272"/>
            <ac:spMk id="7" creationId="{00000000-0000-0000-0000-000000000000}"/>
          </ac:spMkLst>
        </pc:spChg>
        <pc:spChg chg="mod">
          <ac:chgData name="Jason Klaas" userId="11fc57db0c578e4b" providerId="LiveId" clId="{10D291D6-A315-4D34-AB61-028F8CA20A8E}" dt="2026-08-18T16:53:48.422" v="2379" actId="790"/>
          <ac:spMkLst>
            <pc:docMk/>
            <pc:sldMk cId="0" sldId="272"/>
            <ac:spMk id="8" creationId="{00000000-0000-0000-0000-000000000000}"/>
          </ac:spMkLst>
        </pc:spChg>
        <pc:spChg chg="mod">
          <ac:chgData name="Jason Klaas" userId="11fc57db0c578e4b" providerId="LiveId" clId="{10D291D6-A315-4D34-AB61-028F8CA20A8E}" dt="2026-08-18T16:53:48.422" v="2379" actId="790"/>
          <ac:spMkLst>
            <pc:docMk/>
            <pc:sldMk cId="0" sldId="272"/>
            <ac:spMk id="10" creationId="{00000000-0000-0000-0000-000000000000}"/>
          </ac:spMkLst>
        </pc:spChg>
        <pc:spChg chg="mod">
          <ac:chgData name="Jason Klaas" userId="11fc57db0c578e4b" providerId="LiveId" clId="{10D291D6-A315-4D34-AB61-028F8CA20A8E}" dt="2026-08-18T16:53:48.422" v="2379" actId="790"/>
          <ac:spMkLst>
            <pc:docMk/>
            <pc:sldMk cId="0" sldId="272"/>
            <ac:spMk id="11" creationId="{00000000-0000-0000-0000-000000000000}"/>
          </ac:spMkLst>
        </pc:spChg>
        <pc:spChg chg="mod">
          <ac:chgData name="Jason Klaas" userId="11fc57db0c578e4b" providerId="LiveId" clId="{10D291D6-A315-4D34-AB61-028F8CA20A8E}" dt="2026-08-18T16:53:48.422" v="2379" actId="790"/>
          <ac:spMkLst>
            <pc:docMk/>
            <pc:sldMk cId="0" sldId="272"/>
            <ac:spMk id="12" creationId="{00000000-0000-0000-0000-000000000000}"/>
          </ac:spMkLst>
        </pc:spChg>
        <pc:spChg chg="mod">
          <ac:chgData name="Jason Klaas" userId="11fc57db0c578e4b" providerId="LiveId" clId="{10D291D6-A315-4D34-AB61-028F8CA20A8E}" dt="2026-08-18T16:53:48.422" v="2379" actId="790"/>
          <ac:spMkLst>
            <pc:docMk/>
            <pc:sldMk cId="0" sldId="272"/>
            <ac:spMk id="13" creationId="{00000000-0000-0000-0000-000000000000}"/>
          </ac:spMkLst>
        </pc:spChg>
        <pc:spChg chg="mod">
          <ac:chgData name="Jason Klaas" userId="11fc57db0c578e4b" providerId="LiveId" clId="{10D291D6-A315-4D34-AB61-028F8CA20A8E}" dt="2026-08-18T16:53:48.422" v="2379" actId="790"/>
          <ac:spMkLst>
            <pc:docMk/>
            <pc:sldMk cId="0" sldId="272"/>
            <ac:spMk id="15" creationId="{00000000-0000-0000-0000-000000000000}"/>
          </ac:spMkLst>
        </pc:spChg>
        <pc:spChg chg="mod">
          <ac:chgData name="Jason Klaas" userId="11fc57db0c578e4b" providerId="LiveId" clId="{10D291D6-A315-4D34-AB61-028F8CA20A8E}" dt="2026-08-16T13:42:34.984" v="1282" actId="790"/>
          <ac:spMkLst>
            <pc:docMk/>
            <pc:sldMk cId="0" sldId="272"/>
            <ac:spMk id="16" creationId="{00000000-0000-0000-0000-000000000000}"/>
          </ac:spMkLst>
        </pc:spChg>
        <pc:spChg chg="mod">
          <ac:chgData name="Jason Klaas" userId="11fc57db0c578e4b" providerId="LiveId" clId="{10D291D6-A315-4D34-AB61-028F8CA20A8E}" dt="2026-08-18T16:53:48.422" v="2379" actId="790"/>
          <ac:spMkLst>
            <pc:docMk/>
            <pc:sldMk cId="0" sldId="272"/>
            <ac:spMk id="17" creationId="{00000000-0000-0000-0000-000000000000}"/>
          </ac:spMkLst>
        </pc:spChg>
        <pc:spChg chg="mod">
          <ac:chgData name="Jason Klaas" userId="11fc57db0c578e4b" providerId="LiveId" clId="{10D291D6-A315-4D34-AB61-028F8CA20A8E}" dt="2026-08-18T16:53:48.422" v="2379" actId="790"/>
          <ac:spMkLst>
            <pc:docMk/>
            <pc:sldMk cId="0" sldId="272"/>
            <ac:spMk id="21" creationId="{00000000-0000-0000-0000-000000000000}"/>
          </ac:spMkLst>
        </pc:spChg>
        <pc:spChg chg="mod">
          <ac:chgData name="Jason Klaas" userId="11fc57db0c578e4b" providerId="LiveId" clId="{10D291D6-A315-4D34-AB61-028F8CA20A8E}" dt="2026-08-16T13:42:34.984" v="1282" actId="790"/>
          <ac:spMkLst>
            <pc:docMk/>
            <pc:sldMk cId="0" sldId="272"/>
            <ac:spMk id="22" creationId="{00000000-0000-0000-0000-000000000000}"/>
          </ac:spMkLst>
        </pc:spChg>
        <pc:spChg chg="add mod">
          <ac:chgData name="Jason Klaas" userId="11fc57db0c578e4b" providerId="LiveId" clId="{10D291D6-A315-4D34-AB61-028F8CA20A8E}" dt="2026-08-16T13:28:06.088" v="811" actId="26606"/>
          <ac:spMkLst>
            <pc:docMk/>
            <pc:sldMk cId="0" sldId="272"/>
            <ac:spMk id="23"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3"/>
        </pc:sldMkLst>
        <pc:spChg chg="mod">
          <ac:chgData name="Jason Klaas" userId="11fc57db0c578e4b" providerId="LiveId" clId="{10D291D6-A315-4D34-AB61-028F8CA20A8E}" dt="2026-08-18T16:53:48.422" v="2379" actId="790"/>
          <ac:spMkLst>
            <pc:docMk/>
            <pc:sldMk cId="0" sldId="273"/>
            <ac:spMk id="2" creationId="{00000000-0000-0000-0000-000000000000}"/>
          </ac:spMkLst>
        </pc:spChg>
        <pc:spChg chg="mod">
          <ac:chgData name="Jason Klaas" userId="11fc57db0c578e4b" providerId="LiveId" clId="{10D291D6-A315-4D34-AB61-028F8CA20A8E}" dt="2026-08-16T13:42:34.984" v="1282" actId="790"/>
          <ac:spMkLst>
            <pc:docMk/>
            <pc:sldMk cId="0" sldId="273"/>
            <ac:spMk id="4" creationId="{00000000-0000-0000-0000-000000000000}"/>
          </ac:spMkLst>
        </pc:spChg>
        <pc:spChg chg="mod">
          <ac:chgData name="Jason Klaas" userId="11fc57db0c578e4b" providerId="LiveId" clId="{10D291D6-A315-4D34-AB61-028F8CA20A8E}" dt="2026-08-18T16:53:48.422" v="2379" actId="790"/>
          <ac:spMkLst>
            <pc:docMk/>
            <pc:sldMk cId="0" sldId="273"/>
            <ac:spMk id="6" creationId="{00000000-0000-0000-0000-000000000000}"/>
          </ac:spMkLst>
        </pc:spChg>
        <pc:spChg chg="mod">
          <ac:chgData name="Jason Klaas" userId="11fc57db0c578e4b" providerId="LiveId" clId="{10D291D6-A315-4D34-AB61-028F8CA20A8E}" dt="2026-08-16T13:42:34.984" v="1282" actId="790"/>
          <ac:spMkLst>
            <pc:docMk/>
            <pc:sldMk cId="0" sldId="273"/>
            <ac:spMk id="9" creationId="{00000000-0000-0000-0000-000000000000}"/>
          </ac:spMkLst>
        </pc:spChg>
        <pc:spChg chg="mod">
          <ac:chgData name="Jason Klaas" userId="11fc57db0c578e4b" providerId="LiveId" clId="{10D291D6-A315-4D34-AB61-028F8CA20A8E}" dt="2026-08-18T16:53:48.422" v="2379" actId="790"/>
          <ac:spMkLst>
            <pc:docMk/>
            <pc:sldMk cId="0" sldId="273"/>
            <ac:spMk id="13" creationId="{00000000-0000-0000-0000-000000000000}"/>
          </ac:spMkLst>
        </pc:spChg>
        <pc:spChg chg="mod">
          <ac:chgData name="Jason Klaas" userId="11fc57db0c578e4b" providerId="LiveId" clId="{10D291D6-A315-4D34-AB61-028F8CA20A8E}" dt="2026-08-16T13:42:34.984" v="1282" actId="790"/>
          <ac:spMkLst>
            <pc:docMk/>
            <pc:sldMk cId="0" sldId="273"/>
            <ac:spMk id="14" creationId="{00000000-0000-0000-0000-000000000000}"/>
          </ac:spMkLst>
        </pc:spChg>
        <pc:spChg chg="mod">
          <ac:chgData name="Jason Klaas" userId="11fc57db0c578e4b" providerId="LiveId" clId="{10D291D6-A315-4D34-AB61-028F8CA20A8E}" dt="2026-08-18T16:53:48.422" v="2379" actId="790"/>
          <ac:spMkLst>
            <pc:docMk/>
            <pc:sldMk cId="0" sldId="273"/>
            <ac:spMk id="16" creationId="{00000000-0000-0000-0000-000000000000}"/>
          </ac:spMkLst>
        </pc:spChg>
        <pc:spChg chg="mod">
          <ac:chgData name="Jason Klaas" userId="11fc57db0c578e4b" providerId="LiveId" clId="{10D291D6-A315-4D34-AB61-028F8CA20A8E}" dt="2026-08-16T13:42:34.984" v="1282" actId="790"/>
          <ac:spMkLst>
            <pc:docMk/>
            <pc:sldMk cId="0" sldId="273"/>
            <ac:spMk id="17" creationId="{00000000-0000-0000-0000-000000000000}"/>
          </ac:spMkLst>
        </pc:spChg>
        <pc:spChg chg="mod">
          <ac:chgData name="Jason Klaas" userId="11fc57db0c578e4b" providerId="LiveId" clId="{10D291D6-A315-4D34-AB61-028F8CA20A8E}" dt="2026-08-18T16:53:48.422" v="2379" actId="790"/>
          <ac:spMkLst>
            <pc:docMk/>
            <pc:sldMk cId="0" sldId="273"/>
            <ac:spMk id="18" creationId="{00000000-0000-0000-0000-000000000000}"/>
          </ac:spMkLst>
        </pc:spChg>
        <pc:spChg chg="mod">
          <ac:chgData name="Jason Klaas" userId="11fc57db0c578e4b" providerId="LiveId" clId="{10D291D6-A315-4D34-AB61-028F8CA20A8E}" dt="2026-08-18T16:53:48.422" v="2379" actId="790"/>
          <ac:spMkLst>
            <pc:docMk/>
            <pc:sldMk cId="0" sldId="273"/>
            <ac:spMk id="20" creationId="{00000000-0000-0000-0000-000000000000}"/>
          </ac:spMkLst>
        </pc:spChg>
        <pc:spChg chg="mod">
          <ac:chgData name="Jason Klaas" userId="11fc57db0c578e4b" providerId="LiveId" clId="{10D291D6-A315-4D34-AB61-028F8CA20A8E}" dt="2026-08-18T16:53:48.422" v="2379" actId="790"/>
          <ac:spMkLst>
            <pc:docMk/>
            <pc:sldMk cId="0" sldId="273"/>
            <ac:spMk id="26" creationId="{00000000-0000-0000-0000-000000000000}"/>
          </ac:spMkLst>
        </pc:spChg>
        <pc:spChg chg="mod">
          <ac:chgData name="Jason Klaas" userId="11fc57db0c578e4b" providerId="LiveId" clId="{10D291D6-A315-4D34-AB61-028F8CA20A8E}" dt="2026-08-16T13:42:34.984" v="1282" actId="790"/>
          <ac:spMkLst>
            <pc:docMk/>
            <pc:sldMk cId="0" sldId="273"/>
            <ac:spMk id="27" creationId="{00000000-0000-0000-0000-000000000000}"/>
          </ac:spMkLst>
        </pc:spChg>
        <pc:spChg chg="mod">
          <ac:chgData name="Jason Klaas" userId="11fc57db0c578e4b" providerId="LiveId" clId="{10D291D6-A315-4D34-AB61-028F8CA20A8E}" dt="2026-08-18T16:53:48.422" v="2379" actId="790"/>
          <ac:spMkLst>
            <pc:docMk/>
            <pc:sldMk cId="0" sldId="273"/>
            <ac:spMk id="28" creationId="{00000000-0000-0000-0000-000000000000}"/>
          </ac:spMkLst>
        </pc:spChg>
        <pc:spChg chg="mod">
          <ac:chgData name="Jason Klaas" userId="11fc57db0c578e4b" providerId="LiveId" clId="{10D291D6-A315-4D34-AB61-028F8CA20A8E}" dt="2026-08-16T13:42:34.984" v="1282" actId="790"/>
          <ac:spMkLst>
            <pc:docMk/>
            <pc:sldMk cId="0" sldId="273"/>
            <ac:spMk id="33" creationId="{00000000-0000-0000-0000-000000000000}"/>
          </ac:spMkLst>
        </pc:spChg>
        <pc:spChg chg="mod">
          <ac:chgData name="Jason Klaas" userId="11fc57db0c578e4b" providerId="LiveId" clId="{10D291D6-A315-4D34-AB61-028F8CA20A8E}" dt="2026-08-18T16:53:48.422" v="2379" actId="790"/>
          <ac:spMkLst>
            <pc:docMk/>
            <pc:sldMk cId="0" sldId="273"/>
            <ac:spMk id="35" creationId="{00000000-0000-0000-0000-000000000000}"/>
          </ac:spMkLst>
        </pc:spChg>
        <pc:spChg chg="mod">
          <ac:chgData name="Jason Klaas" userId="11fc57db0c578e4b" providerId="LiveId" clId="{10D291D6-A315-4D34-AB61-028F8CA20A8E}" dt="2026-08-18T16:53:48.422" v="2379" actId="790"/>
          <ac:spMkLst>
            <pc:docMk/>
            <pc:sldMk cId="0" sldId="273"/>
            <ac:spMk id="36" creationId="{00000000-0000-0000-0000-000000000000}"/>
          </ac:spMkLst>
        </pc:spChg>
        <pc:spChg chg="add mod">
          <ac:chgData name="Jason Klaas" userId="11fc57db0c578e4b" providerId="LiveId" clId="{10D291D6-A315-4D34-AB61-028F8CA20A8E}" dt="2026-08-16T13:42:34.984" v="1282" actId="790"/>
          <ac:spMkLst>
            <pc:docMk/>
            <pc:sldMk cId="0" sldId="273"/>
            <ac:spMk id="38"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4"/>
        </pc:sldMkLst>
        <pc:spChg chg="mod">
          <ac:chgData name="Jason Klaas" userId="11fc57db0c578e4b" providerId="LiveId" clId="{10D291D6-A315-4D34-AB61-028F8CA20A8E}" dt="2026-08-16T13:42:34.984" v="1282" actId="790"/>
          <ac:spMkLst>
            <pc:docMk/>
            <pc:sldMk cId="0" sldId="274"/>
            <ac:spMk id="2" creationId="{00000000-0000-0000-0000-000000000000}"/>
          </ac:spMkLst>
        </pc:spChg>
        <pc:spChg chg="mod">
          <ac:chgData name="Jason Klaas" userId="11fc57db0c578e4b" providerId="LiveId" clId="{10D291D6-A315-4D34-AB61-028F8CA20A8E}" dt="2026-08-18T16:53:48.422" v="2379" actId="790"/>
          <ac:spMkLst>
            <pc:docMk/>
            <pc:sldMk cId="0" sldId="274"/>
            <ac:spMk id="3" creationId="{00000000-0000-0000-0000-000000000000}"/>
          </ac:spMkLst>
        </pc:spChg>
        <pc:spChg chg="mod">
          <ac:chgData name="Jason Klaas" userId="11fc57db0c578e4b" providerId="LiveId" clId="{10D291D6-A315-4D34-AB61-028F8CA20A8E}" dt="2026-08-18T16:53:48.422" v="2379" actId="790"/>
          <ac:spMkLst>
            <pc:docMk/>
            <pc:sldMk cId="0" sldId="274"/>
            <ac:spMk id="6" creationId="{00000000-0000-0000-0000-000000000000}"/>
          </ac:spMkLst>
        </pc:spChg>
        <pc:spChg chg="mod">
          <ac:chgData name="Jason Klaas" userId="11fc57db0c578e4b" providerId="LiveId" clId="{10D291D6-A315-4D34-AB61-028F8CA20A8E}" dt="2026-08-16T13:42:34.984" v="1282" actId="790"/>
          <ac:spMkLst>
            <pc:docMk/>
            <pc:sldMk cId="0" sldId="274"/>
            <ac:spMk id="7" creationId="{00000000-0000-0000-0000-000000000000}"/>
          </ac:spMkLst>
        </pc:spChg>
        <pc:spChg chg="mod">
          <ac:chgData name="Jason Klaas" userId="11fc57db0c578e4b" providerId="LiveId" clId="{10D291D6-A315-4D34-AB61-028F8CA20A8E}" dt="2026-08-16T13:42:34.984" v="1282" actId="790"/>
          <ac:spMkLst>
            <pc:docMk/>
            <pc:sldMk cId="0" sldId="274"/>
            <ac:spMk id="8" creationId="{00000000-0000-0000-0000-000000000000}"/>
          </ac:spMkLst>
        </pc:spChg>
        <pc:spChg chg="mod">
          <ac:chgData name="Jason Klaas" userId="11fc57db0c578e4b" providerId="LiveId" clId="{10D291D6-A315-4D34-AB61-028F8CA20A8E}" dt="2026-08-18T16:53:48.422" v="2379" actId="790"/>
          <ac:spMkLst>
            <pc:docMk/>
            <pc:sldMk cId="0" sldId="274"/>
            <ac:spMk id="11" creationId="{00000000-0000-0000-0000-000000000000}"/>
          </ac:spMkLst>
        </pc:spChg>
        <pc:spChg chg="mod">
          <ac:chgData name="Jason Klaas" userId="11fc57db0c578e4b" providerId="LiveId" clId="{10D291D6-A315-4D34-AB61-028F8CA20A8E}" dt="2026-08-18T16:53:48.422" v="2379" actId="790"/>
          <ac:spMkLst>
            <pc:docMk/>
            <pc:sldMk cId="0" sldId="274"/>
            <ac:spMk id="13" creationId="{00000000-0000-0000-0000-000000000000}"/>
          </ac:spMkLst>
        </pc:spChg>
        <pc:spChg chg="mod">
          <ac:chgData name="Jason Klaas" userId="11fc57db0c578e4b" providerId="LiveId" clId="{10D291D6-A315-4D34-AB61-028F8CA20A8E}" dt="2026-08-16T13:42:34.984" v="1282" actId="790"/>
          <ac:spMkLst>
            <pc:docMk/>
            <pc:sldMk cId="0" sldId="274"/>
            <ac:spMk id="15" creationId="{00000000-0000-0000-0000-000000000000}"/>
          </ac:spMkLst>
        </pc:spChg>
        <pc:spChg chg="mod">
          <ac:chgData name="Jason Klaas" userId="11fc57db0c578e4b" providerId="LiveId" clId="{10D291D6-A315-4D34-AB61-028F8CA20A8E}" dt="2026-08-18T16:53:48.422" v="2379" actId="790"/>
          <ac:spMkLst>
            <pc:docMk/>
            <pc:sldMk cId="0" sldId="274"/>
            <ac:spMk id="16" creationId="{00000000-0000-0000-0000-000000000000}"/>
          </ac:spMkLst>
        </pc:spChg>
        <pc:spChg chg="mod">
          <ac:chgData name="Jason Klaas" userId="11fc57db0c578e4b" providerId="LiveId" clId="{10D291D6-A315-4D34-AB61-028F8CA20A8E}" dt="2026-08-18T16:53:48.422" v="2379" actId="790"/>
          <ac:spMkLst>
            <pc:docMk/>
            <pc:sldMk cId="0" sldId="274"/>
            <ac:spMk id="18" creationId="{00000000-0000-0000-0000-000000000000}"/>
          </ac:spMkLst>
        </pc:spChg>
        <pc:spChg chg="mod">
          <ac:chgData name="Jason Klaas" userId="11fc57db0c578e4b" providerId="LiveId" clId="{10D291D6-A315-4D34-AB61-028F8CA20A8E}" dt="2026-08-18T16:53:48.422" v="2379" actId="790"/>
          <ac:spMkLst>
            <pc:docMk/>
            <pc:sldMk cId="0" sldId="274"/>
            <ac:spMk id="19" creationId="{00000000-0000-0000-0000-000000000000}"/>
          </ac:spMkLst>
        </pc:spChg>
        <pc:spChg chg="mod">
          <ac:chgData name="Jason Klaas" userId="11fc57db0c578e4b" providerId="LiveId" clId="{10D291D6-A315-4D34-AB61-028F8CA20A8E}" dt="2026-08-18T16:53:48.422" v="2379" actId="790"/>
          <ac:spMkLst>
            <pc:docMk/>
            <pc:sldMk cId="0" sldId="274"/>
            <ac:spMk id="26" creationId="{00000000-0000-0000-0000-000000000000}"/>
          </ac:spMkLst>
        </pc:spChg>
        <pc:spChg chg="mod">
          <ac:chgData name="Jason Klaas" userId="11fc57db0c578e4b" providerId="LiveId" clId="{10D291D6-A315-4D34-AB61-028F8CA20A8E}" dt="2026-08-16T13:42:34.984" v="1282" actId="790"/>
          <ac:spMkLst>
            <pc:docMk/>
            <pc:sldMk cId="0" sldId="274"/>
            <ac:spMk id="29" creationId="{00000000-0000-0000-0000-000000000000}"/>
          </ac:spMkLst>
        </pc:spChg>
        <pc:spChg chg="mod">
          <ac:chgData name="Jason Klaas" userId="11fc57db0c578e4b" providerId="LiveId" clId="{10D291D6-A315-4D34-AB61-028F8CA20A8E}" dt="2026-08-16T13:42:34.984" v="1282" actId="790"/>
          <ac:spMkLst>
            <pc:docMk/>
            <pc:sldMk cId="0" sldId="274"/>
            <ac:spMk id="30" creationId="{00000000-0000-0000-0000-000000000000}"/>
          </ac:spMkLst>
        </pc:spChg>
        <pc:spChg chg="mod">
          <ac:chgData name="Jason Klaas" userId="11fc57db0c578e4b" providerId="LiveId" clId="{10D291D6-A315-4D34-AB61-028F8CA20A8E}" dt="2026-08-18T16:53:48.422" v="2379" actId="790"/>
          <ac:spMkLst>
            <pc:docMk/>
            <pc:sldMk cId="0" sldId="274"/>
            <ac:spMk id="36" creationId="{00000000-0000-0000-0000-000000000000}"/>
          </ac:spMkLst>
        </pc:spChg>
        <pc:spChg chg="add mod">
          <ac:chgData name="Jason Klaas" userId="11fc57db0c578e4b" providerId="LiveId" clId="{10D291D6-A315-4D34-AB61-028F8CA20A8E}" dt="2026-08-16T13:28:06.088" v="811" actId="26606"/>
          <ac:spMkLst>
            <pc:docMk/>
            <pc:sldMk cId="0" sldId="274"/>
            <ac:spMk id="38" creationId="{00000000-0000-0000-0000-000000000000}"/>
          </ac:spMkLst>
        </pc:spChg>
        <pc:spChg chg="mod">
          <ac:chgData name="Jason Klaas" userId="11fc57db0c578e4b" providerId="LiveId" clId="{10D291D6-A315-4D34-AB61-028F8CA20A8E}" dt="2026-08-18T16:53:48.422" v="2379" actId="790"/>
          <ac:spMkLst>
            <pc:docMk/>
            <pc:sldMk cId="0" sldId="274"/>
            <ac:spMk id="40"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5"/>
        </pc:sldMkLst>
        <pc:spChg chg="mod">
          <ac:chgData name="Jason Klaas" userId="11fc57db0c578e4b" providerId="LiveId" clId="{10D291D6-A315-4D34-AB61-028F8CA20A8E}" dt="2026-08-16T13:42:34.984" v="1282" actId="790"/>
          <ac:spMkLst>
            <pc:docMk/>
            <pc:sldMk cId="0" sldId="275"/>
            <ac:spMk id="3" creationId="{00000000-0000-0000-0000-000000000000}"/>
          </ac:spMkLst>
        </pc:spChg>
        <pc:spChg chg="mod">
          <ac:chgData name="Jason Klaas" userId="11fc57db0c578e4b" providerId="LiveId" clId="{10D291D6-A315-4D34-AB61-028F8CA20A8E}" dt="2026-08-16T13:42:34.984" v="1282" actId="790"/>
          <ac:spMkLst>
            <pc:docMk/>
            <pc:sldMk cId="0" sldId="275"/>
            <ac:spMk id="6" creationId="{00000000-0000-0000-0000-000000000000}"/>
          </ac:spMkLst>
        </pc:spChg>
        <pc:spChg chg="mod">
          <ac:chgData name="Jason Klaas" userId="11fc57db0c578e4b" providerId="LiveId" clId="{10D291D6-A315-4D34-AB61-028F8CA20A8E}" dt="2026-08-16T13:42:34.984" v="1282" actId="790"/>
          <ac:spMkLst>
            <pc:docMk/>
            <pc:sldMk cId="0" sldId="275"/>
            <ac:spMk id="9" creationId="{00000000-0000-0000-0000-000000000000}"/>
          </ac:spMkLst>
        </pc:spChg>
        <pc:spChg chg="mod">
          <ac:chgData name="Jason Klaas" userId="11fc57db0c578e4b" providerId="LiveId" clId="{10D291D6-A315-4D34-AB61-028F8CA20A8E}" dt="2026-08-16T13:42:34.984" v="1282" actId="790"/>
          <ac:spMkLst>
            <pc:docMk/>
            <pc:sldMk cId="0" sldId="275"/>
            <ac:spMk id="10" creationId="{00000000-0000-0000-0000-000000000000}"/>
          </ac:spMkLst>
        </pc:spChg>
        <pc:spChg chg="mod">
          <ac:chgData name="Jason Klaas" userId="11fc57db0c578e4b" providerId="LiveId" clId="{10D291D6-A315-4D34-AB61-028F8CA20A8E}" dt="2026-08-16T13:42:34.984" v="1282" actId="790"/>
          <ac:spMkLst>
            <pc:docMk/>
            <pc:sldMk cId="0" sldId="275"/>
            <ac:spMk id="11" creationId="{00000000-0000-0000-0000-000000000000}"/>
          </ac:spMkLst>
        </pc:spChg>
        <pc:spChg chg="mod">
          <ac:chgData name="Jason Klaas" userId="11fc57db0c578e4b" providerId="LiveId" clId="{10D291D6-A315-4D34-AB61-028F8CA20A8E}" dt="2026-08-18T16:53:48.422" v="2379" actId="790"/>
          <ac:spMkLst>
            <pc:docMk/>
            <pc:sldMk cId="0" sldId="275"/>
            <ac:spMk id="12" creationId="{00000000-0000-0000-0000-000000000000}"/>
          </ac:spMkLst>
        </pc:spChg>
        <pc:spChg chg="mod">
          <ac:chgData name="Jason Klaas" userId="11fc57db0c578e4b" providerId="LiveId" clId="{10D291D6-A315-4D34-AB61-028F8CA20A8E}" dt="2026-08-18T16:53:48.422" v="2379" actId="790"/>
          <ac:spMkLst>
            <pc:docMk/>
            <pc:sldMk cId="0" sldId="275"/>
            <ac:spMk id="13" creationId="{00000000-0000-0000-0000-000000000000}"/>
          </ac:spMkLst>
        </pc:spChg>
        <pc:spChg chg="mod">
          <ac:chgData name="Jason Klaas" userId="11fc57db0c578e4b" providerId="LiveId" clId="{10D291D6-A315-4D34-AB61-028F8CA20A8E}" dt="2026-08-18T16:53:48.422" v="2379" actId="790"/>
          <ac:spMkLst>
            <pc:docMk/>
            <pc:sldMk cId="0" sldId="275"/>
            <ac:spMk id="14" creationId="{00000000-0000-0000-0000-000000000000}"/>
          </ac:spMkLst>
        </pc:spChg>
        <pc:spChg chg="mod">
          <ac:chgData name="Jason Klaas" userId="11fc57db0c578e4b" providerId="LiveId" clId="{10D291D6-A315-4D34-AB61-028F8CA20A8E}" dt="2026-08-18T16:53:48.422" v="2379" actId="790"/>
          <ac:spMkLst>
            <pc:docMk/>
            <pc:sldMk cId="0" sldId="275"/>
            <ac:spMk id="15" creationId="{00000000-0000-0000-0000-000000000000}"/>
          </ac:spMkLst>
        </pc:spChg>
        <pc:spChg chg="mod">
          <ac:chgData name="Jason Klaas" userId="11fc57db0c578e4b" providerId="LiveId" clId="{10D291D6-A315-4D34-AB61-028F8CA20A8E}" dt="2026-08-18T16:53:48.422" v="2379" actId="790"/>
          <ac:spMkLst>
            <pc:docMk/>
            <pc:sldMk cId="0" sldId="275"/>
            <ac:spMk id="19" creationId="{00000000-0000-0000-0000-000000000000}"/>
          </ac:spMkLst>
        </pc:spChg>
        <pc:spChg chg="mod">
          <ac:chgData name="Jason Klaas" userId="11fc57db0c578e4b" providerId="LiveId" clId="{10D291D6-A315-4D34-AB61-028F8CA20A8E}" dt="2026-08-18T16:53:48.422" v="2379" actId="790"/>
          <ac:spMkLst>
            <pc:docMk/>
            <pc:sldMk cId="0" sldId="275"/>
            <ac:spMk id="21" creationId="{00000000-0000-0000-0000-000000000000}"/>
          </ac:spMkLst>
        </pc:spChg>
        <pc:spChg chg="mod">
          <ac:chgData name="Jason Klaas" userId="11fc57db0c578e4b" providerId="LiveId" clId="{10D291D6-A315-4D34-AB61-028F8CA20A8E}" dt="2026-08-16T13:42:34.984" v="1282" actId="790"/>
          <ac:spMkLst>
            <pc:docMk/>
            <pc:sldMk cId="0" sldId="275"/>
            <ac:spMk id="22" creationId="{00000000-0000-0000-0000-000000000000}"/>
          </ac:spMkLst>
        </pc:spChg>
        <pc:spChg chg="mod">
          <ac:chgData name="Jason Klaas" userId="11fc57db0c578e4b" providerId="LiveId" clId="{10D291D6-A315-4D34-AB61-028F8CA20A8E}" dt="2026-08-18T16:53:48.422" v="2379" actId="790"/>
          <ac:spMkLst>
            <pc:docMk/>
            <pc:sldMk cId="0" sldId="275"/>
            <ac:spMk id="23" creationId="{00000000-0000-0000-0000-000000000000}"/>
          </ac:spMkLst>
        </pc:spChg>
        <pc:spChg chg="mod">
          <ac:chgData name="Jason Klaas" userId="11fc57db0c578e4b" providerId="LiveId" clId="{10D291D6-A315-4D34-AB61-028F8CA20A8E}" dt="2026-08-18T16:53:48.422" v="2379" actId="790"/>
          <ac:spMkLst>
            <pc:docMk/>
            <pc:sldMk cId="0" sldId="275"/>
            <ac:spMk id="24" creationId="{00000000-0000-0000-0000-000000000000}"/>
          </ac:spMkLst>
        </pc:spChg>
        <pc:spChg chg="mod">
          <ac:chgData name="Jason Klaas" userId="11fc57db0c578e4b" providerId="LiveId" clId="{10D291D6-A315-4D34-AB61-028F8CA20A8E}" dt="2026-08-18T16:53:48.422" v="2379" actId="790"/>
          <ac:spMkLst>
            <pc:docMk/>
            <pc:sldMk cId="0" sldId="275"/>
            <ac:spMk id="25" creationId="{00000000-0000-0000-0000-000000000000}"/>
          </ac:spMkLst>
        </pc:spChg>
        <pc:spChg chg="add mod">
          <ac:chgData name="Jason Klaas" userId="11fc57db0c578e4b" providerId="LiveId" clId="{10D291D6-A315-4D34-AB61-028F8CA20A8E}" dt="2026-08-16T13:28:06.088" v="811" actId="26606"/>
          <ac:spMkLst>
            <pc:docMk/>
            <pc:sldMk cId="0" sldId="275"/>
            <ac:spMk id="29" creationId="{00000000-0000-0000-0000-000000000000}"/>
          </ac:spMkLst>
        </pc:spChg>
        <pc:spChg chg="mod">
          <ac:chgData name="Jason Klaas" userId="11fc57db0c578e4b" providerId="LiveId" clId="{10D291D6-A315-4D34-AB61-028F8CA20A8E}" dt="2026-08-18T16:53:48.422" v="2379" actId="790"/>
          <ac:spMkLst>
            <pc:docMk/>
            <pc:sldMk cId="0" sldId="275"/>
            <ac:spMk id="31"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6"/>
        </pc:sldMkLst>
        <pc:spChg chg="mod">
          <ac:chgData name="Jason Klaas" userId="11fc57db0c578e4b" providerId="LiveId" clId="{10D291D6-A315-4D34-AB61-028F8CA20A8E}" dt="2026-08-16T13:42:34.984" v="1282" actId="790"/>
          <ac:spMkLst>
            <pc:docMk/>
            <pc:sldMk cId="0" sldId="276"/>
            <ac:spMk id="2" creationId="{00000000-0000-0000-0000-000000000000}"/>
          </ac:spMkLst>
        </pc:spChg>
        <pc:spChg chg="mod">
          <ac:chgData name="Jason Klaas" userId="11fc57db0c578e4b" providerId="LiveId" clId="{10D291D6-A315-4D34-AB61-028F8CA20A8E}" dt="2026-08-18T16:53:48.422" v="2379" actId="790"/>
          <ac:spMkLst>
            <pc:docMk/>
            <pc:sldMk cId="0" sldId="276"/>
            <ac:spMk id="3" creationId="{00000000-0000-0000-0000-000000000000}"/>
          </ac:spMkLst>
        </pc:spChg>
        <pc:spChg chg="mod">
          <ac:chgData name="Jason Klaas" userId="11fc57db0c578e4b" providerId="LiveId" clId="{10D291D6-A315-4D34-AB61-028F8CA20A8E}" dt="2026-08-18T16:53:48.422" v="2379" actId="790"/>
          <ac:spMkLst>
            <pc:docMk/>
            <pc:sldMk cId="0" sldId="276"/>
            <ac:spMk id="4" creationId="{00000000-0000-0000-0000-000000000000}"/>
          </ac:spMkLst>
        </pc:spChg>
        <pc:spChg chg="mod">
          <ac:chgData name="Jason Klaas" userId="11fc57db0c578e4b" providerId="LiveId" clId="{10D291D6-A315-4D34-AB61-028F8CA20A8E}" dt="2026-08-18T16:53:48.422" v="2379" actId="790"/>
          <ac:spMkLst>
            <pc:docMk/>
            <pc:sldMk cId="0" sldId="276"/>
            <ac:spMk id="5" creationId="{00000000-0000-0000-0000-000000000000}"/>
          </ac:spMkLst>
        </pc:spChg>
        <pc:spChg chg="mod">
          <ac:chgData name="Jason Klaas" userId="11fc57db0c578e4b" providerId="LiveId" clId="{10D291D6-A315-4D34-AB61-028F8CA20A8E}" dt="2026-08-18T16:53:48.422" v="2379" actId="790"/>
          <ac:spMkLst>
            <pc:docMk/>
            <pc:sldMk cId="0" sldId="276"/>
            <ac:spMk id="6" creationId="{00000000-0000-0000-0000-000000000000}"/>
          </ac:spMkLst>
        </pc:spChg>
        <pc:spChg chg="mod">
          <ac:chgData name="Jason Klaas" userId="11fc57db0c578e4b" providerId="LiveId" clId="{10D291D6-A315-4D34-AB61-028F8CA20A8E}" dt="2026-08-16T13:42:34.984" v="1282" actId="790"/>
          <ac:spMkLst>
            <pc:docMk/>
            <pc:sldMk cId="0" sldId="276"/>
            <ac:spMk id="7" creationId="{00000000-0000-0000-0000-000000000000}"/>
          </ac:spMkLst>
        </pc:spChg>
        <pc:spChg chg="mod">
          <ac:chgData name="Jason Klaas" userId="11fc57db0c578e4b" providerId="LiveId" clId="{10D291D6-A315-4D34-AB61-028F8CA20A8E}" dt="2026-08-18T16:53:48.422" v="2379" actId="790"/>
          <ac:spMkLst>
            <pc:docMk/>
            <pc:sldMk cId="0" sldId="276"/>
            <ac:spMk id="9" creationId="{00000000-0000-0000-0000-000000000000}"/>
          </ac:spMkLst>
        </pc:spChg>
        <pc:spChg chg="mod">
          <ac:chgData name="Jason Klaas" userId="11fc57db0c578e4b" providerId="LiveId" clId="{10D291D6-A315-4D34-AB61-028F8CA20A8E}" dt="2026-08-18T16:53:48.422" v="2379" actId="790"/>
          <ac:spMkLst>
            <pc:docMk/>
            <pc:sldMk cId="0" sldId="276"/>
            <ac:spMk id="10" creationId="{00000000-0000-0000-0000-000000000000}"/>
          </ac:spMkLst>
        </pc:spChg>
        <pc:spChg chg="mod">
          <ac:chgData name="Jason Klaas" userId="11fc57db0c578e4b" providerId="LiveId" clId="{10D291D6-A315-4D34-AB61-028F8CA20A8E}" dt="2026-08-18T16:53:48.422" v="2379" actId="790"/>
          <ac:spMkLst>
            <pc:docMk/>
            <pc:sldMk cId="0" sldId="276"/>
            <ac:spMk id="12" creationId="{00000000-0000-0000-0000-000000000000}"/>
          </ac:spMkLst>
        </pc:spChg>
        <pc:spChg chg="mod">
          <ac:chgData name="Jason Klaas" userId="11fc57db0c578e4b" providerId="LiveId" clId="{10D291D6-A315-4D34-AB61-028F8CA20A8E}" dt="2026-08-18T16:53:48.422" v="2379" actId="790"/>
          <ac:spMkLst>
            <pc:docMk/>
            <pc:sldMk cId="0" sldId="276"/>
            <ac:spMk id="14" creationId="{00000000-0000-0000-0000-000000000000}"/>
          </ac:spMkLst>
        </pc:spChg>
        <pc:spChg chg="mod">
          <ac:chgData name="Jason Klaas" userId="11fc57db0c578e4b" providerId="LiveId" clId="{10D291D6-A315-4D34-AB61-028F8CA20A8E}" dt="2026-08-18T16:53:48.422" v="2379" actId="790"/>
          <ac:spMkLst>
            <pc:docMk/>
            <pc:sldMk cId="0" sldId="276"/>
            <ac:spMk id="15" creationId="{00000000-0000-0000-0000-000000000000}"/>
          </ac:spMkLst>
        </pc:spChg>
        <pc:spChg chg="add mod">
          <ac:chgData name="Jason Klaas" userId="11fc57db0c578e4b" providerId="LiveId" clId="{10D291D6-A315-4D34-AB61-028F8CA20A8E}" dt="2026-08-18T16:53:48.422" v="2379" actId="790"/>
          <ac:spMkLst>
            <pc:docMk/>
            <pc:sldMk cId="0" sldId="276"/>
            <ac:spMk id="25"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77"/>
        </pc:sldMkLst>
        <pc:spChg chg="mod">
          <ac:chgData name="Jason Klaas" userId="11fc57db0c578e4b" providerId="LiveId" clId="{10D291D6-A315-4D34-AB61-028F8CA20A8E}" dt="2026-08-18T16:53:48.422" v="2379" actId="790"/>
          <ac:spMkLst>
            <pc:docMk/>
            <pc:sldMk cId="0" sldId="277"/>
            <ac:spMk id="3" creationId="{00000000-0000-0000-0000-000000000000}"/>
          </ac:spMkLst>
        </pc:spChg>
        <pc:spChg chg="mod">
          <ac:chgData name="Jason Klaas" userId="11fc57db0c578e4b" providerId="LiveId" clId="{10D291D6-A315-4D34-AB61-028F8CA20A8E}" dt="2026-08-18T16:53:48.422" v="2379" actId="790"/>
          <ac:spMkLst>
            <pc:docMk/>
            <pc:sldMk cId="0" sldId="277"/>
            <ac:spMk id="4" creationId="{00000000-0000-0000-0000-000000000000}"/>
          </ac:spMkLst>
        </pc:spChg>
        <pc:spChg chg="mod">
          <ac:chgData name="Jason Klaas" userId="11fc57db0c578e4b" providerId="LiveId" clId="{10D291D6-A315-4D34-AB61-028F8CA20A8E}" dt="2026-08-18T16:53:48.422" v="2379" actId="790"/>
          <ac:spMkLst>
            <pc:docMk/>
            <pc:sldMk cId="0" sldId="277"/>
            <ac:spMk id="6" creationId="{00000000-0000-0000-0000-000000000000}"/>
          </ac:spMkLst>
        </pc:spChg>
        <pc:spChg chg="mod">
          <ac:chgData name="Jason Klaas" userId="11fc57db0c578e4b" providerId="LiveId" clId="{10D291D6-A315-4D34-AB61-028F8CA20A8E}" dt="2026-08-16T13:42:34.984" v="1282" actId="790"/>
          <ac:spMkLst>
            <pc:docMk/>
            <pc:sldMk cId="0" sldId="277"/>
            <ac:spMk id="8" creationId="{00000000-0000-0000-0000-000000000000}"/>
          </ac:spMkLst>
        </pc:spChg>
        <pc:spChg chg="mod">
          <ac:chgData name="Jason Klaas" userId="11fc57db0c578e4b" providerId="LiveId" clId="{10D291D6-A315-4D34-AB61-028F8CA20A8E}" dt="2026-08-16T13:42:34.984" v="1282" actId="790"/>
          <ac:spMkLst>
            <pc:docMk/>
            <pc:sldMk cId="0" sldId="277"/>
            <ac:spMk id="12" creationId="{00000000-0000-0000-0000-000000000000}"/>
          </ac:spMkLst>
        </pc:spChg>
        <pc:spChg chg="mod">
          <ac:chgData name="Jason Klaas" userId="11fc57db0c578e4b" providerId="LiveId" clId="{10D291D6-A315-4D34-AB61-028F8CA20A8E}" dt="2026-08-18T16:53:48.422" v="2379" actId="790"/>
          <ac:spMkLst>
            <pc:docMk/>
            <pc:sldMk cId="0" sldId="277"/>
            <ac:spMk id="13" creationId="{00000000-0000-0000-0000-000000000000}"/>
          </ac:spMkLst>
        </pc:spChg>
        <pc:spChg chg="mod">
          <ac:chgData name="Jason Klaas" userId="11fc57db0c578e4b" providerId="LiveId" clId="{10D291D6-A315-4D34-AB61-028F8CA20A8E}" dt="2026-08-18T16:53:48.422" v="2379" actId="790"/>
          <ac:spMkLst>
            <pc:docMk/>
            <pc:sldMk cId="0" sldId="277"/>
            <ac:spMk id="14" creationId="{00000000-0000-0000-0000-000000000000}"/>
          </ac:spMkLst>
        </pc:spChg>
        <pc:spChg chg="mod">
          <ac:chgData name="Jason Klaas" userId="11fc57db0c578e4b" providerId="LiveId" clId="{10D291D6-A315-4D34-AB61-028F8CA20A8E}" dt="2026-08-18T16:53:48.422" v="2379" actId="790"/>
          <ac:spMkLst>
            <pc:docMk/>
            <pc:sldMk cId="0" sldId="277"/>
            <ac:spMk id="15" creationId="{00000000-0000-0000-0000-000000000000}"/>
          </ac:spMkLst>
        </pc:spChg>
        <pc:spChg chg="mod">
          <ac:chgData name="Jason Klaas" userId="11fc57db0c578e4b" providerId="LiveId" clId="{10D291D6-A315-4D34-AB61-028F8CA20A8E}" dt="2026-08-18T16:53:48.422" v="2379" actId="790"/>
          <ac:spMkLst>
            <pc:docMk/>
            <pc:sldMk cId="0" sldId="277"/>
            <ac:spMk id="16" creationId="{00000000-0000-0000-0000-000000000000}"/>
          </ac:spMkLst>
        </pc:spChg>
        <pc:spChg chg="mod">
          <ac:chgData name="Jason Klaas" userId="11fc57db0c578e4b" providerId="LiveId" clId="{10D291D6-A315-4D34-AB61-028F8CA20A8E}" dt="2026-08-18T16:53:48.422" v="2379" actId="790"/>
          <ac:spMkLst>
            <pc:docMk/>
            <pc:sldMk cId="0" sldId="277"/>
            <ac:spMk id="19" creationId="{00000000-0000-0000-0000-000000000000}"/>
          </ac:spMkLst>
        </pc:spChg>
        <pc:spChg chg="mod">
          <ac:chgData name="Jason Klaas" userId="11fc57db0c578e4b" providerId="LiveId" clId="{10D291D6-A315-4D34-AB61-028F8CA20A8E}" dt="2026-08-18T16:53:48.422" v="2379" actId="790"/>
          <ac:spMkLst>
            <pc:docMk/>
            <pc:sldMk cId="0" sldId="277"/>
            <ac:spMk id="21" creationId="{00000000-0000-0000-0000-000000000000}"/>
          </ac:spMkLst>
        </pc:spChg>
        <pc:spChg chg="add mod">
          <ac:chgData name="Jason Klaas" userId="11fc57db0c578e4b" providerId="LiveId" clId="{10D291D6-A315-4D34-AB61-028F8CA20A8E}" dt="2026-08-18T16:53:48.422" v="2379" actId="790"/>
          <ac:spMkLst>
            <pc:docMk/>
            <pc:sldMk cId="0" sldId="277"/>
            <ac:spMk id="26" creationId="{00000000-0000-0000-0000-000000000000}"/>
          </ac:spMkLst>
        </pc:spChg>
      </pc:sldChg>
      <pc:sldChg chg="addSp delSp modSp mod modClrScheme chgLayout">
        <pc:chgData name="Jason Klaas" userId="11fc57db0c578e4b" providerId="LiveId" clId="{10D291D6-A315-4D34-AB61-028F8CA20A8E}" dt="2026-08-18T16:54:56.567" v="2412"/>
        <pc:sldMkLst>
          <pc:docMk/>
          <pc:sldMk cId="0" sldId="280"/>
        </pc:sldMkLst>
        <pc:spChg chg="mod">
          <ac:chgData name="Jason Klaas" userId="11fc57db0c578e4b" providerId="LiveId" clId="{10D291D6-A315-4D34-AB61-028F8CA20A8E}" dt="2026-08-18T16:53:48.422" v="2379" actId="790"/>
          <ac:spMkLst>
            <pc:docMk/>
            <pc:sldMk cId="0" sldId="280"/>
            <ac:spMk id="3" creationId="{00000000-0000-0000-0000-000000000000}"/>
          </ac:spMkLst>
        </pc:spChg>
        <pc:spChg chg="mod">
          <ac:chgData name="Jason Klaas" userId="11fc57db0c578e4b" providerId="LiveId" clId="{10D291D6-A315-4D34-AB61-028F8CA20A8E}" dt="2026-08-18T16:53:48.422" v="2379" actId="790"/>
          <ac:spMkLst>
            <pc:docMk/>
            <pc:sldMk cId="0" sldId="280"/>
            <ac:spMk id="4" creationId="{00000000-0000-0000-0000-000000000000}"/>
          </ac:spMkLst>
        </pc:spChg>
        <pc:spChg chg="mod">
          <ac:chgData name="Jason Klaas" userId="11fc57db0c578e4b" providerId="LiveId" clId="{10D291D6-A315-4D34-AB61-028F8CA20A8E}" dt="2026-08-18T16:53:48.422" v="2379" actId="790"/>
          <ac:spMkLst>
            <pc:docMk/>
            <pc:sldMk cId="0" sldId="280"/>
            <ac:spMk id="5" creationId="{00000000-0000-0000-0000-000000000000}"/>
          </ac:spMkLst>
        </pc:spChg>
        <pc:spChg chg="del mod">
          <ac:chgData name="Jason Klaas" userId="11fc57db0c578e4b" providerId="LiveId" clId="{10D291D6-A315-4D34-AB61-028F8CA20A8E}" dt="2026-08-18T15:58:29.810" v="1559" actId="478"/>
          <ac:spMkLst>
            <pc:docMk/>
            <pc:sldMk cId="0" sldId="280"/>
            <ac:spMk id="6" creationId="{00000000-0000-0000-0000-000000000000}"/>
          </ac:spMkLst>
        </pc:spChg>
        <pc:spChg chg="mod">
          <ac:chgData name="Jason Klaas" userId="11fc57db0c578e4b" providerId="LiveId" clId="{10D291D6-A315-4D34-AB61-028F8CA20A8E}" dt="2026-08-18T16:53:48.422" v="2379" actId="790"/>
          <ac:spMkLst>
            <pc:docMk/>
            <pc:sldMk cId="0" sldId="280"/>
            <ac:spMk id="7" creationId="{00000000-0000-0000-0000-000000000000}"/>
          </ac:spMkLst>
        </pc:spChg>
        <pc:spChg chg="del">
          <ac:chgData name="Jason Klaas" userId="11fc57db0c578e4b" providerId="LiveId" clId="{10D291D6-A315-4D34-AB61-028F8CA20A8E}" dt="2026-08-18T16:28:47.054" v="2116" actId="478"/>
          <ac:spMkLst>
            <pc:docMk/>
            <pc:sldMk cId="0" sldId="280"/>
            <ac:spMk id="8" creationId="{00000000-0000-0000-0000-000000000000}"/>
          </ac:spMkLst>
        </pc:spChg>
        <pc:spChg chg="mod">
          <ac:chgData name="Jason Klaas" userId="11fc57db0c578e4b" providerId="LiveId" clId="{10D291D6-A315-4D34-AB61-028F8CA20A8E}" dt="2026-08-18T16:54:56.567" v="2412"/>
          <ac:spMkLst>
            <pc:docMk/>
            <pc:sldMk cId="0" sldId="280"/>
            <ac:spMk id="9" creationId="{00000000-0000-0000-0000-000000000000}"/>
          </ac:spMkLst>
        </pc:spChg>
        <pc:spChg chg="mod">
          <ac:chgData name="Jason Klaas" userId="11fc57db0c578e4b" providerId="LiveId" clId="{10D291D6-A315-4D34-AB61-028F8CA20A8E}" dt="2026-08-16T13:42:34.984" v="1282" actId="790"/>
          <ac:spMkLst>
            <pc:docMk/>
            <pc:sldMk cId="0" sldId="280"/>
            <ac:spMk id="10" creationId="{00000000-0000-0000-0000-000000000000}"/>
          </ac:spMkLst>
        </pc:spChg>
        <pc:spChg chg="mod">
          <ac:chgData name="Jason Klaas" userId="11fc57db0c578e4b" providerId="LiveId" clId="{10D291D6-A315-4D34-AB61-028F8CA20A8E}" dt="2026-08-18T16:53:48.422" v="2379" actId="790"/>
          <ac:spMkLst>
            <pc:docMk/>
            <pc:sldMk cId="0" sldId="280"/>
            <ac:spMk id="11" creationId="{00000000-0000-0000-0000-000000000000}"/>
          </ac:spMkLst>
        </pc:spChg>
        <pc:spChg chg="mod">
          <ac:chgData name="Jason Klaas" userId="11fc57db0c578e4b" providerId="LiveId" clId="{10D291D6-A315-4D34-AB61-028F8CA20A8E}" dt="2026-08-18T16:53:48.422" v="2379" actId="790"/>
          <ac:spMkLst>
            <pc:docMk/>
            <pc:sldMk cId="0" sldId="280"/>
            <ac:spMk id="12" creationId="{00000000-0000-0000-0000-000000000000}"/>
          </ac:spMkLst>
        </pc:spChg>
        <pc:spChg chg="mod">
          <ac:chgData name="Jason Klaas" userId="11fc57db0c578e4b" providerId="LiveId" clId="{10D291D6-A315-4D34-AB61-028F8CA20A8E}" dt="2026-08-16T13:42:34.984" v="1282" actId="790"/>
          <ac:spMkLst>
            <pc:docMk/>
            <pc:sldMk cId="0" sldId="280"/>
            <ac:spMk id="13" creationId="{00000000-0000-0000-0000-000000000000}"/>
          </ac:spMkLst>
        </pc:spChg>
        <pc:spChg chg="mod">
          <ac:chgData name="Jason Klaas" userId="11fc57db0c578e4b" providerId="LiveId" clId="{10D291D6-A315-4D34-AB61-028F8CA20A8E}" dt="2026-08-18T16:53:48.422" v="2379" actId="790"/>
          <ac:spMkLst>
            <pc:docMk/>
            <pc:sldMk cId="0" sldId="280"/>
            <ac:spMk id="14" creationId="{00000000-0000-0000-0000-000000000000}"/>
          </ac:spMkLst>
        </pc:spChg>
        <pc:spChg chg="mod">
          <ac:chgData name="Jason Klaas" userId="11fc57db0c578e4b" providerId="LiveId" clId="{10D291D6-A315-4D34-AB61-028F8CA20A8E}" dt="2026-08-18T16:53:48.422" v="2379" actId="790"/>
          <ac:spMkLst>
            <pc:docMk/>
            <pc:sldMk cId="0" sldId="280"/>
            <ac:spMk id="15" creationId="{00000000-0000-0000-0000-000000000000}"/>
          </ac:spMkLst>
        </pc:spChg>
        <pc:spChg chg="add mod">
          <ac:chgData name="Jason Klaas" userId="11fc57db0c578e4b" providerId="LiveId" clId="{10D291D6-A315-4D34-AB61-028F8CA20A8E}" dt="2026-08-18T16:53:48.422" v="2379" actId="790"/>
          <ac:spMkLst>
            <pc:docMk/>
            <pc:sldMk cId="0" sldId="280"/>
            <ac:spMk id="25" creationId="{00000000-0000-0000-0000-000000000000}"/>
          </ac:spMkLst>
        </pc:spChg>
        <pc:picChg chg="add mod">
          <ac:chgData name="Jason Klaas" userId="11fc57db0c578e4b" providerId="LiveId" clId="{10D291D6-A315-4D34-AB61-028F8CA20A8E}" dt="2026-08-18T16:29:00.678" v="2121" actId="1076"/>
          <ac:picMkLst>
            <pc:docMk/>
            <pc:sldMk cId="0" sldId="280"/>
            <ac:picMk id="17" creationId="{E1D788A3-2DE9-89B4-2196-0DE85FE0320F}"/>
          </ac:picMkLst>
        </pc:picChg>
      </pc:sldChg>
      <pc:sldChg chg="addSp delSp modSp mod modClrScheme chgLayout">
        <pc:chgData name="Jason Klaas" userId="11fc57db0c578e4b" providerId="LiveId" clId="{10D291D6-A315-4D34-AB61-028F8CA20A8E}" dt="2026-08-18T16:53:48.422" v="2379" actId="790"/>
        <pc:sldMkLst>
          <pc:docMk/>
          <pc:sldMk cId="0" sldId="281"/>
        </pc:sldMkLst>
        <pc:spChg chg="mod">
          <ac:chgData name="Jason Klaas" userId="11fc57db0c578e4b" providerId="LiveId" clId="{10D291D6-A315-4D34-AB61-028F8CA20A8E}" dt="2026-08-18T16:53:48.422" v="2379" actId="790"/>
          <ac:spMkLst>
            <pc:docMk/>
            <pc:sldMk cId="0" sldId="281"/>
            <ac:spMk id="4" creationId="{00000000-0000-0000-0000-000000000000}"/>
          </ac:spMkLst>
        </pc:spChg>
        <pc:spChg chg="mod">
          <ac:chgData name="Jason Klaas" userId="11fc57db0c578e4b" providerId="LiveId" clId="{10D291D6-A315-4D34-AB61-028F8CA20A8E}" dt="2026-08-16T13:39:20.839" v="1086" actId="1076"/>
          <ac:spMkLst>
            <pc:docMk/>
            <pc:sldMk cId="0" sldId="281"/>
            <ac:spMk id="5" creationId="{00000000-0000-0000-0000-000000000000}"/>
          </ac:spMkLst>
        </pc:spChg>
        <pc:spChg chg="mod">
          <ac:chgData name="Jason Klaas" userId="11fc57db0c578e4b" providerId="LiveId" clId="{10D291D6-A315-4D34-AB61-028F8CA20A8E}" dt="2026-08-16T13:35:07.806" v="934" actId="1076"/>
          <ac:spMkLst>
            <pc:docMk/>
            <pc:sldMk cId="0" sldId="281"/>
            <ac:spMk id="6" creationId="{00000000-0000-0000-0000-000000000000}"/>
          </ac:spMkLst>
        </pc:spChg>
        <pc:spChg chg="mod">
          <ac:chgData name="Jason Klaas" userId="11fc57db0c578e4b" providerId="LiveId" clId="{10D291D6-A315-4D34-AB61-028F8CA20A8E}" dt="2026-08-18T16:53:48.422" v="2379" actId="790"/>
          <ac:spMkLst>
            <pc:docMk/>
            <pc:sldMk cId="0" sldId="281"/>
            <ac:spMk id="10" creationId="{9B6E393F-378E-69B1-7C29-C4700854A888}"/>
          </ac:spMkLst>
        </pc:spChg>
        <pc:spChg chg="mod">
          <ac:chgData name="Jason Klaas" userId="11fc57db0c578e4b" providerId="LiveId" clId="{10D291D6-A315-4D34-AB61-028F8CA20A8E}" dt="2026-08-16T13:33:37.469" v="863" actId="790"/>
          <ac:spMkLst>
            <pc:docMk/>
            <pc:sldMk cId="0" sldId="281"/>
            <ac:spMk id="19" creationId="{00000000-0000-0000-0000-000000000000}"/>
          </ac:spMkLst>
        </pc:spChg>
        <pc:spChg chg="mod">
          <ac:chgData name="Jason Klaas" userId="11fc57db0c578e4b" providerId="LiveId" clId="{10D291D6-A315-4D34-AB61-028F8CA20A8E}" dt="2026-08-18T16:53:48.422" v="2379" actId="790"/>
          <ac:spMkLst>
            <pc:docMk/>
            <pc:sldMk cId="0" sldId="281"/>
            <ac:spMk id="22" creationId="{00000000-0000-0000-0000-000000000000}"/>
          </ac:spMkLst>
        </pc:spChg>
        <pc:spChg chg="mod">
          <ac:chgData name="Jason Klaas" userId="11fc57db0c578e4b" providerId="LiveId" clId="{10D291D6-A315-4D34-AB61-028F8CA20A8E}" dt="2026-08-18T16:53:48.422" v="2379" actId="790"/>
          <ac:spMkLst>
            <pc:docMk/>
            <pc:sldMk cId="0" sldId="281"/>
            <ac:spMk id="23" creationId="{00000000-0000-0000-0000-000000000000}"/>
          </ac:spMkLst>
        </pc:spChg>
        <pc:spChg chg="mod">
          <ac:chgData name="Jason Klaas" userId="11fc57db0c578e4b" providerId="LiveId" clId="{10D291D6-A315-4D34-AB61-028F8CA20A8E}" dt="2026-08-18T16:53:48.422" v="2379" actId="790"/>
          <ac:spMkLst>
            <pc:docMk/>
            <pc:sldMk cId="0" sldId="281"/>
            <ac:spMk id="24" creationId="{00000000-0000-0000-0000-000000000000}"/>
          </ac:spMkLst>
        </pc:spChg>
        <pc:spChg chg="mod">
          <ac:chgData name="Jason Klaas" userId="11fc57db0c578e4b" providerId="LiveId" clId="{10D291D6-A315-4D34-AB61-028F8CA20A8E}" dt="2026-08-18T16:53:48.422" v="2379" actId="790"/>
          <ac:spMkLst>
            <pc:docMk/>
            <pc:sldMk cId="0" sldId="281"/>
            <ac:spMk id="25" creationId="{00000000-0000-0000-0000-000000000000}"/>
          </ac:spMkLst>
        </pc:spChg>
        <pc:spChg chg="add mod">
          <ac:chgData name="Jason Klaas" userId="11fc57db0c578e4b" providerId="LiveId" clId="{10D291D6-A315-4D34-AB61-028F8CA20A8E}" dt="2026-08-18T16:53:48.422" v="2379" actId="790"/>
          <ac:spMkLst>
            <pc:docMk/>
            <pc:sldMk cId="0" sldId="281"/>
            <ac:spMk id="26" creationId="{00000000-0000-0000-0000-000000000000}"/>
          </ac:spMkLst>
        </pc:spChg>
        <pc:spChg chg="add mod">
          <ac:chgData name="Jason Klaas" userId="11fc57db0c578e4b" providerId="LiveId" clId="{10D291D6-A315-4D34-AB61-028F8CA20A8E}" dt="2026-08-18T16:53:48.422" v="2379" actId="790"/>
          <ac:spMkLst>
            <pc:docMk/>
            <pc:sldMk cId="0" sldId="281"/>
            <ac:spMk id="28" creationId="{72EB94EC-E4BB-EA34-82F2-09067D9C053C}"/>
          </ac:spMkLst>
        </pc:spChg>
        <pc:spChg chg="add mod">
          <ac:chgData name="Jason Klaas" userId="11fc57db0c578e4b" providerId="LiveId" clId="{10D291D6-A315-4D34-AB61-028F8CA20A8E}" dt="2026-08-18T16:53:48.422" v="2379" actId="790"/>
          <ac:spMkLst>
            <pc:docMk/>
            <pc:sldMk cId="0" sldId="281"/>
            <ac:spMk id="30" creationId="{6BD44CDC-7D55-B037-B539-5D8EB0F18AC9}"/>
          </ac:spMkLst>
        </pc:spChg>
        <pc:spChg chg="add mod">
          <ac:chgData name="Jason Klaas" userId="11fc57db0c578e4b" providerId="LiveId" clId="{10D291D6-A315-4D34-AB61-028F8CA20A8E}" dt="2026-08-18T16:53:48.422" v="2379" actId="790"/>
          <ac:spMkLst>
            <pc:docMk/>
            <pc:sldMk cId="0" sldId="281"/>
            <ac:spMk id="31" creationId="{19FFD66F-FAB4-6A14-9265-36CD97873142}"/>
          </ac:spMkLst>
        </pc:spChg>
        <pc:spChg chg="add mod">
          <ac:chgData name="Jason Klaas" userId="11fc57db0c578e4b" providerId="LiveId" clId="{10D291D6-A315-4D34-AB61-028F8CA20A8E}" dt="2026-08-16T13:42:34.984" v="1282" actId="790"/>
          <ac:spMkLst>
            <pc:docMk/>
            <pc:sldMk cId="0" sldId="281"/>
            <ac:spMk id="51" creationId="{1B8A9E1F-1AE7-D5F7-6B9C-5AB7DC7CD2D9}"/>
          </ac:spMkLst>
        </pc:spChg>
        <pc:spChg chg="add mod">
          <ac:chgData name="Jason Klaas" userId="11fc57db0c578e4b" providerId="LiveId" clId="{10D291D6-A315-4D34-AB61-028F8CA20A8E}" dt="2026-08-16T13:42:34.984" v="1282" actId="790"/>
          <ac:spMkLst>
            <pc:docMk/>
            <pc:sldMk cId="0" sldId="281"/>
            <ac:spMk id="53" creationId="{00ED9A63-4786-BAA5-1E8B-18BB9365FF0C}"/>
          </ac:spMkLst>
        </pc:spChg>
        <pc:spChg chg="add mod">
          <ac:chgData name="Jason Klaas" userId="11fc57db0c578e4b" providerId="LiveId" clId="{10D291D6-A315-4D34-AB61-028F8CA20A8E}" dt="2026-08-16T13:36:46.084" v="950" actId="207"/>
          <ac:spMkLst>
            <pc:docMk/>
            <pc:sldMk cId="0" sldId="281"/>
            <ac:spMk id="55" creationId="{7EA02FC9-342C-B616-0F79-E28F159A5009}"/>
          </ac:spMkLst>
        </pc:spChg>
        <pc:spChg chg="add mod">
          <ac:chgData name="Jason Klaas" userId="11fc57db0c578e4b" providerId="LiveId" clId="{10D291D6-A315-4D34-AB61-028F8CA20A8E}" dt="2026-08-16T13:40:09.113" v="1090" actId="1076"/>
          <ac:spMkLst>
            <pc:docMk/>
            <pc:sldMk cId="0" sldId="281"/>
            <ac:spMk id="57" creationId="{AD4C937C-4444-AE09-4C6F-B58A2D5AD980}"/>
          </ac:spMkLst>
        </pc:spChg>
        <pc:spChg chg="add mod">
          <ac:chgData name="Jason Klaas" userId="11fc57db0c578e4b" providerId="LiveId" clId="{10D291D6-A315-4D34-AB61-028F8CA20A8E}" dt="2026-08-16T13:42:34.984" v="1282" actId="790"/>
          <ac:spMkLst>
            <pc:docMk/>
            <pc:sldMk cId="0" sldId="281"/>
            <ac:spMk id="61" creationId="{CB4E24DD-DD3A-0C19-69F0-1D7D6247BC81}"/>
          </ac:spMkLst>
        </pc:spChg>
        <pc:cxnChg chg="add mod">
          <ac:chgData name="Jason Klaas" userId="11fc57db0c578e4b" providerId="LiveId" clId="{10D291D6-A315-4D34-AB61-028F8CA20A8E}" dt="2026-08-16T13:38:32.250" v="1053" actId="14100"/>
          <ac:cxnSpMkLst>
            <pc:docMk/>
            <pc:sldMk cId="0" sldId="281"/>
            <ac:cxnSpMk id="59" creationId="{F0F36A61-1A68-3CA0-C107-6EBEAF8C8F2F}"/>
          </ac:cxnSpMkLst>
        </pc:cxnChg>
      </pc:sldChg>
      <pc:sldChg chg="addSp delSp modSp mod ord modClrScheme chgLayout">
        <pc:chgData name="Jason Klaas" userId="11fc57db0c578e4b" providerId="LiveId" clId="{10D291D6-A315-4D34-AB61-028F8CA20A8E}" dt="2026-08-18T16:54:27.264" v="2411" actId="20577"/>
        <pc:sldMkLst>
          <pc:docMk/>
          <pc:sldMk cId="0" sldId="282"/>
        </pc:sldMkLst>
        <pc:spChg chg="mod">
          <ac:chgData name="Jason Klaas" userId="11fc57db0c578e4b" providerId="LiveId" clId="{10D291D6-A315-4D34-AB61-028F8CA20A8E}" dt="2026-08-18T16:54:27.264" v="2411" actId="20577"/>
          <ac:spMkLst>
            <pc:docMk/>
            <pc:sldMk cId="0" sldId="282"/>
            <ac:spMk id="3" creationId="{00000000-0000-0000-0000-000000000000}"/>
          </ac:spMkLst>
        </pc:spChg>
        <pc:spChg chg="mod">
          <ac:chgData name="Jason Klaas" userId="11fc57db0c578e4b" providerId="LiveId" clId="{10D291D6-A315-4D34-AB61-028F8CA20A8E}" dt="2026-08-18T16:47:45.272" v="2349" actId="14100"/>
          <ac:spMkLst>
            <pc:docMk/>
            <pc:sldMk cId="0" sldId="282"/>
            <ac:spMk id="4" creationId="{00000000-0000-0000-0000-000000000000}"/>
          </ac:spMkLst>
        </pc:spChg>
        <pc:spChg chg="mod">
          <ac:chgData name="Jason Klaas" userId="11fc57db0c578e4b" providerId="LiveId" clId="{10D291D6-A315-4D34-AB61-028F8CA20A8E}" dt="2026-08-18T16:34:19.634" v="2188" actId="14100"/>
          <ac:spMkLst>
            <pc:docMk/>
            <pc:sldMk cId="0" sldId="282"/>
            <ac:spMk id="5" creationId="{00000000-0000-0000-0000-000000000000}"/>
          </ac:spMkLst>
        </pc:spChg>
        <pc:spChg chg="del">
          <ac:chgData name="Jason Klaas" userId="11fc57db0c578e4b" providerId="LiveId" clId="{10D291D6-A315-4D34-AB61-028F8CA20A8E}" dt="2026-08-18T16:31:41.837" v="2166" actId="478"/>
          <ac:spMkLst>
            <pc:docMk/>
            <pc:sldMk cId="0" sldId="282"/>
            <ac:spMk id="6" creationId="{00000000-0000-0000-0000-000000000000}"/>
          </ac:spMkLst>
        </pc:spChg>
        <pc:spChg chg="del mod">
          <ac:chgData name="Jason Klaas" userId="11fc57db0c578e4b" providerId="LiveId" clId="{10D291D6-A315-4D34-AB61-028F8CA20A8E}" dt="2026-08-18T16:31:42.917" v="2167" actId="478"/>
          <ac:spMkLst>
            <pc:docMk/>
            <pc:sldMk cId="0" sldId="282"/>
            <ac:spMk id="7" creationId="{00000000-0000-0000-0000-000000000000}"/>
          </ac:spMkLst>
        </pc:spChg>
        <pc:spChg chg="del mod">
          <ac:chgData name="Jason Klaas" userId="11fc57db0c578e4b" providerId="LiveId" clId="{10D291D6-A315-4D34-AB61-028F8CA20A8E}" dt="2026-08-18T16:31:45.014" v="2168" actId="478"/>
          <ac:spMkLst>
            <pc:docMk/>
            <pc:sldMk cId="0" sldId="282"/>
            <ac:spMk id="8" creationId="{00000000-0000-0000-0000-000000000000}"/>
          </ac:spMkLst>
        </pc:spChg>
        <pc:spChg chg="del mod">
          <ac:chgData name="Jason Klaas" userId="11fc57db0c578e4b" providerId="LiveId" clId="{10D291D6-A315-4D34-AB61-028F8CA20A8E}" dt="2026-08-18T16:31:46.862" v="2169" actId="478"/>
          <ac:spMkLst>
            <pc:docMk/>
            <pc:sldMk cId="0" sldId="282"/>
            <ac:spMk id="9" creationId="{00000000-0000-0000-0000-000000000000}"/>
          </ac:spMkLst>
        </pc:spChg>
        <pc:spChg chg="mod">
          <ac:chgData name="Jason Klaas" userId="11fc57db0c578e4b" providerId="LiveId" clId="{10D291D6-A315-4D34-AB61-028F8CA20A8E}" dt="2026-08-16T13:42:34.984" v="1282" actId="790"/>
          <ac:spMkLst>
            <pc:docMk/>
            <pc:sldMk cId="0" sldId="282"/>
            <ac:spMk id="10" creationId="{00000000-0000-0000-0000-000000000000}"/>
          </ac:spMkLst>
        </pc:spChg>
        <pc:spChg chg="mod">
          <ac:chgData name="Jason Klaas" userId="11fc57db0c578e4b" providerId="LiveId" clId="{10D291D6-A315-4D34-AB61-028F8CA20A8E}" dt="2026-08-16T13:42:34.984" v="1282" actId="790"/>
          <ac:spMkLst>
            <pc:docMk/>
            <pc:sldMk cId="0" sldId="282"/>
            <ac:spMk id="11" creationId="{00000000-0000-0000-0000-000000000000}"/>
          </ac:spMkLst>
        </pc:spChg>
        <pc:spChg chg="mod">
          <ac:chgData name="Jason Klaas" userId="11fc57db0c578e4b" providerId="LiveId" clId="{10D291D6-A315-4D34-AB61-028F8CA20A8E}" dt="2026-08-16T13:42:34.984" v="1282" actId="790"/>
          <ac:spMkLst>
            <pc:docMk/>
            <pc:sldMk cId="0" sldId="282"/>
            <ac:spMk id="12" creationId="{00000000-0000-0000-0000-000000000000}"/>
          </ac:spMkLst>
        </pc:spChg>
        <pc:spChg chg="mod">
          <ac:chgData name="Jason Klaas" userId="11fc57db0c578e4b" providerId="LiveId" clId="{10D291D6-A315-4D34-AB61-028F8CA20A8E}" dt="2026-08-18T16:53:55.712" v="2380" actId="790"/>
          <ac:spMkLst>
            <pc:docMk/>
            <pc:sldMk cId="0" sldId="282"/>
            <ac:spMk id="13" creationId="{00000000-0000-0000-0000-000000000000}"/>
          </ac:spMkLst>
        </pc:spChg>
        <pc:spChg chg="mod">
          <ac:chgData name="Jason Klaas" userId="11fc57db0c578e4b" providerId="LiveId" clId="{10D291D6-A315-4D34-AB61-028F8CA20A8E}" dt="2026-08-18T16:53:55.712" v="2380" actId="790"/>
          <ac:spMkLst>
            <pc:docMk/>
            <pc:sldMk cId="0" sldId="282"/>
            <ac:spMk id="14" creationId="{00000000-0000-0000-0000-000000000000}"/>
          </ac:spMkLst>
        </pc:spChg>
        <pc:spChg chg="mod">
          <ac:chgData name="Jason Klaas" userId="11fc57db0c578e4b" providerId="LiveId" clId="{10D291D6-A315-4D34-AB61-028F8CA20A8E}" dt="2026-08-16T13:42:34.984" v="1282" actId="790"/>
          <ac:spMkLst>
            <pc:docMk/>
            <pc:sldMk cId="0" sldId="282"/>
            <ac:spMk id="15" creationId="{00000000-0000-0000-0000-000000000000}"/>
          </ac:spMkLst>
        </pc:spChg>
        <pc:spChg chg="mod">
          <ac:chgData name="Jason Klaas" userId="11fc57db0c578e4b" providerId="LiveId" clId="{10D291D6-A315-4D34-AB61-028F8CA20A8E}" dt="2026-08-16T13:42:34.984" v="1282" actId="790"/>
          <ac:spMkLst>
            <pc:docMk/>
            <pc:sldMk cId="0" sldId="282"/>
            <ac:spMk id="16" creationId="{00000000-0000-0000-0000-000000000000}"/>
          </ac:spMkLst>
        </pc:spChg>
        <pc:spChg chg="add mod">
          <ac:chgData name="Jason Klaas" userId="11fc57db0c578e4b" providerId="LiveId" clId="{10D291D6-A315-4D34-AB61-028F8CA20A8E}" dt="2026-08-18T16:53:55.712" v="2380" actId="790"/>
          <ac:spMkLst>
            <pc:docMk/>
            <pc:sldMk cId="0" sldId="282"/>
            <ac:spMk id="18" creationId="{14FD3505-4453-3695-07DA-ECD20C2AFFE4}"/>
          </ac:spMkLst>
        </pc:spChg>
        <pc:spChg chg="add mod">
          <ac:chgData name="Jason Klaas" userId="11fc57db0c578e4b" providerId="LiveId" clId="{10D291D6-A315-4D34-AB61-028F8CA20A8E}" dt="2026-08-18T16:32:05.950" v="2173" actId="1076"/>
          <ac:spMkLst>
            <pc:docMk/>
            <pc:sldMk cId="0" sldId="282"/>
            <ac:spMk id="20" creationId="{D53F8520-F1CC-49B1-DADF-44550777880D}"/>
          </ac:spMkLst>
        </pc:spChg>
        <pc:spChg chg="add mod">
          <ac:chgData name="Jason Klaas" userId="11fc57db0c578e4b" providerId="LiveId" clId="{10D291D6-A315-4D34-AB61-028F8CA20A8E}" dt="2026-08-18T16:41:09.217" v="2219" actId="1076"/>
          <ac:spMkLst>
            <pc:docMk/>
            <pc:sldMk cId="0" sldId="282"/>
            <ac:spMk id="22" creationId="{16D270F9-CB21-E057-526E-F4DD4E0F3CDB}"/>
          </ac:spMkLst>
        </pc:spChg>
        <pc:spChg chg="add mod">
          <ac:chgData name="Jason Klaas" userId="11fc57db0c578e4b" providerId="LiveId" clId="{10D291D6-A315-4D34-AB61-028F8CA20A8E}" dt="2026-08-18T16:53:55.712" v="2380" actId="790"/>
          <ac:spMkLst>
            <pc:docMk/>
            <pc:sldMk cId="0" sldId="282"/>
            <ac:spMk id="24" creationId="{53AE4957-A8D6-E1AF-D0D6-3BE0B2575DA9}"/>
          </ac:spMkLst>
        </pc:spChg>
        <pc:spChg chg="add mod">
          <ac:chgData name="Jason Klaas" userId="11fc57db0c578e4b" providerId="LiveId" clId="{10D291D6-A315-4D34-AB61-028F8CA20A8E}" dt="2026-08-18T16:53:55.712" v="2380" actId="790"/>
          <ac:spMkLst>
            <pc:docMk/>
            <pc:sldMk cId="0" sldId="282"/>
            <ac:spMk id="25" creationId="{00000000-0000-0000-0000-000000000000}"/>
          </ac:spMkLst>
        </pc:spChg>
        <pc:spChg chg="add mod">
          <ac:chgData name="Jason Klaas" userId="11fc57db0c578e4b" providerId="LiveId" clId="{10D291D6-A315-4D34-AB61-028F8CA20A8E}" dt="2026-08-18T16:54:12.775" v="2394" actId="1076"/>
          <ac:spMkLst>
            <pc:docMk/>
            <pc:sldMk cId="0" sldId="282"/>
            <ac:spMk id="27" creationId="{7613CE08-3A7D-58DB-CE3F-C478F68D7E90}"/>
          </ac:spMkLst>
        </pc:spChg>
        <pc:spChg chg="add mod">
          <ac:chgData name="Jason Klaas" userId="11fc57db0c578e4b" providerId="LiveId" clId="{10D291D6-A315-4D34-AB61-028F8CA20A8E}" dt="2026-08-18T16:53:55.712" v="2380" actId="790"/>
          <ac:spMkLst>
            <pc:docMk/>
            <pc:sldMk cId="0" sldId="282"/>
            <ac:spMk id="29" creationId="{2C4CC1B3-E0A5-DD14-6729-3E8DE99DDEB6}"/>
          </ac:spMkLst>
        </pc:spChg>
        <pc:spChg chg="add mod">
          <ac:chgData name="Jason Klaas" userId="11fc57db0c578e4b" providerId="LiveId" clId="{10D291D6-A315-4D34-AB61-028F8CA20A8E}" dt="2026-08-18T16:46:26.093" v="2329" actId="1076"/>
          <ac:spMkLst>
            <pc:docMk/>
            <pc:sldMk cId="0" sldId="282"/>
            <ac:spMk id="31" creationId="{177A383A-C31B-5925-5BFF-5858AF7F10AF}"/>
          </ac:spMkLst>
        </pc:spChg>
        <pc:spChg chg="add mod">
          <ac:chgData name="Jason Klaas" userId="11fc57db0c578e4b" providerId="LiveId" clId="{10D291D6-A315-4D34-AB61-028F8CA20A8E}" dt="2026-08-18T16:46:26.093" v="2329" actId="1076"/>
          <ac:spMkLst>
            <pc:docMk/>
            <pc:sldMk cId="0" sldId="282"/>
            <ac:spMk id="33" creationId="{D0A3CD7D-4F09-B239-C076-396D821EEF33}"/>
          </ac:spMkLst>
        </pc:spChg>
        <pc:spChg chg="add mod">
          <ac:chgData name="Jason Klaas" userId="11fc57db0c578e4b" providerId="LiveId" clId="{10D291D6-A315-4D34-AB61-028F8CA20A8E}" dt="2026-08-18T16:53:55.712" v="2380" actId="790"/>
          <ac:spMkLst>
            <pc:docMk/>
            <pc:sldMk cId="0" sldId="282"/>
            <ac:spMk id="35" creationId="{377B7D1B-889D-357E-7CAA-7A8D77695979}"/>
          </ac:spMkLst>
        </pc:spChg>
        <pc:spChg chg="add mod">
          <ac:chgData name="Jason Klaas" userId="11fc57db0c578e4b" providerId="LiveId" clId="{10D291D6-A315-4D34-AB61-028F8CA20A8E}" dt="2026-08-18T16:53:55.712" v="2380" actId="790"/>
          <ac:spMkLst>
            <pc:docMk/>
            <pc:sldMk cId="0" sldId="282"/>
            <ac:spMk id="37" creationId="{CC054294-19E0-0067-47E7-3F2D933C45FC}"/>
          </ac:spMkLst>
        </pc:spChg>
        <pc:spChg chg="add mod">
          <ac:chgData name="Jason Klaas" userId="11fc57db0c578e4b" providerId="LiveId" clId="{10D291D6-A315-4D34-AB61-028F8CA20A8E}" dt="2026-08-18T16:53:55.712" v="2380" actId="790"/>
          <ac:spMkLst>
            <pc:docMk/>
            <pc:sldMk cId="0" sldId="282"/>
            <ac:spMk id="39" creationId="{ABEEB7DB-1CF6-C768-1275-CE5E79E3D829}"/>
          </ac:spMkLst>
        </pc:spChg>
        <pc:spChg chg="add mod">
          <ac:chgData name="Jason Klaas" userId="11fc57db0c578e4b" providerId="LiveId" clId="{10D291D6-A315-4D34-AB61-028F8CA20A8E}" dt="2026-08-18T16:46:16.687" v="2328" actId="20577"/>
          <ac:spMkLst>
            <pc:docMk/>
            <pc:sldMk cId="0" sldId="282"/>
            <ac:spMk id="41" creationId="{DD913CB3-0490-F359-59DC-68628A8D5F22}"/>
          </ac:spMkLst>
        </pc:spChg>
        <pc:spChg chg="add mod">
          <ac:chgData name="Jason Klaas" userId="11fc57db0c578e4b" providerId="LiveId" clId="{10D291D6-A315-4D34-AB61-028F8CA20A8E}" dt="2026-08-18T16:48:42.866" v="2357" actId="1076"/>
          <ac:spMkLst>
            <pc:docMk/>
            <pc:sldMk cId="0" sldId="282"/>
            <ac:spMk id="45" creationId="{1FC90915-F940-8ECA-CEFA-3E35E8474DC7}"/>
          </ac:spMkLst>
        </pc:spChg>
        <pc:spChg chg="add mod">
          <ac:chgData name="Jason Klaas" userId="11fc57db0c578e4b" providerId="LiveId" clId="{10D291D6-A315-4D34-AB61-028F8CA20A8E}" dt="2026-08-18T16:48:46.914" v="2358" actId="1076"/>
          <ac:spMkLst>
            <pc:docMk/>
            <pc:sldMk cId="0" sldId="282"/>
            <ac:spMk id="47" creationId="{02A117D2-1461-5144-E759-94A9F6A4CE33}"/>
          </ac:spMkLst>
        </pc:spChg>
        <pc:cxnChg chg="add del">
          <ac:chgData name="Jason Klaas" userId="11fc57db0c578e4b" providerId="LiveId" clId="{10D291D6-A315-4D34-AB61-028F8CA20A8E}" dt="2026-08-18T16:47:05.215" v="2332" actId="478"/>
          <ac:cxnSpMkLst>
            <pc:docMk/>
            <pc:sldMk cId="0" sldId="282"/>
            <ac:cxnSpMk id="43" creationId="{6C1C3AA1-520E-7DB7-1873-AA7D353BFB66}"/>
          </ac:cxnSpMkLst>
        </pc:cxnChg>
        <pc:cxnChg chg="add del mod">
          <ac:chgData name="Jason Klaas" userId="11fc57db0c578e4b" providerId="LiveId" clId="{10D291D6-A315-4D34-AB61-028F8CA20A8E}" dt="2026-08-18T16:48:07.098" v="2352" actId="478"/>
          <ac:cxnSpMkLst>
            <pc:docMk/>
            <pc:sldMk cId="0" sldId="282"/>
            <ac:cxnSpMk id="49" creationId="{674DBB65-62EF-BD79-94CE-643132D3D1B5}"/>
          </ac:cxnSpMkLst>
        </pc:cxnChg>
        <pc:cxnChg chg="add mod">
          <ac:chgData name="Jason Klaas" userId="11fc57db0c578e4b" providerId="LiveId" clId="{10D291D6-A315-4D34-AB61-028F8CA20A8E}" dt="2026-08-18T16:48:26.346" v="2356" actId="14100"/>
          <ac:cxnSpMkLst>
            <pc:docMk/>
            <pc:sldMk cId="0" sldId="282"/>
            <ac:cxnSpMk id="51" creationId="{9767CB17-EDD5-DBD1-3660-3F5861D6F87E}"/>
          </ac:cxnSpMkLst>
        </pc:cxnChg>
        <pc:cxnChg chg="add del mod">
          <ac:chgData name="Jason Klaas" userId="11fc57db0c578e4b" providerId="LiveId" clId="{10D291D6-A315-4D34-AB61-028F8CA20A8E}" dt="2026-08-18T16:49:07.436" v="2360" actId="478"/>
          <ac:cxnSpMkLst>
            <pc:docMk/>
            <pc:sldMk cId="0" sldId="282"/>
            <ac:cxnSpMk id="54" creationId="{E03C6F16-6B14-BF42-127F-23BFF8F266CF}"/>
          </ac:cxnSpMkLst>
        </pc:cxnChg>
        <pc:cxnChg chg="add mod">
          <ac:chgData name="Jason Klaas" userId="11fc57db0c578e4b" providerId="LiveId" clId="{10D291D6-A315-4D34-AB61-028F8CA20A8E}" dt="2026-08-18T16:49:22.741" v="2362" actId="208"/>
          <ac:cxnSpMkLst>
            <pc:docMk/>
            <pc:sldMk cId="0" sldId="282"/>
            <ac:cxnSpMk id="56" creationId="{BC3ECDCF-E1B4-A782-5D6A-11AF771E691B}"/>
          </ac:cxnSpMkLst>
        </pc:cxnChg>
        <pc:cxnChg chg="add mod">
          <ac:chgData name="Jason Klaas" userId="11fc57db0c578e4b" providerId="LiveId" clId="{10D291D6-A315-4D34-AB61-028F8CA20A8E}" dt="2026-08-18T16:49:45.190" v="2364" actId="208"/>
          <ac:cxnSpMkLst>
            <pc:docMk/>
            <pc:sldMk cId="0" sldId="282"/>
            <ac:cxnSpMk id="58" creationId="{F9212D8D-70D9-35A9-24C6-FC2FFA1A9967}"/>
          </ac:cxnSpMkLst>
        </pc:cxnChg>
        <pc:cxnChg chg="add mod">
          <ac:chgData name="Jason Klaas" userId="11fc57db0c578e4b" providerId="LiveId" clId="{10D291D6-A315-4D34-AB61-028F8CA20A8E}" dt="2026-08-18T16:50:03.671" v="2366" actId="208"/>
          <ac:cxnSpMkLst>
            <pc:docMk/>
            <pc:sldMk cId="0" sldId="282"/>
            <ac:cxnSpMk id="60" creationId="{A277C319-9DF0-D8F3-F139-127BE6A5476B}"/>
          </ac:cxnSpMkLst>
        </pc:cxnChg>
        <pc:cxnChg chg="add del mod">
          <ac:chgData name="Jason Klaas" userId="11fc57db0c578e4b" providerId="LiveId" clId="{10D291D6-A315-4D34-AB61-028F8CA20A8E}" dt="2026-08-18T16:50:25.743" v="2369" actId="478"/>
          <ac:cxnSpMkLst>
            <pc:docMk/>
            <pc:sldMk cId="0" sldId="282"/>
            <ac:cxnSpMk id="62" creationId="{614C23BD-E754-957C-7472-585A49A6B4C3}"/>
          </ac:cxnSpMkLst>
        </pc:cxnChg>
        <pc:cxnChg chg="add mod">
          <ac:chgData name="Jason Klaas" userId="11fc57db0c578e4b" providerId="LiveId" clId="{10D291D6-A315-4D34-AB61-028F8CA20A8E}" dt="2026-08-18T16:50:38.616" v="2371" actId="208"/>
          <ac:cxnSpMkLst>
            <pc:docMk/>
            <pc:sldMk cId="0" sldId="282"/>
            <ac:cxnSpMk id="65" creationId="{85F5F83B-9EE0-2619-4BA6-1F76F15A4932}"/>
          </ac:cxnSpMkLst>
        </pc:cxnChg>
        <pc:cxnChg chg="add mod">
          <ac:chgData name="Jason Klaas" userId="11fc57db0c578e4b" providerId="LiveId" clId="{10D291D6-A315-4D34-AB61-028F8CA20A8E}" dt="2026-08-18T16:50:51.720" v="2373" actId="208"/>
          <ac:cxnSpMkLst>
            <pc:docMk/>
            <pc:sldMk cId="0" sldId="282"/>
            <ac:cxnSpMk id="67" creationId="{6A6B136D-5170-6D43-3C99-B54B5ADEA5CF}"/>
          </ac:cxnSpMkLst>
        </pc:cxnChg>
      </pc:sldChg>
      <pc:sldChg chg="modSp mod modClrScheme chgLayout">
        <pc:chgData name="Jason Klaas" userId="11fc57db0c578e4b" providerId="LiveId" clId="{10D291D6-A315-4D34-AB61-028F8CA20A8E}" dt="2026-08-18T16:53:48.422" v="2379" actId="790"/>
        <pc:sldMkLst>
          <pc:docMk/>
          <pc:sldMk cId="0" sldId="283"/>
        </pc:sldMkLst>
        <pc:spChg chg="mod">
          <ac:chgData name="Jason Klaas" userId="11fc57db0c578e4b" providerId="LiveId" clId="{10D291D6-A315-4D34-AB61-028F8CA20A8E}" dt="2026-08-18T16:53:48.422" v="2379" actId="790"/>
          <ac:spMkLst>
            <pc:docMk/>
            <pc:sldMk cId="0" sldId="283"/>
            <ac:spMk id="3" creationId="{00000000-0000-0000-0000-000000000000}"/>
          </ac:spMkLst>
        </pc:spChg>
        <pc:spChg chg="mod">
          <ac:chgData name="Jason Klaas" userId="11fc57db0c578e4b" providerId="LiveId" clId="{10D291D6-A315-4D34-AB61-028F8CA20A8E}" dt="2026-08-18T16:53:48.422" v="2379" actId="790"/>
          <ac:spMkLst>
            <pc:docMk/>
            <pc:sldMk cId="0" sldId="283"/>
            <ac:spMk id="5" creationId="{00000000-0000-0000-0000-000000000000}"/>
          </ac:spMkLst>
        </pc:spChg>
        <pc:spChg chg="mod">
          <ac:chgData name="Jason Klaas" userId="11fc57db0c578e4b" providerId="LiveId" clId="{10D291D6-A315-4D34-AB61-028F8CA20A8E}" dt="2026-08-18T16:53:48.422" v="2379" actId="790"/>
          <ac:spMkLst>
            <pc:docMk/>
            <pc:sldMk cId="0" sldId="283"/>
            <ac:spMk id="6" creationId="{00000000-0000-0000-0000-000000000000}"/>
          </ac:spMkLst>
        </pc:spChg>
        <pc:spChg chg="mod">
          <ac:chgData name="Jason Klaas" userId="11fc57db0c578e4b" providerId="LiveId" clId="{10D291D6-A315-4D34-AB61-028F8CA20A8E}" dt="2026-08-18T16:53:48.422" v="2379" actId="790"/>
          <ac:spMkLst>
            <pc:docMk/>
            <pc:sldMk cId="0" sldId="283"/>
            <ac:spMk id="7" creationId="{00000000-0000-0000-0000-000000000000}"/>
          </ac:spMkLst>
        </pc:spChg>
        <pc:spChg chg="mod">
          <ac:chgData name="Jason Klaas" userId="11fc57db0c578e4b" providerId="LiveId" clId="{10D291D6-A315-4D34-AB61-028F8CA20A8E}" dt="2026-08-18T16:53:48.422" v="2379" actId="790"/>
          <ac:spMkLst>
            <pc:docMk/>
            <pc:sldMk cId="0" sldId="283"/>
            <ac:spMk id="8" creationId="{00000000-0000-0000-0000-000000000000}"/>
          </ac:spMkLst>
        </pc:spChg>
        <pc:spChg chg="mod">
          <ac:chgData name="Jason Klaas" userId="11fc57db0c578e4b" providerId="LiveId" clId="{10D291D6-A315-4D34-AB61-028F8CA20A8E}" dt="2026-08-18T16:53:48.422" v="2379" actId="790"/>
          <ac:spMkLst>
            <pc:docMk/>
            <pc:sldMk cId="0" sldId="283"/>
            <ac:spMk id="15" creationId="{00000000-0000-0000-0000-000000000000}"/>
          </ac:spMkLst>
        </pc:spChg>
        <pc:spChg chg="mod">
          <ac:chgData name="Jason Klaas" userId="11fc57db0c578e4b" providerId="LiveId" clId="{10D291D6-A315-4D34-AB61-028F8CA20A8E}" dt="2026-08-18T16:53:48.422" v="2379" actId="790"/>
          <ac:spMkLst>
            <pc:docMk/>
            <pc:sldMk cId="0" sldId="283"/>
            <ac:spMk id="18" creationId="{00000000-0000-0000-0000-000000000000}"/>
          </ac:spMkLst>
        </pc:spChg>
        <pc:spChg chg="mod">
          <ac:chgData name="Jason Klaas" userId="11fc57db0c578e4b" providerId="LiveId" clId="{10D291D6-A315-4D34-AB61-028F8CA20A8E}" dt="2026-08-18T16:53:48.422" v="2379" actId="790"/>
          <ac:spMkLst>
            <pc:docMk/>
            <pc:sldMk cId="0" sldId="283"/>
            <ac:spMk id="19" creationId="{00000000-0000-0000-0000-000000000000}"/>
          </ac:spMkLst>
        </pc:spChg>
        <pc:spChg chg="add mod">
          <ac:chgData name="Jason Klaas" userId="11fc57db0c578e4b" providerId="LiveId" clId="{10D291D6-A315-4D34-AB61-028F8CA20A8E}" dt="2026-08-18T16:53:48.422" v="2379" actId="790"/>
          <ac:spMkLst>
            <pc:docMk/>
            <pc:sldMk cId="0" sldId="283"/>
            <ac:spMk id="27" creationId="{00000000-0000-0000-0000-000000000000}"/>
          </ac:spMkLst>
        </pc:spChg>
        <pc:spChg chg="mod">
          <ac:chgData name="Jason Klaas" userId="11fc57db0c578e4b" providerId="LiveId" clId="{10D291D6-A315-4D34-AB61-028F8CA20A8E}" dt="2026-08-18T16:53:48.422" v="2379" actId="790"/>
          <ac:spMkLst>
            <pc:docMk/>
            <pc:sldMk cId="0" sldId="283"/>
            <ac:spMk id="29"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84"/>
        </pc:sldMkLst>
        <pc:spChg chg="mod">
          <ac:chgData name="Jason Klaas" userId="11fc57db0c578e4b" providerId="LiveId" clId="{10D291D6-A315-4D34-AB61-028F8CA20A8E}" dt="2026-08-18T16:53:48.422" v="2379" actId="790"/>
          <ac:spMkLst>
            <pc:docMk/>
            <pc:sldMk cId="0" sldId="284"/>
            <ac:spMk id="10" creationId="{00000000-0000-0000-0000-000000000000}"/>
          </ac:spMkLst>
        </pc:spChg>
        <pc:spChg chg="mod">
          <ac:chgData name="Jason Klaas" userId="11fc57db0c578e4b" providerId="LiveId" clId="{10D291D6-A315-4D34-AB61-028F8CA20A8E}" dt="2026-08-18T16:53:48.422" v="2379" actId="790"/>
          <ac:spMkLst>
            <pc:docMk/>
            <pc:sldMk cId="0" sldId="284"/>
            <ac:spMk id="13" creationId="{00000000-0000-0000-0000-000000000000}"/>
          </ac:spMkLst>
        </pc:spChg>
        <pc:spChg chg="mod">
          <ac:chgData name="Jason Klaas" userId="11fc57db0c578e4b" providerId="LiveId" clId="{10D291D6-A315-4D34-AB61-028F8CA20A8E}" dt="2026-08-18T16:53:48.422" v="2379" actId="790"/>
          <ac:spMkLst>
            <pc:docMk/>
            <pc:sldMk cId="0" sldId="284"/>
            <ac:spMk id="19" creationId="{00000000-0000-0000-0000-000000000000}"/>
          </ac:spMkLst>
        </pc:spChg>
        <pc:spChg chg="mod">
          <ac:chgData name="Jason Klaas" userId="11fc57db0c578e4b" providerId="LiveId" clId="{10D291D6-A315-4D34-AB61-028F8CA20A8E}" dt="2026-08-18T16:53:48.422" v="2379" actId="790"/>
          <ac:spMkLst>
            <pc:docMk/>
            <pc:sldMk cId="0" sldId="284"/>
            <ac:spMk id="20" creationId="{00000000-0000-0000-0000-000000000000}"/>
          </ac:spMkLst>
        </pc:spChg>
        <pc:spChg chg="mod">
          <ac:chgData name="Jason Klaas" userId="11fc57db0c578e4b" providerId="LiveId" clId="{10D291D6-A315-4D34-AB61-028F8CA20A8E}" dt="2026-08-18T16:53:48.422" v="2379" actId="790"/>
          <ac:spMkLst>
            <pc:docMk/>
            <pc:sldMk cId="0" sldId="284"/>
            <ac:spMk id="22" creationId="{00000000-0000-0000-0000-000000000000}"/>
          </ac:spMkLst>
        </pc:spChg>
        <pc:spChg chg="mod">
          <ac:chgData name="Jason Klaas" userId="11fc57db0c578e4b" providerId="LiveId" clId="{10D291D6-A315-4D34-AB61-028F8CA20A8E}" dt="2026-08-18T16:53:48.422" v="2379" actId="790"/>
          <ac:spMkLst>
            <pc:docMk/>
            <pc:sldMk cId="0" sldId="284"/>
            <ac:spMk id="27" creationId="{00000000-0000-0000-0000-000000000000}"/>
          </ac:spMkLst>
        </pc:spChg>
        <pc:spChg chg="mod">
          <ac:chgData name="Jason Klaas" userId="11fc57db0c578e4b" providerId="LiveId" clId="{10D291D6-A315-4D34-AB61-028F8CA20A8E}" dt="2026-08-18T16:53:48.422" v="2379" actId="790"/>
          <ac:spMkLst>
            <pc:docMk/>
            <pc:sldMk cId="0" sldId="284"/>
            <ac:spMk id="28" creationId="{00000000-0000-0000-0000-000000000000}"/>
          </ac:spMkLst>
        </pc:spChg>
        <pc:spChg chg="mod">
          <ac:chgData name="Jason Klaas" userId="11fc57db0c578e4b" providerId="LiveId" clId="{10D291D6-A315-4D34-AB61-028F8CA20A8E}" dt="2026-08-18T16:53:48.422" v="2379" actId="790"/>
          <ac:spMkLst>
            <pc:docMk/>
            <pc:sldMk cId="0" sldId="284"/>
            <ac:spMk id="35" creationId="{00000000-0000-0000-0000-000000000000}"/>
          </ac:spMkLst>
        </pc:spChg>
        <pc:spChg chg="mod">
          <ac:chgData name="Jason Klaas" userId="11fc57db0c578e4b" providerId="LiveId" clId="{10D291D6-A315-4D34-AB61-028F8CA20A8E}" dt="2026-08-18T16:53:48.422" v="2379" actId="790"/>
          <ac:spMkLst>
            <pc:docMk/>
            <pc:sldMk cId="0" sldId="284"/>
            <ac:spMk id="38" creationId="{00000000-0000-0000-0000-000000000000}"/>
          </ac:spMkLst>
        </pc:spChg>
        <pc:spChg chg="mod">
          <ac:chgData name="Jason Klaas" userId="11fc57db0c578e4b" providerId="LiveId" clId="{10D291D6-A315-4D34-AB61-028F8CA20A8E}" dt="2026-08-18T16:53:48.422" v="2379" actId="790"/>
          <ac:spMkLst>
            <pc:docMk/>
            <pc:sldMk cId="0" sldId="284"/>
            <ac:spMk id="46" creationId="{00000000-0000-0000-0000-000000000000}"/>
          </ac:spMkLst>
        </pc:spChg>
      </pc:sldChg>
      <pc:sldChg chg="modSp mod modClrScheme chgLayout">
        <pc:chgData name="Jason Klaas" userId="11fc57db0c578e4b" providerId="LiveId" clId="{10D291D6-A315-4D34-AB61-028F8CA20A8E}" dt="2026-08-18T16:53:48.422" v="2379" actId="790"/>
        <pc:sldMkLst>
          <pc:docMk/>
          <pc:sldMk cId="0" sldId="285"/>
        </pc:sldMkLst>
        <pc:spChg chg="mod">
          <ac:chgData name="Jason Klaas" userId="11fc57db0c578e4b" providerId="LiveId" clId="{10D291D6-A315-4D34-AB61-028F8CA20A8E}" dt="2026-08-18T16:53:48.422" v="2379" actId="790"/>
          <ac:spMkLst>
            <pc:docMk/>
            <pc:sldMk cId="0" sldId="285"/>
            <ac:spMk id="3" creationId="{00000000-0000-0000-0000-000000000000}"/>
          </ac:spMkLst>
        </pc:spChg>
        <pc:spChg chg="mod">
          <ac:chgData name="Jason Klaas" userId="11fc57db0c578e4b" providerId="LiveId" clId="{10D291D6-A315-4D34-AB61-028F8CA20A8E}" dt="2026-08-18T16:53:48.422" v="2379" actId="790"/>
          <ac:spMkLst>
            <pc:docMk/>
            <pc:sldMk cId="0" sldId="285"/>
            <ac:spMk id="7" creationId="{00000000-0000-0000-0000-000000000000}"/>
          </ac:spMkLst>
        </pc:spChg>
        <pc:spChg chg="mod">
          <ac:chgData name="Jason Klaas" userId="11fc57db0c578e4b" providerId="LiveId" clId="{10D291D6-A315-4D34-AB61-028F8CA20A8E}" dt="2026-08-18T16:53:48.422" v="2379" actId="790"/>
          <ac:spMkLst>
            <pc:docMk/>
            <pc:sldMk cId="0" sldId="285"/>
            <ac:spMk id="8" creationId="{00000000-0000-0000-0000-000000000000}"/>
          </ac:spMkLst>
        </pc:spChg>
        <pc:spChg chg="mod">
          <ac:chgData name="Jason Klaas" userId="11fc57db0c578e4b" providerId="LiveId" clId="{10D291D6-A315-4D34-AB61-028F8CA20A8E}" dt="2026-08-18T16:53:48.422" v="2379" actId="790"/>
          <ac:spMkLst>
            <pc:docMk/>
            <pc:sldMk cId="0" sldId="285"/>
            <ac:spMk id="10" creationId="{00000000-0000-0000-0000-000000000000}"/>
          </ac:spMkLst>
        </pc:spChg>
        <pc:spChg chg="mod">
          <ac:chgData name="Jason Klaas" userId="11fc57db0c578e4b" providerId="LiveId" clId="{10D291D6-A315-4D34-AB61-028F8CA20A8E}" dt="2026-08-18T16:53:48.422" v="2379" actId="790"/>
          <ac:spMkLst>
            <pc:docMk/>
            <pc:sldMk cId="0" sldId="285"/>
            <ac:spMk id="18" creationId="{00000000-0000-0000-0000-000000000000}"/>
          </ac:spMkLst>
        </pc:spChg>
        <pc:spChg chg="mod">
          <ac:chgData name="Jason Klaas" userId="11fc57db0c578e4b" providerId="LiveId" clId="{10D291D6-A315-4D34-AB61-028F8CA20A8E}" dt="2026-08-18T16:53:48.422" v="2379" actId="790"/>
          <ac:spMkLst>
            <pc:docMk/>
            <pc:sldMk cId="0" sldId="285"/>
            <ac:spMk id="22" creationId="{00000000-0000-0000-0000-000000000000}"/>
          </ac:spMkLst>
        </pc:spChg>
        <pc:spChg chg="mod">
          <ac:chgData name="Jason Klaas" userId="11fc57db0c578e4b" providerId="LiveId" clId="{10D291D6-A315-4D34-AB61-028F8CA20A8E}" dt="2026-08-18T16:53:48.422" v="2379" actId="790"/>
          <ac:spMkLst>
            <pc:docMk/>
            <pc:sldMk cId="0" sldId="285"/>
            <ac:spMk id="23" creationId="{00000000-0000-0000-0000-000000000000}"/>
          </ac:spMkLst>
        </pc:spChg>
        <pc:spChg chg="add mod">
          <ac:chgData name="Jason Klaas" userId="11fc57db0c578e4b" providerId="LiveId" clId="{10D291D6-A315-4D34-AB61-028F8CA20A8E}" dt="2026-08-18T16:53:48.422" v="2379" actId="790"/>
          <ac:spMkLst>
            <pc:docMk/>
            <pc:sldMk cId="0" sldId="285"/>
            <ac:spMk id="24" creationId="{00000000-0000-0000-0000-000000000000}"/>
          </ac:spMkLst>
        </pc:spChg>
        <pc:spChg chg="mod">
          <ac:chgData name="Jason Klaas" userId="11fc57db0c578e4b" providerId="LiveId" clId="{10D291D6-A315-4D34-AB61-028F8CA20A8E}" dt="2026-08-18T16:53:48.422" v="2379" actId="790"/>
          <ac:spMkLst>
            <pc:docMk/>
            <pc:sldMk cId="0" sldId="285"/>
            <ac:spMk id="25" creationId="{00000000-0000-0000-0000-000000000000}"/>
          </ac:spMkLst>
        </pc:spChg>
        <pc:spChg chg="mod">
          <ac:chgData name="Jason Klaas" userId="11fc57db0c578e4b" providerId="LiveId" clId="{10D291D6-A315-4D34-AB61-028F8CA20A8E}" dt="2026-08-18T16:53:48.422" v="2379" actId="790"/>
          <ac:spMkLst>
            <pc:docMk/>
            <pc:sldMk cId="0" sldId="285"/>
            <ac:spMk id="26" creationId="{00000000-0000-0000-0000-000000000000}"/>
          </ac:spMkLst>
        </pc:spChg>
      </pc:sldChg>
      <pc:sldChg chg="modSp mod">
        <pc:chgData name="Jason Klaas" userId="11fc57db0c578e4b" providerId="LiveId" clId="{10D291D6-A315-4D34-AB61-028F8CA20A8E}" dt="2026-08-18T16:53:48.422" v="2379" actId="790"/>
        <pc:sldMkLst>
          <pc:docMk/>
          <pc:sldMk cId="0" sldId="286"/>
        </pc:sldMkLst>
        <pc:spChg chg="mod">
          <ac:chgData name="Jason Klaas" userId="11fc57db0c578e4b" providerId="LiveId" clId="{10D291D6-A315-4D34-AB61-028F8CA20A8E}" dt="2026-08-18T16:53:48.422" v="2379" actId="790"/>
          <ac:spMkLst>
            <pc:docMk/>
            <pc:sldMk cId="0" sldId="286"/>
            <ac:spMk id="2" creationId="{00000000-0000-0000-0000-000000000000}"/>
          </ac:spMkLst>
        </pc:spChg>
        <pc:spChg chg="mod">
          <ac:chgData name="Jason Klaas" userId="11fc57db0c578e4b" providerId="LiveId" clId="{10D291D6-A315-4D34-AB61-028F8CA20A8E}" dt="2026-08-18T16:53:48.422" v="2379" actId="790"/>
          <ac:spMkLst>
            <pc:docMk/>
            <pc:sldMk cId="0" sldId="286"/>
            <ac:spMk id="3" creationId="{00000000-0000-0000-0000-000000000000}"/>
          </ac:spMkLst>
        </pc:spChg>
        <pc:spChg chg="mod">
          <ac:chgData name="Jason Klaas" userId="11fc57db0c578e4b" providerId="LiveId" clId="{10D291D6-A315-4D34-AB61-028F8CA20A8E}" dt="2026-08-18T16:53:48.422" v="2379" actId="790"/>
          <ac:spMkLst>
            <pc:docMk/>
            <pc:sldMk cId="0" sldId="286"/>
            <ac:spMk id="4" creationId="{00000000-0000-0000-0000-000000000000}"/>
          </ac:spMkLst>
        </pc:spChg>
        <pc:spChg chg="mod">
          <ac:chgData name="Jason Klaas" userId="11fc57db0c578e4b" providerId="LiveId" clId="{10D291D6-A315-4D34-AB61-028F8CA20A8E}" dt="2026-08-18T16:53:48.422" v="2379" actId="790"/>
          <ac:spMkLst>
            <pc:docMk/>
            <pc:sldMk cId="0" sldId="286"/>
            <ac:spMk id="5" creationId="{00000000-0000-0000-0000-000000000000}"/>
          </ac:spMkLst>
        </pc:spChg>
        <pc:spChg chg="mod">
          <ac:chgData name="Jason Klaas" userId="11fc57db0c578e4b" providerId="LiveId" clId="{10D291D6-A315-4D34-AB61-028F8CA20A8E}" dt="2026-08-18T16:53:48.422" v="2379" actId="790"/>
          <ac:spMkLst>
            <pc:docMk/>
            <pc:sldMk cId="0" sldId="286"/>
            <ac:spMk id="6" creationId="{00000000-0000-0000-0000-000000000000}"/>
          </ac:spMkLst>
        </pc:spChg>
        <pc:spChg chg="mod">
          <ac:chgData name="Jason Klaas" userId="11fc57db0c578e4b" providerId="LiveId" clId="{10D291D6-A315-4D34-AB61-028F8CA20A8E}" dt="2026-08-18T16:53:48.422" v="2379" actId="790"/>
          <ac:spMkLst>
            <pc:docMk/>
            <pc:sldMk cId="0" sldId="286"/>
            <ac:spMk id="7" creationId="{00000000-0000-0000-0000-000000000000}"/>
          </ac:spMkLst>
        </pc:spChg>
      </pc:sldChg>
      <pc:sldChg chg="modSp mod">
        <pc:chgData name="Jason Klaas" userId="11fc57db0c578e4b" providerId="LiveId" clId="{10D291D6-A315-4D34-AB61-028F8CA20A8E}" dt="2026-08-18T16:53:48.422" v="2379" actId="790"/>
        <pc:sldMkLst>
          <pc:docMk/>
          <pc:sldMk cId="0" sldId="287"/>
        </pc:sldMkLst>
        <pc:spChg chg="mod">
          <ac:chgData name="Jason Klaas" userId="11fc57db0c578e4b" providerId="LiveId" clId="{10D291D6-A315-4D34-AB61-028F8CA20A8E}" dt="2026-08-18T16:53:48.422" v="2379" actId="790"/>
          <ac:spMkLst>
            <pc:docMk/>
            <pc:sldMk cId="0" sldId="287"/>
            <ac:spMk id="14" creationId="{00000000-0000-0000-0000-000000000000}"/>
          </ac:spMkLst>
        </pc:spChg>
        <pc:spChg chg="mod">
          <ac:chgData name="Jason Klaas" userId="11fc57db0c578e4b" providerId="LiveId" clId="{10D291D6-A315-4D34-AB61-028F8CA20A8E}" dt="2026-08-18T16:53:48.422" v="2379" actId="790"/>
          <ac:spMkLst>
            <pc:docMk/>
            <pc:sldMk cId="0" sldId="287"/>
            <ac:spMk id="15" creationId="{00000000-0000-0000-0000-000000000000}"/>
          </ac:spMkLst>
        </pc:spChg>
        <pc:spChg chg="mod">
          <ac:chgData name="Jason Klaas" userId="11fc57db0c578e4b" providerId="LiveId" clId="{10D291D6-A315-4D34-AB61-028F8CA20A8E}" dt="2026-08-18T16:53:48.422" v="2379" actId="790"/>
          <ac:spMkLst>
            <pc:docMk/>
            <pc:sldMk cId="0" sldId="287"/>
            <ac:spMk id="23" creationId="{00000000-0000-0000-0000-000000000000}"/>
          </ac:spMkLst>
        </pc:spChg>
        <pc:spChg chg="mod">
          <ac:chgData name="Jason Klaas" userId="11fc57db0c578e4b" providerId="LiveId" clId="{10D291D6-A315-4D34-AB61-028F8CA20A8E}" dt="2026-08-18T16:53:48.422" v="2379" actId="790"/>
          <ac:spMkLst>
            <pc:docMk/>
            <pc:sldMk cId="0" sldId="287"/>
            <ac:spMk id="26" creationId="{00000000-0000-0000-0000-000000000000}"/>
          </ac:spMkLst>
        </pc:spChg>
        <pc:spChg chg="mod">
          <ac:chgData name="Jason Klaas" userId="11fc57db0c578e4b" providerId="LiveId" clId="{10D291D6-A315-4D34-AB61-028F8CA20A8E}" dt="2026-08-18T16:53:48.422" v="2379" actId="790"/>
          <ac:spMkLst>
            <pc:docMk/>
            <pc:sldMk cId="0" sldId="287"/>
            <ac:spMk id="27" creationId="{00000000-0000-0000-0000-000000000000}"/>
          </ac:spMkLst>
        </pc:spChg>
        <pc:spChg chg="mod">
          <ac:chgData name="Jason Klaas" userId="11fc57db0c578e4b" providerId="LiveId" clId="{10D291D6-A315-4D34-AB61-028F8CA20A8E}" dt="2026-08-18T16:53:48.422" v="2379" actId="790"/>
          <ac:spMkLst>
            <pc:docMk/>
            <pc:sldMk cId="0" sldId="287"/>
            <ac:spMk id="39" creationId="{00000000-0000-0000-0000-000000000000}"/>
          </ac:spMkLst>
        </pc:spChg>
        <pc:spChg chg="mod">
          <ac:chgData name="Jason Klaas" userId="11fc57db0c578e4b" providerId="LiveId" clId="{10D291D6-A315-4D34-AB61-028F8CA20A8E}" dt="2026-08-18T16:53:48.422" v="2379" actId="790"/>
          <ac:spMkLst>
            <pc:docMk/>
            <pc:sldMk cId="0" sldId="287"/>
            <ac:spMk id="46" creationId="{00000000-0000-0000-0000-000000000000}"/>
          </ac:spMkLst>
        </pc:spChg>
        <pc:spChg chg="mod">
          <ac:chgData name="Jason Klaas" userId="11fc57db0c578e4b" providerId="LiveId" clId="{10D291D6-A315-4D34-AB61-028F8CA20A8E}" dt="2026-08-18T16:53:48.422" v="2379" actId="790"/>
          <ac:spMkLst>
            <pc:docMk/>
            <pc:sldMk cId="0" sldId="287"/>
            <ac:spMk id="61" creationId="{00000000-0000-0000-0000-000000000000}"/>
          </ac:spMkLst>
        </pc:spChg>
        <pc:spChg chg="mod">
          <ac:chgData name="Jason Klaas" userId="11fc57db0c578e4b" providerId="LiveId" clId="{10D291D6-A315-4D34-AB61-028F8CA20A8E}" dt="2026-08-18T16:53:48.422" v="2379" actId="790"/>
          <ac:spMkLst>
            <pc:docMk/>
            <pc:sldMk cId="0" sldId="287"/>
            <ac:spMk id="67" creationId="{00000000-0000-0000-0000-000000000000}"/>
          </ac:spMkLst>
        </pc:spChg>
        <pc:spChg chg="mod">
          <ac:chgData name="Jason Klaas" userId="11fc57db0c578e4b" providerId="LiveId" clId="{10D291D6-A315-4D34-AB61-028F8CA20A8E}" dt="2026-08-18T16:53:48.422" v="2379" actId="790"/>
          <ac:spMkLst>
            <pc:docMk/>
            <pc:sldMk cId="0" sldId="287"/>
            <ac:spMk id="72" creationId="{00000000-0000-0000-0000-000000000000}"/>
          </ac:spMkLst>
        </pc:spChg>
      </pc:sldChg>
      <pc:sldChg chg="modSp mod">
        <pc:chgData name="Jason Klaas" userId="11fc57db0c578e4b" providerId="LiveId" clId="{10D291D6-A315-4D34-AB61-028F8CA20A8E}" dt="2026-08-18T16:53:48.422" v="2379" actId="790"/>
        <pc:sldMkLst>
          <pc:docMk/>
          <pc:sldMk cId="0" sldId="288"/>
        </pc:sldMkLst>
        <pc:spChg chg="mod">
          <ac:chgData name="Jason Klaas" userId="11fc57db0c578e4b" providerId="LiveId" clId="{10D291D6-A315-4D34-AB61-028F8CA20A8E}" dt="2026-08-18T16:53:48.422" v="2379" actId="790"/>
          <ac:spMkLst>
            <pc:docMk/>
            <pc:sldMk cId="0" sldId="288"/>
            <ac:spMk id="4" creationId="{00000000-0000-0000-0000-000000000000}"/>
          </ac:spMkLst>
        </pc:spChg>
        <pc:spChg chg="mod">
          <ac:chgData name="Jason Klaas" userId="11fc57db0c578e4b" providerId="LiveId" clId="{10D291D6-A315-4D34-AB61-028F8CA20A8E}" dt="2026-08-16T13:42:34.984" v="1282" actId="790"/>
          <ac:spMkLst>
            <pc:docMk/>
            <pc:sldMk cId="0" sldId="288"/>
            <ac:spMk id="5" creationId="{00000000-0000-0000-0000-000000000000}"/>
          </ac:spMkLst>
        </pc:spChg>
        <pc:spChg chg="mod">
          <ac:chgData name="Jason Klaas" userId="11fc57db0c578e4b" providerId="LiveId" clId="{10D291D6-A315-4D34-AB61-028F8CA20A8E}" dt="2026-08-16T13:42:34.984" v="1282" actId="790"/>
          <ac:spMkLst>
            <pc:docMk/>
            <pc:sldMk cId="0" sldId="288"/>
            <ac:spMk id="11" creationId="{00000000-0000-0000-0000-000000000000}"/>
          </ac:spMkLst>
        </pc:spChg>
        <pc:spChg chg="mod">
          <ac:chgData name="Jason Klaas" userId="11fc57db0c578e4b" providerId="LiveId" clId="{10D291D6-A315-4D34-AB61-028F8CA20A8E}" dt="2026-08-18T16:53:48.422" v="2379" actId="790"/>
          <ac:spMkLst>
            <pc:docMk/>
            <pc:sldMk cId="0" sldId="288"/>
            <ac:spMk id="15" creationId="{00000000-0000-0000-0000-000000000000}"/>
          </ac:spMkLst>
        </pc:spChg>
        <pc:spChg chg="mod">
          <ac:chgData name="Jason Klaas" userId="11fc57db0c578e4b" providerId="LiveId" clId="{10D291D6-A315-4D34-AB61-028F8CA20A8E}" dt="2026-08-16T13:42:34.984" v="1282" actId="790"/>
          <ac:spMkLst>
            <pc:docMk/>
            <pc:sldMk cId="0" sldId="288"/>
            <ac:spMk id="17" creationId="{00000000-0000-0000-0000-000000000000}"/>
          </ac:spMkLst>
        </pc:spChg>
        <pc:spChg chg="mod">
          <ac:chgData name="Jason Klaas" userId="11fc57db0c578e4b" providerId="LiveId" clId="{10D291D6-A315-4D34-AB61-028F8CA20A8E}" dt="2026-08-18T16:53:48.422" v="2379" actId="790"/>
          <ac:spMkLst>
            <pc:docMk/>
            <pc:sldMk cId="0" sldId="288"/>
            <ac:spMk id="19" creationId="{00000000-0000-0000-0000-000000000000}"/>
          </ac:spMkLst>
        </pc:spChg>
        <pc:spChg chg="mod">
          <ac:chgData name="Jason Klaas" userId="11fc57db0c578e4b" providerId="LiveId" clId="{10D291D6-A315-4D34-AB61-028F8CA20A8E}" dt="2026-08-16T13:42:34.984" v="1282" actId="790"/>
          <ac:spMkLst>
            <pc:docMk/>
            <pc:sldMk cId="0" sldId="288"/>
            <ac:spMk id="22" creationId="{00000000-0000-0000-0000-000000000000}"/>
          </ac:spMkLst>
        </pc:spChg>
        <pc:spChg chg="mod">
          <ac:chgData name="Jason Klaas" userId="11fc57db0c578e4b" providerId="LiveId" clId="{10D291D6-A315-4D34-AB61-028F8CA20A8E}" dt="2026-08-18T16:53:48.422" v="2379" actId="790"/>
          <ac:spMkLst>
            <pc:docMk/>
            <pc:sldMk cId="0" sldId="288"/>
            <ac:spMk id="24" creationId="{00000000-0000-0000-0000-000000000000}"/>
          </ac:spMkLst>
        </pc:spChg>
        <pc:spChg chg="mod">
          <ac:chgData name="Jason Klaas" userId="11fc57db0c578e4b" providerId="LiveId" clId="{10D291D6-A315-4D34-AB61-028F8CA20A8E}" dt="2026-08-18T16:53:48.422" v="2379" actId="790"/>
          <ac:spMkLst>
            <pc:docMk/>
            <pc:sldMk cId="0" sldId="288"/>
            <ac:spMk id="31" creationId="{00000000-0000-0000-0000-000000000000}"/>
          </ac:spMkLst>
        </pc:spChg>
        <pc:spChg chg="mod">
          <ac:chgData name="Jason Klaas" userId="11fc57db0c578e4b" providerId="LiveId" clId="{10D291D6-A315-4D34-AB61-028F8CA20A8E}" dt="2026-08-18T16:53:48.422" v="2379" actId="790"/>
          <ac:spMkLst>
            <pc:docMk/>
            <pc:sldMk cId="0" sldId="288"/>
            <ac:spMk id="34" creationId="{00000000-0000-0000-0000-000000000000}"/>
          </ac:spMkLst>
        </pc:spChg>
        <pc:spChg chg="mod">
          <ac:chgData name="Jason Klaas" userId="11fc57db0c578e4b" providerId="LiveId" clId="{10D291D6-A315-4D34-AB61-028F8CA20A8E}" dt="2026-08-18T16:53:48.422" v="2379" actId="790"/>
          <ac:spMkLst>
            <pc:docMk/>
            <pc:sldMk cId="0" sldId="288"/>
            <ac:spMk id="35" creationId="{00000000-0000-0000-0000-000000000000}"/>
          </ac:spMkLst>
        </pc:spChg>
        <pc:spChg chg="mod">
          <ac:chgData name="Jason Klaas" userId="11fc57db0c578e4b" providerId="LiveId" clId="{10D291D6-A315-4D34-AB61-028F8CA20A8E}" dt="2026-08-16T13:42:34.984" v="1282" actId="790"/>
          <ac:spMkLst>
            <pc:docMk/>
            <pc:sldMk cId="0" sldId="288"/>
            <ac:spMk id="36" creationId="{00000000-0000-0000-0000-000000000000}"/>
          </ac:spMkLst>
        </pc:spChg>
        <pc:spChg chg="mod">
          <ac:chgData name="Jason Klaas" userId="11fc57db0c578e4b" providerId="LiveId" clId="{10D291D6-A315-4D34-AB61-028F8CA20A8E}" dt="2026-08-18T16:53:48.422" v="2379" actId="790"/>
          <ac:spMkLst>
            <pc:docMk/>
            <pc:sldMk cId="0" sldId="288"/>
            <ac:spMk id="39" creationId="{00000000-0000-0000-0000-000000000000}"/>
          </ac:spMkLst>
        </pc:spChg>
        <pc:spChg chg="mod">
          <ac:chgData name="Jason Klaas" userId="11fc57db0c578e4b" providerId="LiveId" clId="{10D291D6-A315-4D34-AB61-028F8CA20A8E}" dt="2026-08-16T13:42:34.984" v="1282" actId="790"/>
          <ac:spMkLst>
            <pc:docMk/>
            <pc:sldMk cId="0" sldId="288"/>
            <ac:spMk id="40" creationId="{00000000-0000-0000-0000-000000000000}"/>
          </ac:spMkLst>
        </pc:spChg>
        <pc:spChg chg="mod">
          <ac:chgData name="Jason Klaas" userId="11fc57db0c578e4b" providerId="LiveId" clId="{10D291D6-A315-4D34-AB61-028F8CA20A8E}" dt="2026-08-18T16:53:48.422" v="2379" actId="790"/>
          <ac:spMkLst>
            <pc:docMk/>
            <pc:sldMk cId="0" sldId="288"/>
            <ac:spMk id="41" creationId="{00000000-0000-0000-0000-000000000000}"/>
          </ac:spMkLst>
        </pc:spChg>
        <pc:spChg chg="mod">
          <ac:chgData name="Jason Klaas" userId="11fc57db0c578e4b" providerId="LiveId" clId="{10D291D6-A315-4D34-AB61-028F8CA20A8E}" dt="2026-08-16T13:42:34.984" v="1282" actId="790"/>
          <ac:spMkLst>
            <pc:docMk/>
            <pc:sldMk cId="0" sldId="288"/>
            <ac:spMk id="45" creationId="{00000000-0000-0000-0000-000000000000}"/>
          </ac:spMkLst>
        </pc:spChg>
        <pc:spChg chg="mod">
          <ac:chgData name="Jason Klaas" userId="11fc57db0c578e4b" providerId="LiveId" clId="{10D291D6-A315-4D34-AB61-028F8CA20A8E}" dt="2026-08-18T16:53:48.422" v="2379" actId="790"/>
          <ac:spMkLst>
            <pc:docMk/>
            <pc:sldMk cId="0" sldId="288"/>
            <ac:spMk id="49" creationId="{00000000-0000-0000-0000-000000000000}"/>
          </ac:spMkLst>
        </pc:spChg>
      </pc:sldChg>
      <pc:sldChg chg="modSp mod">
        <pc:chgData name="Jason Klaas" userId="11fc57db0c578e4b" providerId="LiveId" clId="{10D291D6-A315-4D34-AB61-028F8CA20A8E}" dt="2026-08-18T16:53:48.422" v="2379" actId="790"/>
        <pc:sldMkLst>
          <pc:docMk/>
          <pc:sldMk cId="0" sldId="289"/>
        </pc:sldMkLst>
        <pc:spChg chg="mod">
          <ac:chgData name="Jason Klaas" userId="11fc57db0c578e4b" providerId="LiveId" clId="{10D291D6-A315-4D34-AB61-028F8CA20A8E}" dt="2026-08-18T16:53:48.422" v="2379" actId="790"/>
          <ac:spMkLst>
            <pc:docMk/>
            <pc:sldMk cId="0" sldId="289"/>
            <ac:spMk id="2" creationId="{00000000-0000-0000-0000-000000000000}"/>
          </ac:spMkLst>
        </pc:spChg>
        <pc:spChg chg="mod">
          <ac:chgData name="Jason Klaas" userId="11fc57db0c578e4b" providerId="LiveId" clId="{10D291D6-A315-4D34-AB61-028F8CA20A8E}" dt="2026-08-18T16:53:48.422" v="2379" actId="790"/>
          <ac:spMkLst>
            <pc:docMk/>
            <pc:sldMk cId="0" sldId="289"/>
            <ac:spMk id="3" creationId="{00000000-0000-0000-0000-000000000000}"/>
          </ac:spMkLst>
        </pc:spChg>
        <pc:spChg chg="mod">
          <ac:chgData name="Jason Klaas" userId="11fc57db0c578e4b" providerId="LiveId" clId="{10D291D6-A315-4D34-AB61-028F8CA20A8E}" dt="2026-08-18T16:53:48.422" v="2379" actId="790"/>
          <ac:spMkLst>
            <pc:docMk/>
            <pc:sldMk cId="0" sldId="289"/>
            <ac:spMk id="4" creationId="{00000000-0000-0000-0000-000000000000}"/>
          </ac:spMkLst>
        </pc:spChg>
        <pc:spChg chg="mod">
          <ac:chgData name="Jason Klaas" userId="11fc57db0c578e4b" providerId="LiveId" clId="{10D291D6-A315-4D34-AB61-028F8CA20A8E}" dt="2026-08-18T16:53:48.422" v="2379" actId="790"/>
          <ac:spMkLst>
            <pc:docMk/>
            <pc:sldMk cId="0" sldId="289"/>
            <ac:spMk id="5" creationId="{00000000-0000-0000-0000-000000000000}"/>
          </ac:spMkLst>
        </pc:spChg>
        <pc:spChg chg="mod">
          <ac:chgData name="Jason Klaas" userId="11fc57db0c578e4b" providerId="LiveId" clId="{10D291D6-A315-4D34-AB61-028F8CA20A8E}" dt="2026-08-18T16:53:48.422" v="2379" actId="790"/>
          <ac:spMkLst>
            <pc:docMk/>
            <pc:sldMk cId="0" sldId="289"/>
            <ac:spMk id="6" creationId="{00000000-0000-0000-0000-000000000000}"/>
          </ac:spMkLst>
        </pc:spChg>
        <pc:spChg chg="mod">
          <ac:chgData name="Jason Klaas" userId="11fc57db0c578e4b" providerId="LiveId" clId="{10D291D6-A315-4D34-AB61-028F8CA20A8E}" dt="2026-08-18T16:53:48.422" v="2379" actId="790"/>
          <ac:spMkLst>
            <pc:docMk/>
            <pc:sldMk cId="0" sldId="289"/>
            <ac:spMk id="7" creationId="{00000000-0000-0000-0000-000000000000}"/>
          </ac:spMkLst>
        </pc:spChg>
        <pc:spChg chg="mod">
          <ac:chgData name="Jason Klaas" userId="11fc57db0c578e4b" providerId="LiveId" clId="{10D291D6-A315-4D34-AB61-028F8CA20A8E}" dt="2026-08-18T16:53:48.422" v="2379" actId="790"/>
          <ac:spMkLst>
            <pc:docMk/>
            <pc:sldMk cId="0" sldId="289"/>
            <ac:spMk id="8" creationId="{00000000-0000-0000-0000-000000000000}"/>
          </ac:spMkLst>
        </pc:spChg>
        <pc:spChg chg="mod">
          <ac:chgData name="Jason Klaas" userId="11fc57db0c578e4b" providerId="LiveId" clId="{10D291D6-A315-4D34-AB61-028F8CA20A8E}" dt="2026-08-18T16:53:48.422" v="2379" actId="790"/>
          <ac:spMkLst>
            <pc:docMk/>
            <pc:sldMk cId="0" sldId="289"/>
            <ac:spMk id="9" creationId="{00000000-0000-0000-0000-000000000000}"/>
          </ac:spMkLst>
        </pc:spChg>
        <pc:spChg chg="mod">
          <ac:chgData name="Jason Klaas" userId="11fc57db0c578e4b" providerId="LiveId" clId="{10D291D6-A315-4D34-AB61-028F8CA20A8E}" dt="2026-08-18T16:53:48.422" v="2379" actId="790"/>
          <ac:spMkLst>
            <pc:docMk/>
            <pc:sldMk cId="0" sldId="289"/>
            <ac:spMk id="10" creationId="{00000000-0000-0000-0000-000000000000}"/>
          </ac:spMkLst>
        </pc:spChg>
      </pc:sldChg>
      <pc:sldChg chg="modSp mod">
        <pc:chgData name="Jason Klaas" userId="11fc57db0c578e4b" providerId="LiveId" clId="{10D291D6-A315-4D34-AB61-028F8CA20A8E}" dt="2026-08-18T16:53:48.422" v="2379" actId="790"/>
        <pc:sldMkLst>
          <pc:docMk/>
          <pc:sldMk cId="0" sldId="290"/>
        </pc:sldMkLst>
        <pc:spChg chg="mod">
          <ac:chgData name="Jason Klaas" userId="11fc57db0c578e4b" providerId="LiveId" clId="{10D291D6-A315-4D34-AB61-028F8CA20A8E}" dt="2026-08-18T16:53:48.422" v="2379" actId="790"/>
          <ac:spMkLst>
            <pc:docMk/>
            <pc:sldMk cId="0" sldId="290"/>
            <ac:spMk id="2" creationId="{00000000-0000-0000-0000-000000000000}"/>
          </ac:spMkLst>
        </pc:spChg>
        <pc:spChg chg="mod">
          <ac:chgData name="Jason Klaas" userId="11fc57db0c578e4b" providerId="LiveId" clId="{10D291D6-A315-4D34-AB61-028F8CA20A8E}" dt="2026-08-18T16:53:48.422" v="2379" actId="790"/>
          <ac:spMkLst>
            <pc:docMk/>
            <pc:sldMk cId="0" sldId="290"/>
            <ac:spMk id="4" creationId="{00000000-0000-0000-0000-000000000000}"/>
          </ac:spMkLst>
        </pc:spChg>
        <pc:spChg chg="mod">
          <ac:chgData name="Jason Klaas" userId="11fc57db0c578e4b" providerId="LiveId" clId="{10D291D6-A315-4D34-AB61-028F8CA20A8E}" dt="2026-08-16T13:42:34.984" v="1282" actId="790"/>
          <ac:spMkLst>
            <pc:docMk/>
            <pc:sldMk cId="0" sldId="290"/>
            <ac:spMk id="5" creationId="{00000000-0000-0000-0000-000000000000}"/>
          </ac:spMkLst>
        </pc:spChg>
        <pc:spChg chg="mod">
          <ac:chgData name="Jason Klaas" userId="11fc57db0c578e4b" providerId="LiveId" clId="{10D291D6-A315-4D34-AB61-028F8CA20A8E}" dt="2026-08-18T16:53:48.422" v="2379" actId="790"/>
          <ac:spMkLst>
            <pc:docMk/>
            <pc:sldMk cId="0" sldId="290"/>
            <ac:spMk id="7" creationId="{00000000-0000-0000-0000-000000000000}"/>
          </ac:spMkLst>
        </pc:spChg>
        <pc:spChg chg="mod">
          <ac:chgData name="Jason Klaas" userId="11fc57db0c578e4b" providerId="LiveId" clId="{10D291D6-A315-4D34-AB61-028F8CA20A8E}" dt="2026-08-18T16:53:48.422" v="2379" actId="790"/>
          <ac:spMkLst>
            <pc:docMk/>
            <pc:sldMk cId="0" sldId="290"/>
            <ac:spMk id="8" creationId="{00000000-0000-0000-0000-000000000000}"/>
          </ac:spMkLst>
        </pc:spChg>
        <pc:spChg chg="mod">
          <ac:chgData name="Jason Klaas" userId="11fc57db0c578e4b" providerId="LiveId" clId="{10D291D6-A315-4D34-AB61-028F8CA20A8E}" dt="2026-08-16T13:42:34.984" v="1282" actId="790"/>
          <ac:spMkLst>
            <pc:docMk/>
            <pc:sldMk cId="0" sldId="290"/>
            <ac:spMk id="9" creationId="{00000000-0000-0000-0000-000000000000}"/>
          </ac:spMkLst>
        </pc:spChg>
        <pc:spChg chg="mod">
          <ac:chgData name="Jason Klaas" userId="11fc57db0c578e4b" providerId="LiveId" clId="{10D291D6-A315-4D34-AB61-028F8CA20A8E}" dt="2026-08-18T16:53:48.422" v="2379" actId="790"/>
          <ac:spMkLst>
            <pc:docMk/>
            <pc:sldMk cId="0" sldId="290"/>
            <ac:spMk id="10" creationId="{00000000-0000-0000-0000-000000000000}"/>
          </ac:spMkLst>
        </pc:spChg>
        <pc:spChg chg="mod">
          <ac:chgData name="Jason Klaas" userId="11fc57db0c578e4b" providerId="LiveId" clId="{10D291D6-A315-4D34-AB61-028F8CA20A8E}" dt="2026-08-18T16:53:48.422" v="2379" actId="790"/>
          <ac:spMkLst>
            <pc:docMk/>
            <pc:sldMk cId="0" sldId="290"/>
            <ac:spMk id="12" creationId="{00000000-0000-0000-0000-000000000000}"/>
          </ac:spMkLst>
        </pc:spChg>
        <pc:spChg chg="mod">
          <ac:chgData name="Jason Klaas" userId="11fc57db0c578e4b" providerId="LiveId" clId="{10D291D6-A315-4D34-AB61-028F8CA20A8E}" dt="2026-08-18T16:53:48.422" v="2379" actId="790"/>
          <ac:spMkLst>
            <pc:docMk/>
            <pc:sldMk cId="0" sldId="290"/>
            <ac:spMk id="14" creationId="{00000000-0000-0000-0000-000000000000}"/>
          </ac:spMkLst>
        </pc:spChg>
        <pc:spChg chg="mod">
          <ac:chgData name="Jason Klaas" userId="11fc57db0c578e4b" providerId="LiveId" clId="{10D291D6-A315-4D34-AB61-028F8CA20A8E}" dt="2026-08-18T16:53:48.422" v="2379" actId="790"/>
          <ac:spMkLst>
            <pc:docMk/>
            <pc:sldMk cId="0" sldId="290"/>
            <ac:spMk id="15" creationId="{00000000-0000-0000-0000-000000000000}"/>
          </ac:spMkLst>
        </pc:spChg>
        <pc:spChg chg="mod">
          <ac:chgData name="Jason Klaas" userId="11fc57db0c578e4b" providerId="LiveId" clId="{10D291D6-A315-4D34-AB61-028F8CA20A8E}" dt="2026-08-18T16:53:48.422" v="2379" actId="790"/>
          <ac:spMkLst>
            <pc:docMk/>
            <pc:sldMk cId="0" sldId="290"/>
            <ac:spMk id="16" creationId="{00000000-0000-0000-0000-000000000000}"/>
          </ac:spMkLst>
        </pc:spChg>
        <pc:spChg chg="mod">
          <ac:chgData name="Jason Klaas" userId="11fc57db0c578e4b" providerId="LiveId" clId="{10D291D6-A315-4D34-AB61-028F8CA20A8E}" dt="2026-08-18T16:53:48.422" v="2379" actId="790"/>
          <ac:spMkLst>
            <pc:docMk/>
            <pc:sldMk cId="0" sldId="290"/>
            <ac:spMk id="17" creationId="{00000000-0000-0000-0000-000000000000}"/>
          </ac:spMkLst>
        </pc:spChg>
        <pc:spChg chg="mod">
          <ac:chgData name="Jason Klaas" userId="11fc57db0c578e4b" providerId="LiveId" clId="{10D291D6-A315-4D34-AB61-028F8CA20A8E}" dt="2026-08-16T13:42:34.984" v="1282" actId="790"/>
          <ac:spMkLst>
            <pc:docMk/>
            <pc:sldMk cId="0" sldId="290"/>
            <ac:spMk id="18" creationId="{00000000-0000-0000-0000-000000000000}"/>
          </ac:spMkLst>
        </pc:spChg>
      </pc:sldChg>
      <pc:sldChg chg="modSp mod">
        <pc:chgData name="Jason Klaas" userId="11fc57db0c578e4b" providerId="LiveId" clId="{10D291D6-A315-4D34-AB61-028F8CA20A8E}" dt="2026-08-18T16:53:48.422" v="2379" actId="790"/>
        <pc:sldMkLst>
          <pc:docMk/>
          <pc:sldMk cId="0" sldId="291"/>
        </pc:sldMkLst>
        <pc:spChg chg="mod">
          <ac:chgData name="Jason Klaas" userId="11fc57db0c578e4b" providerId="LiveId" clId="{10D291D6-A315-4D34-AB61-028F8CA20A8E}" dt="2026-08-16T13:42:34.984" v="1282" actId="790"/>
          <ac:spMkLst>
            <pc:docMk/>
            <pc:sldMk cId="0" sldId="291"/>
            <ac:spMk id="3" creationId="{00000000-0000-0000-0000-000000000000}"/>
          </ac:spMkLst>
        </pc:spChg>
        <pc:spChg chg="mod">
          <ac:chgData name="Jason Klaas" userId="11fc57db0c578e4b" providerId="LiveId" clId="{10D291D6-A315-4D34-AB61-028F8CA20A8E}" dt="2026-08-18T16:53:48.422" v="2379" actId="790"/>
          <ac:spMkLst>
            <pc:docMk/>
            <pc:sldMk cId="0" sldId="291"/>
            <ac:spMk id="4" creationId="{00000000-0000-0000-0000-000000000000}"/>
          </ac:spMkLst>
        </pc:spChg>
        <pc:spChg chg="mod">
          <ac:chgData name="Jason Klaas" userId="11fc57db0c578e4b" providerId="LiveId" clId="{10D291D6-A315-4D34-AB61-028F8CA20A8E}" dt="2026-08-18T16:53:48.422" v="2379" actId="790"/>
          <ac:spMkLst>
            <pc:docMk/>
            <pc:sldMk cId="0" sldId="291"/>
            <ac:spMk id="5" creationId="{00000000-0000-0000-0000-000000000000}"/>
          </ac:spMkLst>
        </pc:spChg>
        <pc:spChg chg="mod">
          <ac:chgData name="Jason Klaas" userId="11fc57db0c578e4b" providerId="LiveId" clId="{10D291D6-A315-4D34-AB61-028F8CA20A8E}" dt="2026-08-16T13:42:34.984" v="1282" actId="790"/>
          <ac:spMkLst>
            <pc:docMk/>
            <pc:sldMk cId="0" sldId="291"/>
            <ac:spMk id="7" creationId="{00000000-0000-0000-0000-000000000000}"/>
          </ac:spMkLst>
        </pc:spChg>
        <pc:spChg chg="mod">
          <ac:chgData name="Jason Klaas" userId="11fc57db0c578e4b" providerId="LiveId" clId="{10D291D6-A315-4D34-AB61-028F8CA20A8E}" dt="2026-08-16T13:42:34.984" v="1282" actId="790"/>
          <ac:spMkLst>
            <pc:docMk/>
            <pc:sldMk cId="0" sldId="291"/>
            <ac:spMk id="8" creationId="{00000000-0000-0000-0000-000000000000}"/>
          </ac:spMkLst>
        </pc:spChg>
        <pc:spChg chg="mod">
          <ac:chgData name="Jason Klaas" userId="11fc57db0c578e4b" providerId="LiveId" clId="{10D291D6-A315-4D34-AB61-028F8CA20A8E}" dt="2026-08-16T13:42:34.984" v="1282" actId="790"/>
          <ac:spMkLst>
            <pc:docMk/>
            <pc:sldMk cId="0" sldId="291"/>
            <ac:spMk id="14" creationId="{00000000-0000-0000-0000-000000000000}"/>
          </ac:spMkLst>
        </pc:spChg>
        <pc:spChg chg="mod">
          <ac:chgData name="Jason Klaas" userId="11fc57db0c578e4b" providerId="LiveId" clId="{10D291D6-A315-4D34-AB61-028F8CA20A8E}" dt="2026-08-18T16:53:48.422" v="2379" actId="790"/>
          <ac:spMkLst>
            <pc:docMk/>
            <pc:sldMk cId="0" sldId="291"/>
            <ac:spMk id="15" creationId="{00000000-0000-0000-0000-000000000000}"/>
          </ac:spMkLst>
        </pc:spChg>
        <pc:spChg chg="mod">
          <ac:chgData name="Jason Klaas" userId="11fc57db0c578e4b" providerId="LiveId" clId="{10D291D6-A315-4D34-AB61-028F8CA20A8E}" dt="2026-08-18T16:53:48.422" v="2379" actId="790"/>
          <ac:spMkLst>
            <pc:docMk/>
            <pc:sldMk cId="0" sldId="291"/>
            <ac:spMk id="16" creationId="{00000000-0000-0000-0000-000000000000}"/>
          </ac:spMkLst>
        </pc:spChg>
        <pc:spChg chg="mod">
          <ac:chgData name="Jason Klaas" userId="11fc57db0c578e4b" providerId="LiveId" clId="{10D291D6-A315-4D34-AB61-028F8CA20A8E}" dt="2026-08-18T16:53:48.422" v="2379" actId="790"/>
          <ac:spMkLst>
            <pc:docMk/>
            <pc:sldMk cId="0" sldId="291"/>
            <ac:spMk id="17" creationId="{00000000-0000-0000-0000-000000000000}"/>
          </ac:spMkLst>
        </pc:spChg>
        <pc:spChg chg="mod">
          <ac:chgData name="Jason Klaas" userId="11fc57db0c578e4b" providerId="LiveId" clId="{10D291D6-A315-4D34-AB61-028F8CA20A8E}" dt="2026-08-18T16:53:48.422" v="2379" actId="790"/>
          <ac:spMkLst>
            <pc:docMk/>
            <pc:sldMk cId="0" sldId="291"/>
            <ac:spMk id="20" creationId="{00000000-0000-0000-0000-000000000000}"/>
          </ac:spMkLst>
        </pc:spChg>
        <pc:spChg chg="mod">
          <ac:chgData name="Jason Klaas" userId="11fc57db0c578e4b" providerId="LiveId" clId="{10D291D6-A315-4D34-AB61-028F8CA20A8E}" dt="2026-08-16T13:42:34.984" v="1282" actId="790"/>
          <ac:spMkLst>
            <pc:docMk/>
            <pc:sldMk cId="0" sldId="291"/>
            <ac:spMk id="23" creationId="{00000000-0000-0000-0000-000000000000}"/>
          </ac:spMkLst>
        </pc:spChg>
        <pc:spChg chg="mod">
          <ac:chgData name="Jason Klaas" userId="11fc57db0c578e4b" providerId="LiveId" clId="{10D291D6-A315-4D34-AB61-028F8CA20A8E}" dt="2026-08-18T16:53:48.422" v="2379" actId="790"/>
          <ac:spMkLst>
            <pc:docMk/>
            <pc:sldMk cId="0" sldId="291"/>
            <ac:spMk id="24" creationId="{00000000-0000-0000-0000-000000000000}"/>
          </ac:spMkLst>
        </pc:spChg>
        <pc:spChg chg="mod">
          <ac:chgData name="Jason Klaas" userId="11fc57db0c578e4b" providerId="LiveId" clId="{10D291D6-A315-4D34-AB61-028F8CA20A8E}" dt="2026-08-18T16:53:48.422" v="2379" actId="790"/>
          <ac:spMkLst>
            <pc:docMk/>
            <pc:sldMk cId="0" sldId="291"/>
            <ac:spMk id="25" creationId="{00000000-0000-0000-0000-000000000000}"/>
          </ac:spMkLst>
        </pc:spChg>
        <pc:spChg chg="mod">
          <ac:chgData name="Jason Klaas" userId="11fc57db0c578e4b" providerId="LiveId" clId="{10D291D6-A315-4D34-AB61-028F8CA20A8E}" dt="2026-08-18T16:53:48.422" v="2379" actId="790"/>
          <ac:spMkLst>
            <pc:docMk/>
            <pc:sldMk cId="0" sldId="291"/>
            <ac:spMk id="26" creationId="{00000000-0000-0000-0000-000000000000}"/>
          </ac:spMkLst>
        </pc:spChg>
        <pc:spChg chg="mod">
          <ac:chgData name="Jason Klaas" userId="11fc57db0c578e4b" providerId="LiveId" clId="{10D291D6-A315-4D34-AB61-028F8CA20A8E}" dt="2026-08-18T16:53:48.422" v="2379" actId="790"/>
          <ac:spMkLst>
            <pc:docMk/>
            <pc:sldMk cId="0" sldId="291"/>
            <ac:spMk id="28" creationId="{00000000-0000-0000-0000-000000000000}"/>
          </ac:spMkLst>
        </pc:spChg>
      </pc:sldChg>
      <pc:sldChg chg="modSp mod">
        <pc:chgData name="Jason Klaas" userId="11fc57db0c578e4b" providerId="LiveId" clId="{10D291D6-A315-4D34-AB61-028F8CA20A8E}" dt="2026-08-18T16:53:48.422" v="2379" actId="790"/>
        <pc:sldMkLst>
          <pc:docMk/>
          <pc:sldMk cId="0" sldId="292"/>
        </pc:sldMkLst>
        <pc:spChg chg="mod">
          <ac:chgData name="Jason Klaas" userId="11fc57db0c578e4b" providerId="LiveId" clId="{10D291D6-A315-4D34-AB61-028F8CA20A8E}" dt="2026-08-16T13:42:34.984" v="1282" actId="790"/>
          <ac:spMkLst>
            <pc:docMk/>
            <pc:sldMk cId="0" sldId="292"/>
            <ac:spMk id="3" creationId="{00000000-0000-0000-0000-000000000000}"/>
          </ac:spMkLst>
        </pc:spChg>
        <pc:spChg chg="mod">
          <ac:chgData name="Jason Klaas" userId="11fc57db0c578e4b" providerId="LiveId" clId="{10D291D6-A315-4D34-AB61-028F8CA20A8E}" dt="2026-08-16T13:42:34.984" v="1282" actId="790"/>
          <ac:spMkLst>
            <pc:docMk/>
            <pc:sldMk cId="0" sldId="292"/>
            <ac:spMk id="5" creationId="{00000000-0000-0000-0000-000000000000}"/>
          </ac:spMkLst>
        </pc:spChg>
        <pc:spChg chg="mod">
          <ac:chgData name="Jason Klaas" userId="11fc57db0c578e4b" providerId="LiveId" clId="{10D291D6-A315-4D34-AB61-028F8CA20A8E}" dt="2026-08-18T16:53:48.422" v="2379" actId="790"/>
          <ac:spMkLst>
            <pc:docMk/>
            <pc:sldMk cId="0" sldId="292"/>
            <ac:spMk id="6" creationId="{00000000-0000-0000-0000-000000000000}"/>
          </ac:spMkLst>
        </pc:spChg>
        <pc:spChg chg="mod">
          <ac:chgData name="Jason Klaas" userId="11fc57db0c578e4b" providerId="LiveId" clId="{10D291D6-A315-4D34-AB61-028F8CA20A8E}" dt="2026-08-18T16:53:48.422" v="2379" actId="790"/>
          <ac:spMkLst>
            <pc:docMk/>
            <pc:sldMk cId="0" sldId="292"/>
            <ac:spMk id="8" creationId="{00000000-0000-0000-0000-000000000000}"/>
          </ac:spMkLst>
        </pc:spChg>
        <pc:spChg chg="mod">
          <ac:chgData name="Jason Klaas" userId="11fc57db0c578e4b" providerId="LiveId" clId="{10D291D6-A315-4D34-AB61-028F8CA20A8E}" dt="2026-08-18T16:53:48.422" v="2379" actId="790"/>
          <ac:spMkLst>
            <pc:docMk/>
            <pc:sldMk cId="0" sldId="292"/>
            <ac:spMk id="11" creationId="{00000000-0000-0000-0000-000000000000}"/>
          </ac:spMkLst>
        </pc:spChg>
        <pc:spChg chg="mod">
          <ac:chgData name="Jason Klaas" userId="11fc57db0c578e4b" providerId="LiveId" clId="{10D291D6-A315-4D34-AB61-028F8CA20A8E}" dt="2026-08-18T16:53:48.422" v="2379" actId="790"/>
          <ac:spMkLst>
            <pc:docMk/>
            <pc:sldMk cId="0" sldId="292"/>
            <ac:spMk id="12" creationId="{00000000-0000-0000-0000-000000000000}"/>
          </ac:spMkLst>
        </pc:spChg>
        <pc:spChg chg="mod">
          <ac:chgData name="Jason Klaas" userId="11fc57db0c578e4b" providerId="LiveId" clId="{10D291D6-A315-4D34-AB61-028F8CA20A8E}" dt="2026-08-18T16:53:48.422" v="2379" actId="790"/>
          <ac:spMkLst>
            <pc:docMk/>
            <pc:sldMk cId="0" sldId="292"/>
            <ac:spMk id="13" creationId="{00000000-0000-0000-0000-000000000000}"/>
          </ac:spMkLst>
        </pc:spChg>
        <pc:spChg chg="mod">
          <ac:chgData name="Jason Klaas" userId="11fc57db0c578e4b" providerId="LiveId" clId="{10D291D6-A315-4D34-AB61-028F8CA20A8E}" dt="2026-08-18T16:53:48.422" v="2379" actId="790"/>
          <ac:spMkLst>
            <pc:docMk/>
            <pc:sldMk cId="0" sldId="292"/>
            <ac:spMk id="15" creationId="{00000000-0000-0000-0000-000000000000}"/>
          </ac:spMkLst>
        </pc:spChg>
        <pc:spChg chg="mod">
          <ac:chgData name="Jason Klaas" userId="11fc57db0c578e4b" providerId="LiveId" clId="{10D291D6-A315-4D34-AB61-028F8CA20A8E}" dt="2026-08-18T16:53:48.422" v="2379" actId="790"/>
          <ac:spMkLst>
            <pc:docMk/>
            <pc:sldMk cId="0" sldId="292"/>
            <ac:spMk id="16" creationId="{00000000-0000-0000-0000-000000000000}"/>
          </ac:spMkLst>
        </pc:spChg>
        <pc:spChg chg="mod">
          <ac:chgData name="Jason Klaas" userId="11fc57db0c578e4b" providerId="LiveId" clId="{10D291D6-A315-4D34-AB61-028F8CA20A8E}" dt="2026-08-16T13:42:34.984" v="1282" actId="790"/>
          <ac:spMkLst>
            <pc:docMk/>
            <pc:sldMk cId="0" sldId="292"/>
            <ac:spMk id="17" creationId="{00000000-0000-0000-0000-000000000000}"/>
          </ac:spMkLst>
        </pc:spChg>
        <pc:spChg chg="mod">
          <ac:chgData name="Jason Klaas" userId="11fc57db0c578e4b" providerId="LiveId" clId="{10D291D6-A315-4D34-AB61-028F8CA20A8E}" dt="2026-08-18T16:53:48.422" v="2379" actId="790"/>
          <ac:spMkLst>
            <pc:docMk/>
            <pc:sldMk cId="0" sldId="292"/>
            <ac:spMk id="18" creationId="{00000000-0000-0000-0000-000000000000}"/>
          </ac:spMkLst>
        </pc:spChg>
        <pc:spChg chg="mod">
          <ac:chgData name="Jason Klaas" userId="11fc57db0c578e4b" providerId="LiveId" clId="{10D291D6-A315-4D34-AB61-028F8CA20A8E}" dt="2026-08-18T16:53:48.422" v="2379" actId="790"/>
          <ac:spMkLst>
            <pc:docMk/>
            <pc:sldMk cId="0" sldId="292"/>
            <ac:spMk id="19" creationId="{00000000-0000-0000-0000-000000000000}"/>
          </ac:spMkLst>
        </pc:spChg>
        <pc:spChg chg="mod">
          <ac:chgData name="Jason Klaas" userId="11fc57db0c578e4b" providerId="LiveId" clId="{10D291D6-A315-4D34-AB61-028F8CA20A8E}" dt="2026-08-18T16:53:48.422" v="2379" actId="790"/>
          <ac:spMkLst>
            <pc:docMk/>
            <pc:sldMk cId="0" sldId="292"/>
            <ac:spMk id="20" creationId="{00000000-0000-0000-0000-000000000000}"/>
          </ac:spMkLst>
        </pc:spChg>
      </pc:sldChg>
      <pc:sldChg chg="addSp delSp modSp add mod ord modShow">
        <pc:chgData name="Jason Klaas" userId="11fc57db0c578e4b" providerId="LiveId" clId="{10D291D6-A315-4D34-AB61-028F8CA20A8E}" dt="2026-08-18T16:55:03.078" v="2414"/>
        <pc:sldMkLst>
          <pc:docMk/>
          <pc:sldMk cId="1698134963" sldId="294"/>
        </pc:sldMkLst>
        <pc:spChg chg="mod">
          <ac:chgData name="Jason Klaas" userId="11fc57db0c578e4b" providerId="LiveId" clId="{10D291D6-A315-4D34-AB61-028F8CA20A8E}" dt="2026-08-16T13:42:34.984" v="1282" actId="790"/>
          <ac:spMkLst>
            <pc:docMk/>
            <pc:sldMk cId="1698134963" sldId="294"/>
            <ac:spMk id="2" creationId="{62102E2E-9539-8732-B10B-7F14BC4D13BA}"/>
          </ac:spMkLst>
        </pc:spChg>
        <pc:spChg chg="mod">
          <ac:chgData name="Jason Klaas" userId="11fc57db0c578e4b" providerId="LiveId" clId="{10D291D6-A315-4D34-AB61-028F8CA20A8E}" dt="2026-08-18T16:53:48.422" v="2379" actId="790"/>
          <ac:spMkLst>
            <pc:docMk/>
            <pc:sldMk cId="1698134963" sldId="294"/>
            <ac:spMk id="3" creationId="{98B1AD26-198D-F0DC-F36A-67124DB6A93E}"/>
          </ac:spMkLst>
        </pc:spChg>
        <pc:spChg chg="mod">
          <ac:chgData name="Jason Klaas" userId="11fc57db0c578e4b" providerId="LiveId" clId="{10D291D6-A315-4D34-AB61-028F8CA20A8E}" dt="2026-08-18T16:53:48.422" v="2379" actId="790"/>
          <ac:spMkLst>
            <pc:docMk/>
            <pc:sldMk cId="1698134963" sldId="294"/>
            <ac:spMk id="4" creationId="{EDA82AA2-DA80-31F9-E4AA-DF6570F2F3B1}"/>
          </ac:spMkLst>
        </pc:spChg>
        <pc:spChg chg="mod">
          <ac:chgData name="Jason Klaas" userId="11fc57db0c578e4b" providerId="LiveId" clId="{10D291D6-A315-4D34-AB61-028F8CA20A8E}" dt="2026-08-18T16:53:48.422" v="2379" actId="790"/>
          <ac:spMkLst>
            <pc:docMk/>
            <pc:sldMk cId="1698134963" sldId="294"/>
            <ac:spMk id="5" creationId="{4E474C47-FDE5-87ED-366C-AFE2C54298D4}"/>
          </ac:spMkLst>
        </pc:spChg>
        <pc:spChg chg="add mod">
          <ac:chgData name="Jason Klaas" userId="11fc57db0c578e4b" providerId="LiveId" clId="{10D291D6-A315-4D34-AB61-028F8CA20A8E}" dt="2026-08-18T16:53:48.422" v="2379" actId="790"/>
          <ac:spMkLst>
            <pc:docMk/>
            <pc:sldMk cId="1698134963" sldId="294"/>
            <ac:spMk id="12" creationId="{83F1ABAD-131C-FFDA-0100-AB0556989DF9}"/>
          </ac:spMkLst>
        </pc:spChg>
        <pc:spChg chg="add mod">
          <ac:chgData name="Jason Klaas" userId="11fc57db0c578e4b" providerId="LiveId" clId="{10D291D6-A315-4D34-AB61-028F8CA20A8E}" dt="2026-08-16T12:30:17.151" v="517" actId="790"/>
          <ac:spMkLst>
            <pc:docMk/>
            <pc:sldMk cId="1698134963" sldId="294"/>
            <ac:spMk id="13" creationId="{0E23CC88-D515-D9D3-A553-D5BF38A8BEFD}"/>
          </ac:spMkLst>
        </pc:spChg>
        <pc:spChg chg="add mod">
          <ac:chgData name="Jason Klaas" userId="11fc57db0c578e4b" providerId="LiveId" clId="{10D291D6-A315-4D34-AB61-028F8CA20A8E}" dt="2026-08-18T16:53:48.422" v="2379" actId="790"/>
          <ac:spMkLst>
            <pc:docMk/>
            <pc:sldMk cId="1698134963" sldId="294"/>
            <ac:spMk id="17" creationId="{1FA9DE56-E463-C1CF-17C6-2AEC92B0AB0F}"/>
          </ac:spMkLst>
        </pc:spChg>
        <pc:spChg chg="add mod">
          <ac:chgData name="Jason Klaas" userId="11fc57db0c578e4b" providerId="LiveId" clId="{10D291D6-A315-4D34-AB61-028F8CA20A8E}" dt="2026-08-16T12:30:17.151" v="517" actId="790"/>
          <ac:spMkLst>
            <pc:docMk/>
            <pc:sldMk cId="1698134963" sldId="294"/>
            <ac:spMk id="19" creationId="{53B4CFC3-5B95-5D09-CE98-F5CBC5EAC5B6}"/>
          </ac:spMkLst>
        </pc:spChg>
        <pc:spChg chg="add mod">
          <ac:chgData name="Jason Klaas" userId="11fc57db0c578e4b" providerId="LiveId" clId="{10D291D6-A315-4D34-AB61-028F8CA20A8E}" dt="2026-08-16T12:30:17.151" v="517" actId="790"/>
          <ac:spMkLst>
            <pc:docMk/>
            <pc:sldMk cId="1698134963" sldId="294"/>
            <ac:spMk id="21" creationId="{52402246-6F8B-879B-9664-8FD3A72BD734}"/>
          </ac:spMkLst>
        </pc:spChg>
        <pc:spChg chg="add mod">
          <ac:chgData name="Jason Klaas" userId="11fc57db0c578e4b" providerId="LiveId" clId="{10D291D6-A315-4D34-AB61-028F8CA20A8E}" dt="2026-08-16T12:30:17.151" v="517" actId="790"/>
          <ac:spMkLst>
            <pc:docMk/>
            <pc:sldMk cId="1698134963" sldId="294"/>
            <ac:spMk id="23" creationId="{A276534C-F793-20BF-F3C1-F22E49395163}"/>
          </ac:spMkLst>
        </pc:spChg>
        <pc:spChg chg="add mod">
          <ac:chgData name="Jason Klaas" userId="11fc57db0c578e4b" providerId="LiveId" clId="{10D291D6-A315-4D34-AB61-028F8CA20A8E}" dt="2026-08-18T16:53:48.422" v="2379" actId="790"/>
          <ac:spMkLst>
            <pc:docMk/>
            <pc:sldMk cId="1698134963" sldId="294"/>
            <ac:spMk id="28" creationId="{092DDCD2-DC68-6F6F-CBF2-F02428D5A523}"/>
          </ac:spMkLst>
        </pc:spChg>
        <pc:spChg chg="add mod">
          <ac:chgData name="Jason Klaas" userId="11fc57db0c578e4b" providerId="LiveId" clId="{10D291D6-A315-4D34-AB61-028F8CA20A8E}" dt="2026-08-18T16:03:01.334" v="1560" actId="20577"/>
          <ac:spMkLst>
            <pc:docMk/>
            <pc:sldMk cId="1698134963" sldId="294"/>
            <ac:spMk id="37" creationId="{22610565-8BF1-C111-0E21-29CF6AF63B74}"/>
          </ac:spMkLst>
        </pc:spChg>
        <pc:spChg chg="add mod">
          <ac:chgData name="Jason Klaas" userId="11fc57db0c578e4b" providerId="LiveId" clId="{10D291D6-A315-4D34-AB61-028F8CA20A8E}" dt="2026-08-16T12:36:41.970" v="694" actId="1076"/>
          <ac:spMkLst>
            <pc:docMk/>
            <pc:sldMk cId="1698134963" sldId="294"/>
            <ac:spMk id="39" creationId="{56029570-1564-59DD-598A-1166B56AC272}"/>
          </ac:spMkLst>
        </pc:spChg>
        <pc:spChg chg="add mod">
          <ac:chgData name="Jason Klaas" userId="11fc57db0c578e4b" providerId="LiveId" clId="{10D291D6-A315-4D34-AB61-028F8CA20A8E}" dt="2026-08-18T16:55:03.078" v="2414"/>
          <ac:spMkLst>
            <pc:docMk/>
            <pc:sldMk cId="1698134963" sldId="294"/>
            <ac:spMk id="41" creationId="{06C84F89-8581-1342-B8F1-3779FCDB8F8C}"/>
          </ac:spMkLst>
        </pc:spChg>
        <pc:spChg chg="add mod">
          <ac:chgData name="Jason Klaas" userId="11fc57db0c578e4b" providerId="LiveId" clId="{10D291D6-A315-4D34-AB61-028F8CA20A8E}" dt="2026-08-16T13:42:34.984" v="1282" actId="790"/>
          <ac:spMkLst>
            <pc:docMk/>
            <pc:sldMk cId="1698134963" sldId="294"/>
            <ac:spMk id="43" creationId="{442737BB-6357-037A-20A1-4FFC7B4570E8}"/>
          </ac:spMkLst>
        </pc:spChg>
        <pc:spChg chg="add mod">
          <ac:chgData name="Jason Klaas" userId="11fc57db0c578e4b" providerId="LiveId" clId="{10D291D6-A315-4D34-AB61-028F8CA20A8E}" dt="2026-08-18T16:53:48.422" v="2379" actId="790"/>
          <ac:spMkLst>
            <pc:docMk/>
            <pc:sldMk cId="1698134963" sldId="294"/>
            <ac:spMk id="45" creationId="{5875BAFA-B70F-2C9D-C75F-A5F2838B0950}"/>
          </ac:spMkLst>
        </pc:spChg>
        <pc:spChg chg="add mod">
          <ac:chgData name="Jason Klaas" userId="11fc57db0c578e4b" providerId="LiveId" clId="{10D291D6-A315-4D34-AB61-028F8CA20A8E}" dt="2026-08-16T13:42:34.984" v="1282" actId="790"/>
          <ac:spMkLst>
            <pc:docMk/>
            <pc:sldMk cId="1698134963" sldId="294"/>
            <ac:spMk id="47" creationId="{79FAC82C-B572-DCA4-5C41-A8EEAE180B57}"/>
          </ac:spMkLst>
        </pc:spChg>
        <pc:spChg chg="add">
          <ac:chgData name="Jason Klaas" userId="11fc57db0c578e4b" providerId="LiveId" clId="{10D291D6-A315-4D34-AB61-028F8CA20A8E}" dt="2026-08-16T13:29:40.660" v="815" actId="22"/>
          <ac:spMkLst>
            <pc:docMk/>
            <pc:sldMk cId="1698134963" sldId="294"/>
            <ac:spMk id="49" creationId="{E9D7D175-30FB-7C33-D297-CCEF903B0E2D}"/>
          </ac:spMkLst>
        </pc:spChg>
        <pc:spChg chg="add mod">
          <ac:chgData name="Jason Klaas" userId="11fc57db0c578e4b" providerId="LiveId" clId="{10D291D6-A315-4D34-AB61-028F8CA20A8E}" dt="2026-08-18T16:53:48.422" v="2379" actId="790"/>
          <ac:spMkLst>
            <pc:docMk/>
            <pc:sldMk cId="1698134963" sldId="294"/>
            <ac:spMk id="51" creationId="{C164464D-C3C7-B311-1A3D-ED9432A42568}"/>
          </ac:spMkLst>
        </pc:spChg>
        <pc:spChg chg="add">
          <ac:chgData name="Jason Klaas" userId="11fc57db0c578e4b" providerId="LiveId" clId="{10D291D6-A315-4D34-AB61-028F8CA20A8E}" dt="2026-08-16T13:29:40.660" v="815" actId="22"/>
          <ac:spMkLst>
            <pc:docMk/>
            <pc:sldMk cId="1698134963" sldId="294"/>
            <ac:spMk id="53" creationId="{E70EA50D-9569-EE4F-714D-5AC0EB6CDBEA}"/>
          </ac:spMkLst>
        </pc:spChg>
        <pc:spChg chg="add mod">
          <ac:chgData name="Jason Klaas" userId="11fc57db0c578e4b" providerId="LiveId" clId="{10D291D6-A315-4D34-AB61-028F8CA20A8E}" dt="2026-08-18T16:53:48.422" v="2379" actId="790"/>
          <ac:spMkLst>
            <pc:docMk/>
            <pc:sldMk cId="1698134963" sldId="294"/>
            <ac:spMk id="900" creationId="{00000000-0000-0000-0000-000000000000}"/>
          </ac:spMkLst>
        </pc:spChg>
        <pc:picChg chg="add mod">
          <ac:chgData name="Jason Klaas" userId="11fc57db0c578e4b" providerId="LiveId" clId="{10D291D6-A315-4D34-AB61-028F8CA20A8E}" dt="2026-08-16T13:31:45.442" v="828" actId="1076"/>
          <ac:picMkLst>
            <pc:docMk/>
            <pc:sldMk cId="1698134963" sldId="294"/>
            <ac:picMk id="34" creationId="{A691F03D-D3CC-D9C7-9DFC-9A1C8E34FA58}"/>
          </ac:picMkLst>
        </pc:picChg>
        <pc:cxnChg chg="add mod">
          <ac:chgData name="Jason Klaas" userId="11fc57db0c578e4b" providerId="LiveId" clId="{10D291D6-A315-4D34-AB61-028F8CA20A8E}" dt="2026-08-16T12:25:28.961" v="426" actId="1076"/>
          <ac:cxnSpMkLst>
            <pc:docMk/>
            <pc:sldMk cId="1698134963" sldId="294"/>
            <ac:cxnSpMk id="25" creationId="{6CA3F5A1-0419-196B-4C75-1D961A038B35}"/>
          </ac:cxnSpMkLst>
        </pc:cxnChg>
        <pc:cxnChg chg="add mod">
          <ac:chgData name="Jason Klaas" userId="11fc57db0c578e4b" providerId="LiveId" clId="{10D291D6-A315-4D34-AB61-028F8CA20A8E}" dt="2026-08-16T12:25:28.961" v="426" actId="1076"/>
          <ac:cxnSpMkLst>
            <pc:docMk/>
            <pc:sldMk cId="1698134963" sldId="294"/>
            <ac:cxnSpMk id="26" creationId="{C862D713-BCB9-273D-F4AB-DD1B42A3A27E}"/>
          </ac:cxnSpMkLst>
        </pc:cxnChg>
      </pc:sldChg>
      <pc:sldChg chg="modSp mod">
        <pc:chgData name="Jason Klaas" userId="11fc57db0c578e4b" providerId="LiveId" clId="{10D291D6-A315-4D34-AB61-028F8CA20A8E}" dt="2026-08-18T16:53:48.422" v="2379" actId="790"/>
        <pc:sldMkLst>
          <pc:docMk/>
          <pc:sldMk cId="2310149572" sldId="298"/>
        </pc:sldMkLst>
        <pc:spChg chg="mod">
          <ac:chgData name="Jason Klaas" userId="11fc57db0c578e4b" providerId="LiveId" clId="{10D291D6-A315-4D34-AB61-028F8CA20A8E}" dt="2026-08-18T16:53:48.422" v="2379" actId="790"/>
          <ac:spMkLst>
            <pc:docMk/>
            <pc:sldMk cId="2310149572" sldId="298"/>
            <ac:spMk id="2" creationId="{0488FBBA-1C7B-E8F4-0438-C34FEB336DDE}"/>
          </ac:spMkLst>
        </pc:spChg>
        <pc:spChg chg="mod">
          <ac:chgData name="Jason Klaas" userId="11fc57db0c578e4b" providerId="LiveId" clId="{10D291D6-A315-4D34-AB61-028F8CA20A8E}" dt="2026-08-18T16:53:48.422" v="2379" actId="790"/>
          <ac:spMkLst>
            <pc:docMk/>
            <pc:sldMk cId="2310149572" sldId="298"/>
            <ac:spMk id="3" creationId="{20DC16C3-8A9F-63CE-5F4D-99A3178B5C63}"/>
          </ac:spMkLst>
        </pc:spChg>
        <pc:spChg chg="mod">
          <ac:chgData name="Jason Klaas" userId="11fc57db0c578e4b" providerId="LiveId" clId="{10D291D6-A315-4D34-AB61-028F8CA20A8E}" dt="2026-08-18T16:53:48.422" v="2379" actId="790"/>
          <ac:spMkLst>
            <pc:docMk/>
            <pc:sldMk cId="2310149572" sldId="298"/>
            <ac:spMk id="13" creationId="{D973C692-C87C-1149-478B-48A73A659EB3}"/>
          </ac:spMkLst>
        </pc:spChg>
        <pc:spChg chg="mod">
          <ac:chgData name="Jason Klaas" userId="11fc57db0c578e4b" providerId="LiveId" clId="{10D291D6-A315-4D34-AB61-028F8CA20A8E}" dt="2026-08-18T16:53:48.422" v="2379" actId="790"/>
          <ac:spMkLst>
            <pc:docMk/>
            <pc:sldMk cId="2310149572" sldId="298"/>
            <ac:spMk id="14" creationId="{23CBA739-45B8-6FC7-B334-2FA30B0D0451}"/>
          </ac:spMkLst>
        </pc:spChg>
        <pc:spChg chg="mod">
          <ac:chgData name="Jason Klaas" userId="11fc57db0c578e4b" providerId="LiveId" clId="{10D291D6-A315-4D34-AB61-028F8CA20A8E}" dt="2026-08-18T16:53:48.422" v="2379" actId="790"/>
          <ac:spMkLst>
            <pc:docMk/>
            <pc:sldMk cId="2310149572" sldId="298"/>
            <ac:spMk id="17" creationId="{7A82F740-2DB0-AAA8-1665-679952CCDCA1}"/>
          </ac:spMkLst>
        </pc:spChg>
        <pc:spChg chg="mod">
          <ac:chgData name="Jason Klaas" userId="11fc57db0c578e4b" providerId="LiveId" clId="{10D291D6-A315-4D34-AB61-028F8CA20A8E}" dt="2026-08-18T16:53:48.422" v="2379" actId="790"/>
          <ac:spMkLst>
            <pc:docMk/>
            <pc:sldMk cId="2310149572" sldId="298"/>
            <ac:spMk id="21" creationId="{AAF75D31-326C-A08E-EFA1-0E6FA05974BD}"/>
          </ac:spMkLst>
        </pc:spChg>
        <pc:spChg chg="mod">
          <ac:chgData name="Jason Klaas" userId="11fc57db0c578e4b" providerId="LiveId" clId="{10D291D6-A315-4D34-AB61-028F8CA20A8E}" dt="2026-08-18T16:53:48.422" v="2379" actId="790"/>
          <ac:spMkLst>
            <pc:docMk/>
            <pc:sldMk cId="2310149572" sldId="298"/>
            <ac:spMk id="23" creationId="{1ACD1484-AE70-41C8-25FA-3558DE6AEE5B}"/>
          </ac:spMkLst>
        </pc:spChg>
        <pc:spChg chg="mod">
          <ac:chgData name="Jason Klaas" userId="11fc57db0c578e4b" providerId="LiveId" clId="{10D291D6-A315-4D34-AB61-028F8CA20A8E}" dt="2026-08-18T16:53:48.422" v="2379" actId="790"/>
          <ac:spMkLst>
            <pc:docMk/>
            <pc:sldMk cId="2310149572" sldId="298"/>
            <ac:spMk id="24" creationId="{DD61AC26-8FDF-FDFE-4DB0-CF3C2EF78E03}"/>
          </ac:spMkLst>
        </pc:spChg>
        <pc:spChg chg="mod">
          <ac:chgData name="Jason Klaas" userId="11fc57db0c578e4b" providerId="LiveId" clId="{10D291D6-A315-4D34-AB61-028F8CA20A8E}" dt="2026-08-18T16:53:48.422" v="2379" actId="790"/>
          <ac:spMkLst>
            <pc:docMk/>
            <pc:sldMk cId="2310149572" sldId="298"/>
            <ac:spMk id="25" creationId="{9B6B20CA-D053-58F1-22A2-EA1ED314EEB6}"/>
          </ac:spMkLst>
        </pc:spChg>
        <pc:spChg chg="mod">
          <ac:chgData name="Jason Klaas" userId="11fc57db0c578e4b" providerId="LiveId" clId="{10D291D6-A315-4D34-AB61-028F8CA20A8E}" dt="2026-08-18T16:53:48.422" v="2379" actId="790"/>
          <ac:spMkLst>
            <pc:docMk/>
            <pc:sldMk cId="2310149572" sldId="298"/>
            <ac:spMk id="26" creationId="{BD1B3BAB-49C2-1610-B9D4-9DEAADF50B94}"/>
          </ac:spMkLst>
        </pc:spChg>
      </pc:sldChg>
      <pc:sldChg chg="modSp mod">
        <pc:chgData name="Jason Klaas" userId="11fc57db0c578e4b" providerId="LiveId" clId="{10D291D6-A315-4D34-AB61-028F8CA20A8E}" dt="2026-08-18T16:53:48.422" v="2379" actId="790"/>
        <pc:sldMkLst>
          <pc:docMk/>
          <pc:sldMk cId="2118058739" sldId="299"/>
        </pc:sldMkLst>
        <pc:spChg chg="mod">
          <ac:chgData name="Jason Klaas" userId="11fc57db0c578e4b" providerId="LiveId" clId="{10D291D6-A315-4D34-AB61-028F8CA20A8E}" dt="2026-08-18T16:53:48.422" v="2379" actId="790"/>
          <ac:spMkLst>
            <pc:docMk/>
            <pc:sldMk cId="2118058739" sldId="299"/>
            <ac:spMk id="2" creationId="{F6433E56-DED0-B394-D117-79E4A3072295}"/>
          </ac:spMkLst>
        </pc:spChg>
        <pc:spChg chg="mod">
          <ac:chgData name="Jason Klaas" userId="11fc57db0c578e4b" providerId="LiveId" clId="{10D291D6-A315-4D34-AB61-028F8CA20A8E}" dt="2026-08-18T16:53:48.422" v="2379" actId="790"/>
          <ac:spMkLst>
            <pc:docMk/>
            <pc:sldMk cId="2118058739" sldId="299"/>
            <ac:spMk id="4" creationId="{35E84564-0E4A-FE99-78F0-58A7656A4BED}"/>
          </ac:spMkLst>
        </pc:spChg>
        <pc:spChg chg="mod">
          <ac:chgData name="Jason Klaas" userId="11fc57db0c578e4b" providerId="LiveId" clId="{10D291D6-A315-4D34-AB61-028F8CA20A8E}" dt="2026-08-18T16:53:48.422" v="2379" actId="790"/>
          <ac:spMkLst>
            <pc:docMk/>
            <pc:sldMk cId="2118058739" sldId="299"/>
            <ac:spMk id="19" creationId="{E3AD4BB0-CBA9-BE35-8BDE-9482DDAFD069}"/>
          </ac:spMkLst>
        </pc:spChg>
        <pc:spChg chg="mod">
          <ac:chgData name="Jason Klaas" userId="11fc57db0c578e4b" providerId="LiveId" clId="{10D291D6-A315-4D34-AB61-028F8CA20A8E}" dt="2026-08-18T16:53:48.422" v="2379" actId="790"/>
          <ac:spMkLst>
            <pc:docMk/>
            <pc:sldMk cId="2118058739" sldId="299"/>
            <ac:spMk id="20" creationId="{D3924B55-CE23-7D45-1B84-320F8C0B0DF0}"/>
          </ac:spMkLst>
        </pc:spChg>
        <pc:spChg chg="mod">
          <ac:chgData name="Jason Klaas" userId="11fc57db0c578e4b" providerId="LiveId" clId="{10D291D6-A315-4D34-AB61-028F8CA20A8E}" dt="2026-08-18T16:53:48.422" v="2379" actId="790"/>
          <ac:spMkLst>
            <pc:docMk/>
            <pc:sldMk cId="2118058739" sldId="299"/>
            <ac:spMk id="23" creationId="{1CAEE707-4433-E98C-8FCB-FD1E5EF83D35}"/>
          </ac:spMkLst>
        </pc:spChg>
        <pc:spChg chg="mod">
          <ac:chgData name="Jason Klaas" userId="11fc57db0c578e4b" providerId="LiveId" clId="{10D291D6-A315-4D34-AB61-028F8CA20A8E}" dt="2026-08-18T16:53:48.422" v="2379" actId="790"/>
          <ac:spMkLst>
            <pc:docMk/>
            <pc:sldMk cId="2118058739" sldId="299"/>
            <ac:spMk id="25" creationId="{50C6781A-7039-A2AF-6F58-9E16F74F90F9}"/>
          </ac:spMkLst>
        </pc:spChg>
        <pc:spChg chg="mod">
          <ac:chgData name="Jason Klaas" userId="11fc57db0c578e4b" providerId="LiveId" clId="{10D291D6-A315-4D34-AB61-028F8CA20A8E}" dt="2026-08-18T16:53:48.422" v="2379" actId="790"/>
          <ac:spMkLst>
            <pc:docMk/>
            <pc:sldMk cId="2118058739" sldId="299"/>
            <ac:spMk id="51" creationId="{EF1E8FB9-72EB-A819-A1CF-22F974752712}"/>
          </ac:spMkLst>
        </pc:spChg>
        <pc:spChg chg="mod">
          <ac:chgData name="Jason Klaas" userId="11fc57db0c578e4b" providerId="LiveId" clId="{10D291D6-A315-4D34-AB61-028F8CA20A8E}" dt="2026-08-18T16:53:48.422" v="2379" actId="790"/>
          <ac:spMkLst>
            <pc:docMk/>
            <pc:sldMk cId="2118058739" sldId="299"/>
            <ac:spMk id="53" creationId="{DEBB3524-41FC-ED63-ACE7-D4BFE1163BC0}"/>
          </ac:spMkLst>
        </pc:spChg>
        <pc:spChg chg="mod">
          <ac:chgData name="Jason Klaas" userId="11fc57db0c578e4b" providerId="LiveId" clId="{10D291D6-A315-4D34-AB61-028F8CA20A8E}" dt="2026-08-18T16:53:48.422" v="2379" actId="790"/>
          <ac:spMkLst>
            <pc:docMk/>
            <pc:sldMk cId="2118058739" sldId="299"/>
            <ac:spMk id="61" creationId="{4E3BDEA9-AC11-B46D-7E23-AAE08C27193F}"/>
          </ac:spMkLst>
        </pc:spChg>
        <pc:spChg chg="mod">
          <ac:chgData name="Jason Klaas" userId="11fc57db0c578e4b" providerId="LiveId" clId="{10D291D6-A315-4D34-AB61-028F8CA20A8E}" dt="2026-08-18T16:53:48.422" v="2379" actId="790"/>
          <ac:spMkLst>
            <pc:docMk/>
            <pc:sldMk cId="2118058739" sldId="299"/>
            <ac:spMk id="63" creationId="{8218E426-4E13-8DF5-C3AA-1CA33DC597EA}"/>
          </ac:spMkLst>
        </pc:spChg>
      </pc:sldChg>
      <pc:sldChg chg="modSp mod">
        <pc:chgData name="Jason Klaas" userId="11fc57db0c578e4b" providerId="LiveId" clId="{10D291D6-A315-4D34-AB61-028F8CA20A8E}" dt="2026-08-18T16:53:48.422" v="2379" actId="790"/>
        <pc:sldMkLst>
          <pc:docMk/>
          <pc:sldMk cId="3786739178" sldId="300"/>
        </pc:sldMkLst>
        <pc:spChg chg="mod">
          <ac:chgData name="Jason Klaas" userId="11fc57db0c578e4b" providerId="LiveId" clId="{10D291D6-A315-4D34-AB61-028F8CA20A8E}" dt="2026-08-18T16:53:48.422" v="2379" actId="790"/>
          <ac:spMkLst>
            <pc:docMk/>
            <pc:sldMk cId="3786739178" sldId="300"/>
            <ac:spMk id="10" creationId="{C30360F5-4B86-2801-7238-0A441ABB1AF9}"/>
          </ac:spMkLst>
        </pc:spChg>
        <pc:spChg chg="mod">
          <ac:chgData name="Jason Klaas" userId="11fc57db0c578e4b" providerId="LiveId" clId="{10D291D6-A315-4D34-AB61-028F8CA20A8E}" dt="2026-08-18T16:53:48.422" v="2379" actId="790"/>
          <ac:spMkLst>
            <pc:docMk/>
            <pc:sldMk cId="3786739178" sldId="300"/>
            <ac:spMk id="39" creationId="{C7D8B29D-A0D7-B088-B9F1-5AA7A6E2690F}"/>
          </ac:spMkLst>
        </pc:spChg>
        <pc:spChg chg="mod">
          <ac:chgData name="Jason Klaas" userId="11fc57db0c578e4b" providerId="LiveId" clId="{10D291D6-A315-4D34-AB61-028F8CA20A8E}" dt="2026-08-18T16:53:48.422" v="2379" actId="790"/>
          <ac:spMkLst>
            <pc:docMk/>
            <pc:sldMk cId="3786739178" sldId="300"/>
            <ac:spMk id="44" creationId="{F055FBD8-CA94-B845-EEED-3C8653970C20}"/>
          </ac:spMkLst>
        </pc:spChg>
        <pc:spChg chg="mod">
          <ac:chgData name="Jason Klaas" userId="11fc57db0c578e4b" providerId="LiveId" clId="{10D291D6-A315-4D34-AB61-028F8CA20A8E}" dt="2026-08-18T16:53:48.422" v="2379" actId="790"/>
          <ac:spMkLst>
            <pc:docMk/>
            <pc:sldMk cId="3786739178" sldId="300"/>
            <ac:spMk id="47" creationId="{D016E71A-1764-7607-9773-609EC15996A6}"/>
          </ac:spMkLst>
        </pc:spChg>
        <pc:spChg chg="mod">
          <ac:chgData name="Jason Klaas" userId="11fc57db0c578e4b" providerId="LiveId" clId="{10D291D6-A315-4D34-AB61-028F8CA20A8E}" dt="2026-08-18T16:53:48.422" v="2379" actId="790"/>
          <ac:spMkLst>
            <pc:docMk/>
            <pc:sldMk cId="3786739178" sldId="300"/>
            <ac:spMk id="55" creationId="{233023BB-955D-A909-C22F-4A789A3B1F58}"/>
          </ac:spMkLst>
        </pc:spChg>
        <pc:spChg chg="mod">
          <ac:chgData name="Jason Klaas" userId="11fc57db0c578e4b" providerId="LiveId" clId="{10D291D6-A315-4D34-AB61-028F8CA20A8E}" dt="2026-08-18T16:53:48.422" v="2379" actId="790"/>
          <ac:spMkLst>
            <pc:docMk/>
            <pc:sldMk cId="3786739178" sldId="300"/>
            <ac:spMk id="66" creationId="{475F4F83-9A5C-3B33-C53B-AD5B99357784}"/>
          </ac:spMkLst>
        </pc:spChg>
        <pc:spChg chg="mod">
          <ac:chgData name="Jason Klaas" userId="11fc57db0c578e4b" providerId="LiveId" clId="{10D291D6-A315-4D34-AB61-028F8CA20A8E}" dt="2026-08-18T16:53:48.422" v="2379" actId="790"/>
          <ac:spMkLst>
            <pc:docMk/>
            <pc:sldMk cId="3786739178" sldId="300"/>
            <ac:spMk id="93" creationId="{9B7002D6-688E-481B-9266-BB5824DF1CA1}"/>
          </ac:spMkLst>
        </pc:spChg>
        <pc:spChg chg="mod">
          <ac:chgData name="Jason Klaas" userId="11fc57db0c578e4b" providerId="LiveId" clId="{10D291D6-A315-4D34-AB61-028F8CA20A8E}" dt="2026-08-18T16:53:48.422" v="2379" actId="790"/>
          <ac:spMkLst>
            <pc:docMk/>
            <pc:sldMk cId="3786739178" sldId="300"/>
            <ac:spMk id="95" creationId="{BDA946D6-5C6A-7012-37AC-F75A8947261D}"/>
          </ac:spMkLst>
        </pc:spChg>
        <pc:spChg chg="mod">
          <ac:chgData name="Jason Klaas" userId="11fc57db0c578e4b" providerId="LiveId" clId="{10D291D6-A315-4D34-AB61-028F8CA20A8E}" dt="2026-08-18T16:53:48.422" v="2379" actId="790"/>
          <ac:spMkLst>
            <pc:docMk/>
            <pc:sldMk cId="3786739178" sldId="300"/>
            <ac:spMk id="104" creationId="{00955FE0-D470-A5D9-86DF-AF37A11019C3}"/>
          </ac:spMkLst>
        </pc:spChg>
        <pc:spChg chg="mod">
          <ac:chgData name="Jason Klaas" userId="11fc57db0c578e4b" providerId="LiveId" clId="{10D291D6-A315-4D34-AB61-028F8CA20A8E}" dt="2026-08-18T16:53:48.422" v="2379" actId="790"/>
          <ac:spMkLst>
            <pc:docMk/>
            <pc:sldMk cId="3786739178" sldId="300"/>
            <ac:spMk id="105" creationId="{C2217010-76ED-0DE6-1413-96F1D9283A58}"/>
          </ac:spMkLst>
        </pc:spChg>
      </pc:sldChg>
      <pc:sldChg chg="modSp mod">
        <pc:chgData name="Jason Klaas" userId="11fc57db0c578e4b" providerId="LiveId" clId="{10D291D6-A315-4D34-AB61-028F8CA20A8E}" dt="2026-08-18T16:53:48.422" v="2379" actId="790"/>
        <pc:sldMkLst>
          <pc:docMk/>
          <pc:sldMk cId="728778457" sldId="301"/>
        </pc:sldMkLst>
        <pc:spChg chg="mod">
          <ac:chgData name="Jason Klaas" userId="11fc57db0c578e4b" providerId="LiveId" clId="{10D291D6-A315-4D34-AB61-028F8CA20A8E}" dt="2026-08-18T16:53:48.422" v="2379" actId="790"/>
          <ac:spMkLst>
            <pc:docMk/>
            <pc:sldMk cId="728778457" sldId="301"/>
            <ac:spMk id="3" creationId="{F24B92E2-1E3C-E9A9-05B4-BE1E3D34A79A}"/>
          </ac:spMkLst>
        </pc:spChg>
        <pc:spChg chg="mod">
          <ac:chgData name="Jason Klaas" userId="11fc57db0c578e4b" providerId="LiveId" clId="{10D291D6-A315-4D34-AB61-028F8CA20A8E}" dt="2026-08-18T16:53:48.422" v="2379" actId="790"/>
          <ac:spMkLst>
            <pc:docMk/>
            <pc:sldMk cId="728778457" sldId="301"/>
            <ac:spMk id="5" creationId="{085BD714-783F-2E58-20C8-EAFEF40F11E7}"/>
          </ac:spMkLst>
        </pc:spChg>
        <pc:spChg chg="mod">
          <ac:chgData name="Jason Klaas" userId="11fc57db0c578e4b" providerId="LiveId" clId="{10D291D6-A315-4D34-AB61-028F8CA20A8E}" dt="2026-08-18T16:53:48.422" v="2379" actId="790"/>
          <ac:spMkLst>
            <pc:docMk/>
            <pc:sldMk cId="728778457" sldId="301"/>
            <ac:spMk id="7" creationId="{637C6395-8A31-9696-F492-316DE78C2C56}"/>
          </ac:spMkLst>
        </pc:spChg>
        <pc:spChg chg="mod">
          <ac:chgData name="Jason Klaas" userId="11fc57db0c578e4b" providerId="LiveId" clId="{10D291D6-A315-4D34-AB61-028F8CA20A8E}" dt="2026-08-18T16:53:48.422" v="2379" actId="790"/>
          <ac:spMkLst>
            <pc:docMk/>
            <pc:sldMk cId="728778457" sldId="301"/>
            <ac:spMk id="10" creationId="{84395FC2-2B86-423D-DDAF-7BD2F9D48E08}"/>
          </ac:spMkLst>
        </pc:spChg>
        <pc:spChg chg="mod">
          <ac:chgData name="Jason Klaas" userId="11fc57db0c578e4b" providerId="LiveId" clId="{10D291D6-A315-4D34-AB61-028F8CA20A8E}" dt="2026-08-18T16:53:48.422" v="2379" actId="790"/>
          <ac:spMkLst>
            <pc:docMk/>
            <pc:sldMk cId="728778457" sldId="301"/>
            <ac:spMk id="13" creationId="{38E258FE-85E6-5402-22E0-DFA749E2D259}"/>
          </ac:spMkLst>
        </pc:spChg>
        <pc:spChg chg="mod">
          <ac:chgData name="Jason Klaas" userId="11fc57db0c578e4b" providerId="LiveId" clId="{10D291D6-A315-4D34-AB61-028F8CA20A8E}" dt="2026-08-18T16:53:48.422" v="2379" actId="790"/>
          <ac:spMkLst>
            <pc:docMk/>
            <pc:sldMk cId="728778457" sldId="301"/>
            <ac:spMk id="18" creationId="{6CFA25FF-165D-C809-975D-85D45A9526A8}"/>
          </ac:spMkLst>
        </pc:spChg>
        <pc:spChg chg="mod">
          <ac:chgData name="Jason Klaas" userId="11fc57db0c578e4b" providerId="LiveId" clId="{10D291D6-A315-4D34-AB61-028F8CA20A8E}" dt="2026-08-18T16:53:48.422" v="2379" actId="790"/>
          <ac:spMkLst>
            <pc:docMk/>
            <pc:sldMk cId="728778457" sldId="301"/>
            <ac:spMk id="22" creationId="{A41E4C9E-EC21-F17B-E649-8BF6A8A46746}"/>
          </ac:spMkLst>
        </pc:spChg>
        <pc:spChg chg="mod">
          <ac:chgData name="Jason Klaas" userId="11fc57db0c578e4b" providerId="LiveId" clId="{10D291D6-A315-4D34-AB61-028F8CA20A8E}" dt="2026-08-18T16:53:48.422" v="2379" actId="790"/>
          <ac:spMkLst>
            <pc:docMk/>
            <pc:sldMk cId="728778457" sldId="301"/>
            <ac:spMk id="28" creationId="{FAE486D8-BA02-E2F1-9006-82046D1E571C}"/>
          </ac:spMkLst>
        </pc:spChg>
        <pc:spChg chg="mod">
          <ac:chgData name="Jason Klaas" userId="11fc57db0c578e4b" providerId="LiveId" clId="{10D291D6-A315-4D34-AB61-028F8CA20A8E}" dt="2026-08-18T16:53:48.422" v="2379" actId="790"/>
          <ac:spMkLst>
            <pc:docMk/>
            <pc:sldMk cId="728778457" sldId="301"/>
            <ac:spMk id="32" creationId="{8E7CFDC6-62D3-BAB6-8863-A1661B9C26D1}"/>
          </ac:spMkLst>
        </pc:spChg>
        <pc:spChg chg="mod">
          <ac:chgData name="Jason Klaas" userId="11fc57db0c578e4b" providerId="LiveId" clId="{10D291D6-A315-4D34-AB61-028F8CA20A8E}" dt="2026-08-18T16:53:48.422" v="2379" actId="790"/>
          <ac:spMkLst>
            <pc:docMk/>
            <pc:sldMk cId="728778457" sldId="301"/>
            <ac:spMk id="49" creationId="{AD53DD34-9ADD-C215-09A2-05E10C431953}"/>
          </ac:spMkLst>
        </pc:spChg>
      </pc:sldChg>
      <pc:sldChg chg="addSp delSp modSp mod">
        <pc:chgData name="Jason Klaas" userId="11fc57db0c578e4b" providerId="LiveId" clId="{10D291D6-A315-4D34-AB61-028F8CA20A8E}" dt="2026-08-18T19:43:14.489" v="2436"/>
        <pc:sldMkLst>
          <pc:docMk/>
          <pc:sldMk cId="2736261930" sldId="302"/>
        </pc:sldMkLst>
        <pc:spChg chg="mod">
          <ac:chgData name="Jason Klaas" userId="11fc57db0c578e4b" providerId="LiveId" clId="{10D291D6-A315-4D34-AB61-028F8CA20A8E}" dt="2026-08-18T16:53:48.422" v="2379" actId="790"/>
          <ac:spMkLst>
            <pc:docMk/>
            <pc:sldMk cId="2736261930" sldId="302"/>
            <ac:spMk id="3" creationId="{85C6D1F0-01CC-E882-C648-3168F9EB9A9C}"/>
          </ac:spMkLst>
        </pc:spChg>
        <pc:spChg chg="mod">
          <ac:chgData name="Jason Klaas" userId="11fc57db0c578e4b" providerId="LiveId" clId="{10D291D6-A315-4D34-AB61-028F8CA20A8E}" dt="2026-08-18T19:42:08.427" v="2425" actId="790"/>
          <ac:spMkLst>
            <pc:docMk/>
            <pc:sldMk cId="2736261930" sldId="302"/>
            <ac:spMk id="4" creationId="{84A42581-DB33-6A4B-00BB-2644A9A4E4FE}"/>
          </ac:spMkLst>
        </pc:spChg>
        <pc:spChg chg="mod">
          <ac:chgData name="Jason Klaas" userId="11fc57db0c578e4b" providerId="LiveId" clId="{10D291D6-A315-4D34-AB61-028F8CA20A8E}" dt="2026-08-18T19:42:08.427" v="2425" actId="790"/>
          <ac:spMkLst>
            <pc:docMk/>
            <pc:sldMk cId="2736261930" sldId="302"/>
            <ac:spMk id="5" creationId="{E25D5448-9D96-AC28-CF3C-147ADA8A9314}"/>
          </ac:spMkLst>
        </pc:spChg>
        <pc:spChg chg="mod">
          <ac:chgData name="Jason Klaas" userId="11fc57db0c578e4b" providerId="LiveId" clId="{10D291D6-A315-4D34-AB61-028F8CA20A8E}" dt="2026-08-18T16:53:48.422" v="2379" actId="790"/>
          <ac:spMkLst>
            <pc:docMk/>
            <pc:sldMk cId="2736261930" sldId="302"/>
            <ac:spMk id="9" creationId="{DBA4077C-7F1D-876D-35F5-9D989BCE3480}"/>
          </ac:spMkLst>
        </pc:spChg>
        <pc:spChg chg="mod">
          <ac:chgData name="Jason Klaas" userId="11fc57db0c578e4b" providerId="LiveId" clId="{10D291D6-A315-4D34-AB61-028F8CA20A8E}" dt="2026-08-18T19:42:08.427" v="2425" actId="790"/>
          <ac:spMkLst>
            <pc:docMk/>
            <pc:sldMk cId="2736261930" sldId="302"/>
            <ac:spMk id="14" creationId="{15A4E50A-8071-D875-11AF-97A4CF8C2E84}"/>
          </ac:spMkLst>
        </pc:spChg>
        <pc:spChg chg="mod">
          <ac:chgData name="Jason Klaas" userId="11fc57db0c578e4b" providerId="LiveId" clId="{10D291D6-A315-4D34-AB61-028F8CA20A8E}" dt="2026-08-18T19:42:08.427" v="2425" actId="790"/>
          <ac:spMkLst>
            <pc:docMk/>
            <pc:sldMk cId="2736261930" sldId="302"/>
            <ac:spMk id="15" creationId="{FF887423-D874-6B57-FFA0-2877F6A7266F}"/>
          </ac:spMkLst>
        </pc:spChg>
        <pc:spChg chg="mod">
          <ac:chgData name="Jason Klaas" userId="11fc57db0c578e4b" providerId="LiveId" clId="{10D291D6-A315-4D34-AB61-028F8CA20A8E}" dt="2026-08-18T19:42:08.427" v="2425" actId="790"/>
          <ac:spMkLst>
            <pc:docMk/>
            <pc:sldMk cId="2736261930" sldId="302"/>
            <ac:spMk id="18" creationId="{BA07EBE4-BF7C-42DE-940C-A5205E7D5A21}"/>
          </ac:spMkLst>
        </pc:spChg>
        <pc:spChg chg="mod">
          <ac:chgData name="Jason Klaas" userId="11fc57db0c578e4b" providerId="LiveId" clId="{10D291D6-A315-4D34-AB61-028F8CA20A8E}" dt="2026-08-18T19:42:08.427" v="2425" actId="790"/>
          <ac:spMkLst>
            <pc:docMk/>
            <pc:sldMk cId="2736261930" sldId="302"/>
            <ac:spMk id="19" creationId="{B7F64627-6F16-45C9-BAC8-9F282DF70071}"/>
          </ac:spMkLst>
        </pc:spChg>
        <pc:spChg chg="mod">
          <ac:chgData name="Jason Klaas" userId="11fc57db0c578e4b" providerId="LiveId" clId="{10D291D6-A315-4D34-AB61-028F8CA20A8E}" dt="2026-08-18T19:42:08.427" v="2425" actId="790"/>
          <ac:spMkLst>
            <pc:docMk/>
            <pc:sldMk cId="2736261930" sldId="302"/>
            <ac:spMk id="21" creationId="{235D1883-11EF-CB1F-D332-DC594814517A}"/>
          </ac:spMkLst>
        </pc:spChg>
        <pc:spChg chg="mod">
          <ac:chgData name="Jason Klaas" userId="11fc57db0c578e4b" providerId="LiveId" clId="{10D291D6-A315-4D34-AB61-028F8CA20A8E}" dt="2026-08-18T19:42:08.427" v="2425" actId="790"/>
          <ac:spMkLst>
            <pc:docMk/>
            <pc:sldMk cId="2736261930" sldId="302"/>
            <ac:spMk id="23" creationId="{BF136CD0-69F1-DBBB-E9B7-6357F06BC077}"/>
          </ac:spMkLst>
        </pc:spChg>
        <pc:spChg chg="mod">
          <ac:chgData name="Jason Klaas" userId="11fc57db0c578e4b" providerId="LiveId" clId="{10D291D6-A315-4D34-AB61-028F8CA20A8E}" dt="2026-08-18T19:42:08.427" v="2425" actId="790"/>
          <ac:spMkLst>
            <pc:docMk/>
            <pc:sldMk cId="2736261930" sldId="302"/>
            <ac:spMk id="26" creationId="{D355E953-E500-A63F-3827-217ADC6AE412}"/>
          </ac:spMkLst>
        </pc:spChg>
        <pc:spChg chg="add del mod">
          <ac:chgData name="Jason Klaas" userId="11fc57db0c578e4b" providerId="LiveId" clId="{10D291D6-A315-4D34-AB61-028F8CA20A8E}" dt="2026-08-18T19:42:51.392" v="2432"/>
          <ac:spMkLst>
            <pc:docMk/>
            <pc:sldMk cId="2736261930" sldId="302"/>
            <ac:spMk id="30" creationId="{23235F93-0603-5053-DAE2-6159B48D1939}"/>
          </ac:spMkLst>
        </pc:spChg>
        <pc:spChg chg="mod">
          <ac:chgData name="Jason Klaas" userId="11fc57db0c578e4b" providerId="LiveId" clId="{10D291D6-A315-4D34-AB61-028F8CA20A8E}" dt="2026-08-18T19:42:08.427" v="2425" actId="790"/>
          <ac:spMkLst>
            <pc:docMk/>
            <pc:sldMk cId="2736261930" sldId="302"/>
            <ac:spMk id="31" creationId="{5D9FD946-243D-661F-DC0D-6E94568F57D8}"/>
          </ac:spMkLst>
        </pc:spChg>
        <pc:spChg chg="add del mod">
          <ac:chgData name="Jason Klaas" userId="11fc57db0c578e4b" providerId="LiveId" clId="{10D291D6-A315-4D34-AB61-028F8CA20A8E}" dt="2026-08-18T19:43:14.489" v="2436"/>
          <ac:spMkLst>
            <pc:docMk/>
            <pc:sldMk cId="2736261930" sldId="302"/>
            <ac:spMk id="32" creationId="{6464712B-2FE7-4439-6437-112C4B170901}"/>
          </ac:spMkLst>
        </pc:spChg>
      </pc:sldChg>
      <pc:sldChg chg="addSp delSp modSp add mod ord">
        <pc:chgData name="Jason Klaas" userId="11fc57db0c578e4b" providerId="LiveId" clId="{10D291D6-A315-4D34-AB61-028F8CA20A8E}" dt="2026-08-18T16:55:00.294" v="2413"/>
        <pc:sldMkLst>
          <pc:docMk/>
          <pc:sldMk cId="2071927749" sldId="303"/>
        </pc:sldMkLst>
        <pc:spChg chg="mod">
          <ac:chgData name="Jason Klaas" userId="11fc57db0c578e4b" providerId="LiveId" clId="{10D291D6-A315-4D34-AB61-028F8CA20A8E}" dt="2026-08-18T16:53:48.422" v="2379" actId="790"/>
          <ac:spMkLst>
            <pc:docMk/>
            <pc:sldMk cId="2071927749" sldId="303"/>
            <ac:spMk id="2" creationId="{CCCD8053-2ACB-5D63-5EDA-F78F9E0DEF65}"/>
          </ac:spMkLst>
        </pc:spChg>
        <pc:spChg chg="mod">
          <ac:chgData name="Jason Klaas" userId="11fc57db0c578e4b" providerId="LiveId" clId="{10D291D6-A315-4D34-AB61-028F8CA20A8E}" dt="2026-08-18T16:53:48.422" v="2379" actId="790"/>
          <ac:spMkLst>
            <pc:docMk/>
            <pc:sldMk cId="2071927749" sldId="303"/>
            <ac:spMk id="4" creationId="{0BF58FEE-272C-781F-7765-4E5D4830067B}"/>
          </ac:spMkLst>
        </pc:spChg>
        <pc:spChg chg="del mod">
          <ac:chgData name="Jason Klaas" userId="11fc57db0c578e4b" providerId="LiveId" clId="{10D291D6-A315-4D34-AB61-028F8CA20A8E}" dt="2026-08-18T16:05:57.123" v="1597" actId="478"/>
          <ac:spMkLst>
            <pc:docMk/>
            <pc:sldMk cId="2071927749" sldId="303"/>
            <ac:spMk id="5" creationId="{FC1E8F43-B64E-CF62-9C73-C17A772097F8}"/>
          </ac:spMkLst>
        </pc:spChg>
        <pc:spChg chg="add del mod">
          <ac:chgData name="Jason Klaas" userId="11fc57db0c578e4b" providerId="LiveId" clId="{10D291D6-A315-4D34-AB61-028F8CA20A8E}" dt="2026-08-18T16:05:57.186" v="1599"/>
          <ac:spMkLst>
            <pc:docMk/>
            <pc:sldMk cId="2071927749" sldId="303"/>
            <ac:spMk id="6" creationId="{688A5BBF-F9D8-52E5-E7EF-00438D496977}"/>
          </ac:spMkLst>
        </pc:spChg>
        <pc:spChg chg="add del mod">
          <ac:chgData name="Jason Klaas" userId="11fc57db0c578e4b" providerId="LiveId" clId="{10D291D6-A315-4D34-AB61-028F8CA20A8E}" dt="2026-08-18T16:07:18.950" v="1620" actId="478"/>
          <ac:spMkLst>
            <pc:docMk/>
            <pc:sldMk cId="2071927749" sldId="303"/>
            <ac:spMk id="10" creationId="{7825D623-4951-8CA8-6652-1173639ABFD9}"/>
          </ac:spMkLst>
        </pc:spChg>
        <pc:spChg chg="del">
          <ac:chgData name="Jason Klaas" userId="11fc57db0c578e4b" providerId="LiveId" clId="{10D291D6-A315-4D34-AB61-028F8CA20A8E}" dt="2026-08-18T16:06:27.788" v="1606" actId="478"/>
          <ac:spMkLst>
            <pc:docMk/>
            <pc:sldMk cId="2071927749" sldId="303"/>
            <ac:spMk id="12" creationId="{D1DD7981-4242-36C6-3705-B5E30CEF2A21}"/>
          </ac:spMkLst>
        </pc:spChg>
        <pc:spChg chg="del">
          <ac:chgData name="Jason Klaas" userId="11fc57db0c578e4b" providerId="LiveId" clId="{10D291D6-A315-4D34-AB61-028F8CA20A8E}" dt="2026-08-18T16:06:29.693" v="1607" actId="478"/>
          <ac:spMkLst>
            <pc:docMk/>
            <pc:sldMk cId="2071927749" sldId="303"/>
            <ac:spMk id="13" creationId="{A081D4A1-416C-6985-62FB-9DC76E298EE3}"/>
          </ac:spMkLst>
        </pc:spChg>
        <pc:spChg chg="add del">
          <ac:chgData name="Jason Klaas" userId="11fc57db0c578e4b" providerId="LiveId" clId="{10D291D6-A315-4D34-AB61-028F8CA20A8E}" dt="2026-08-18T16:07:24.280" v="1622" actId="478"/>
          <ac:spMkLst>
            <pc:docMk/>
            <pc:sldMk cId="2071927749" sldId="303"/>
            <ac:spMk id="14" creationId="{15EEF667-DD2B-940B-1F38-01D0FCBE62F2}"/>
          </ac:spMkLst>
        </pc:spChg>
        <pc:spChg chg="add mod">
          <ac:chgData name="Jason Klaas" userId="11fc57db0c578e4b" providerId="LiveId" clId="{10D291D6-A315-4D34-AB61-028F8CA20A8E}" dt="2026-08-18T16:53:48.422" v="2379" actId="790"/>
          <ac:spMkLst>
            <pc:docMk/>
            <pc:sldMk cId="2071927749" sldId="303"/>
            <ac:spMk id="16" creationId="{CA885CA0-EEDE-6617-54EF-58C38718E1F1}"/>
          </ac:spMkLst>
        </pc:spChg>
        <pc:spChg chg="del">
          <ac:chgData name="Jason Klaas" userId="11fc57db0c578e4b" providerId="LiveId" clId="{10D291D6-A315-4D34-AB61-028F8CA20A8E}" dt="2026-08-18T16:06:25.655" v="1604" actId="478"/>
          <ac:spMkLst>
            <pc:docMk/>
            <pc:sldMk cId="2071927749" sldId="303"/>
            <ac:spMk id="17" creationId="{3A8913A7-0048-94EC-848A-816875EE2E15}"/>
          </ac:spMkLst>
        </pc:spChg>
        <pc:spChg chg="del mod">
          <ac:chgData name="Jason Klaas" userId="11fc57db0c578e4b" providerId="LiveId" clId="{10D291D6-A315-4D34-AB61-028F8CA20A8E}" dt="2026-08-18T16:06:24.701" v="1603"/>
          <ac:spMkLst>
            <pc:docMk/>
            <pc:sldMk cId="2071927749" sldId="303"/>
            <ac:spMk id="19" creationId="{4451D71C-FC21-D4C8-4C7B-F2100945AD24}"/>
          </ac:spMkLst>
        </pc:spChg>
        <pc:spChg chg="mod">
          <ac:chgData name="Jason Klaas" userId="11fc57db0c578e4b" providerId="LiveId" clId="{10D291D6-A315-4D34-AB61-028F8CA20A8E}" dt="2026-08-18T16:17:17.589" v="1787" actId="1076"/>
          <ac:spMkLst>
            <pc:docMk/>
            <pc:sldMk cId="2071927749" sldId="303"/>
            <ac:spMk id="21" creationId="{C1B5A827-B107-A22F-05D4-26476F664EBE}"/>
          </ac:spMkLst>
        </pc:spChg>
        <pc:spChg chg="mod">
          <ac:chgData name="Jason Klaas" userId="11fc57db0c578e4b" providerId="LiveId" clId="{10D291D6-A315-4D34-AB61-028F8CA20A8E}" dt="2026-08-18T16:53:48.422" v="2379" actId="790"/>
          <ac:spMkLst>
            <pc:docMk/>
            <pc:sldMk cId="2071927749" sldId="303"/>
            <ac:spMk id="23" creationId="{66EA8023-8EB7-4B72-6D7B-4729AA70391D}"/>
          </ac:spMkLst>
        </pc:spChg>
        <pc:spChg chg="add mod">
          <ac:chgData name="Jason Klaas" userId="11fc57db0c578e4b" providerId="LiveId" clId="{10D291D6-A315-4D34-AB61-028F8CA20A8E}" dt="2026-08-18T16:17:17.589" v="1787" actId="1076"/>
          <ac:spMkLst>
            <pc:docMk/>
            <pc:sldMk cId="2071927749" sldId="303"/>
            <ac:spMk id="24" creationId="{337A3D91-46A8-32A2-349B-A43B916C1534}"/>
          </ac:spMkLst>
        </pc:spChg>
        <pc:spChg chg="mod">
          <ac:chgData name="Jason Klaas" userId="11fc57db0c578e4b" providerId="LiveId" clId="{10D291D6-A315-4D34-AB61-028F8CA20A8E}" dt="2026-08-18T16:53:48.422" v="2379" actId="790"/>
          <ac:spMkLst>
            <pc:docMk/>
            <pc:sldMk cId="2071927749" sldId="303"/>
            <ac:spMk id="28" creationId="{B725D247-4468-14EB-1FB0-77B2B79CA15E}"/>
          </ac:spMkLst>
        </pc:spChg>
        <pc:spChg chg="del mod">
          <ac:chgData name="Jason Klaas" userId="11fc57db0c578e4b" providerId="LiveId" clId="{10D291D6-A315-4D34-AB61-028F8CA20A8E}" dt="2026-08-18T16:06:35.956" v="1609" actId="478"/>
          <ac:spMkLst>
            <pc:docMk/>
            <pc:sldMk cId="2071927749" sldId="303"/>
            <ac:spMk id="37" creationId="{E465A9AC-C3CC-68E1-98E3-F8BBE4B97A4F}"/>
          </ac:spMkLst>
        </pc:spChg>
        <pc:spChg chg="add mod">
          <ac:chgData name="Jason Klaas" userId="11fc57db0c578e4b" providerId="LiveId" clId="{10D291D6-A315-4D34-AB61-028F8CA20A8E}" dt="2026-08-18T16:32:43.831" v="2179" actId="1076"/>
          <ac:spMkLst>
            <pc:docMk/>
            <pc:sldMk cId="2071927749" sldId="303"/>
            <ac:spMk id="38" creationId="{8CC81884-46E1-8977-F090-BEDD666370F9}"/>
          </ac:spMkLst>
        </pc:spChg>
        <pc:spChg chg="mod">
          <ac:chgData name="Jason Klaas" userId="11fc57db0c578e4b" providerId="LiveId" clId="{10D291D6-A315-4D34-AB61-028F8CA20A8E}" dt="2026-08-18T16:04:24.919" v="1593" actId="20577"/>
          <ac:spMkLst>
            <pc:docMk/>
            <pc:sldMk cId="2071927749" sldId="303"/>
            <ac:spMk id="39" creationId="{C6022530-CC71-22A2-A14E-22A5090D9599}"/>
          </ac:spMkLst>
        </pc:spChg>
        <pc:spChg chg="mod">
          <ac:chgData name="Jason Klaas" userId="11fc57db0c578e4b" providerId="LiveId" clId="{10D291D6-A315-4D34-AB61-028F8CA20A8E}" dt="2026-08-18T16:55:00.294" v="2413"/>
          <ac:spMkLst>
            <pc:docMk/>
            <pc:sldMk cId="2071927749" sldId="303"/>
            <ac:spMk id="41" creationId="{674CBD74-5E61-5A88-1DF3-C944366FC60C}"/>
          </ac:spMkLst>
        </pc:spChg>
        <pc:spChg chg="add del">
          <ac:chgData name="Jason Klaas" userId="11fc57db0c578e4b" providerId="LiveId" clId="{10D291D6-A315-4D34-AB61-028F8CA20A8E}" dt="2026-08-18T16:13:14.685" v="1702" actId="478"/>
          <ac:spMkLst>
            <pc:docMk/>
            <pc:sldMk cId="2071927749" sldId="303"/>
            <ac:spMk id="42" creationId="{0236A827-9B61-632B-F315-98EBD313A2E6}"/>
          </ac:spMkLst>
        </pc:spChg>
        <pc:spChg chg="add mod">
          <ac:chgData name="Jason Klaas" userId="11fc57db0c578e4b" providerId="LiveId" clId="{10D291D6-A315-4D34-AB61-028F8CA20A8E}" dt="2026-08-18T16:32:52.287" v="2180" actId="1076"/>
          <ac:spMkLst>
            <pc:docMk/>
            <pc:sldMk cId="2071927749" sldId="303"/>
            <ac:spMk id="46" creationId="{51C10097-AB84-BD55-E6D5-E0D1C17BBAE9}"/>
          </ac:spMkLst>
        </pc:spChg>
        <pc:spChg chg="mod">
          <ac:chgData name="Jason Klaas" userId="11fc57db0c578e4b" providerId="LiveId" clId="{10D291D6-A315-4D34-AB61-028F8CA20A8E}" dt="2026-08-18T16:53:48.422" v="2379" actId="790"/>
          <ac:spMkLst>
            <pc:docMk/>
            <pc:sldMk cId="2071927749" sldId="303"/>
            <ac:spMk id="47" creationId="{778767C6-0EB6-F81C-C1CA-52CA80B2D106}"/>
          </ac:spMkLst>
        </pc:spChg>
        <pc:spChg chg="mod">
          <ac:chgData name="Jason Klaas" userId="11fc57db0c578e4b" providerId="LiveId" clId="{10D291D6-A315-4D34-AB61-028F8CA20A8E}" dt="2026-08-18T16:53:48.422" v="2379" actId="790"/>
          <ac:spMkLst>
            <pc:docMk/>
            <pc:sldMk cId="2071927749" sldId="303"/>
            <ac:spMk id="53" creationId="{A8E57BA8-F47F-06D3-65A8-45A39899E6F6}"/>
          </ac:spMkLst>
        </pc:spChg>
        <pc:spChg chg="add mod">
          <ac:chgData name="Jason Klaas" userId="11fc57db0c578e4b" providerId="LiveId" clId="{10D291D6-A315-4D34-AB61-028F8CA20A8E}" dt="2026-08-18T16:53:48.422" v="2379" actId="790"/>
          <ac:spMkLst>
            <pc:docMk/>
            <pc:sldMk cId="2071927749" sldId="303"/>
            <ac:spMk id="55" creationId="{D6B88455-2010-E348-3DE2-3BAAF4653602}"/>
          </ac:spMkLst>
        </pc:spChg>
        <pc:spChg chg="add mod">
          <ac:chgData name="Jason Klaas" userId="11fc57db0c578e4b" providerId="LiveId" clId="{10D291D6-A315-4D34-AB61-028F8CA20A8E}" dt="2026-08-18T16:53:48.422" v="2379" actId="790"/>
          <ac:spMkLst>
            <pc:docMk/>
            <pc:sldMk cId="2071927749" sldId="303"/>
            <ac:spMk id="899" creationId="{CACE282B-F213-B5EB-CAE1-54B93863295E}"/>
          </ac:spMkLst>
        </pc:spChg>
        <pc:spChg chg="mod">
          <ac:chgData name="Jason Klaas" userId="11fc57db0c578e4b" providerId="LiveId" clId="{10D291D6-A315-4D34-AB61-028F8CA20A8E}" dt="2026-08-18T16:53:48.422" v="2379" actId="790"/>
          <ac:spMkLst>
            <pc:docMk/>
            <pc:sldMk cId="2071927749" sldId="303"/>
            <ac:spMk id="900" creationId="{95BD8533-739E-A6D0-F215-576C4096D6DA}"/>
          </ac:spMkLst>
        </pc:spChg>
        <pc:spChg chg="add del mod">
          <ac:chgData name="Jason Klaas" userId="11fc57db0c578e4b" providerId="LiveId" clId="{10D291D6-A315-4D34-AB61-028F8CA20A8E}" dt="2026-08-18T16:20:45.613" v="2066" actId="478"/>
          <ac:spMkLst>
            <pc:docMk/>
            <pc:sldMk cId="2071927749" sldId="303"/>
            <ac:spMk id="902" creationId="{3ECDB0AE-C00D-3104-6AB4-B102090DE25F}"/>
          </ac:spMkLst>
        </pc:spChg>
        <pc:spChg chg="add mod">
          <ac:chgData name="Jason Klaas" userId="11fc57db0c578e4b" providerId="LiveId" clId="{10D291D6-A315-4D34-AB61-028F8CA20A8E}" dt="2026-08-18T16:21:12.114" v="2070" actId="208"/>
          <ac:spMkLst>
            <pc:docMk/>
            <pc:sldMk cId="2071927749" sldId="303"/>
            <ac:spMk id="904" creationId="{DF8BA5B3-BAB2-15B9-993B-10CEDF9FD5C5}"/>
          </ac:spMkLst>
        </pc:spChg>
        <pc:spChg chg="add mod">
          <ac:chgData name="Jason Klaas" userId="11fc57db0c578e4b" providerId="LiveId" clId="{10D291D6-A315-4D34-AB61-028F8CA20A8E}" dt="2026-08-18T16:21:02.596" v="2069" actId="1076"/>
          <ac:spMkLst>
            <pc:docMk/>
            <pc:sldMk cId="2071927749" sldId="303"/>
            <ac:spMk id="906" creationId="{4BA734E3-3671-486F-05B5-5C7CB32BD8F7}"/>
          </ac:spMkLst>
        </pc:spChg>
        <pc:picChg chg="del">
          <ac:chgData name="Jason Klaas" userId="11fc57db0c578e4b" providerId="LiveId" clId="{10D291D6-A315-4D34-AB61-028F8CA20A8E}" dt="2026-08-18T16:04:47.864" v="1594" actId="478"/>
          <ac:picMkLst>
            <pc:docMk/>
            <pc:sldMk cId="2071927749" sldId="303"/>
            <ac:picMk id="34" creationId="{F6DCFC2A-819F-6F57-E7A3-C611D2CB325B}"/>
          </ac:picMkLst>
        </pc:picChg>
        <pc:cxnChg chg="del mod">
          <ac:chgData name="Jason Klaas" userId="11fc57db0c578e4b" providerId="LiveId" clId="{10D291D6-A315-4D34-AB61-028F8CA20A8E}" dt="2026-08-18T16:06:26.540" v="1605" actId="478"/>
          <ac:cxnSpMkLst>
            <pc:docMk/>
            <pc:sldMk cId="2071927749" sldId="303"/>
            <ac:cxnSpMk id="25" creationId="{13842E13-3DB7-5DDD-BC2A-273E3C980553}"/>
          </ac:cxnSpMkLst>
        </pc:cxnChg>
        <pc:cxnChg chg="mod">
          <ac:chgData name="Jason Klaas" userId="11fc57db0c578e4b" providerId="LiveId" clId="{10D291D6-A315-4D34-AB61-028F8CA20A8E}" dt="2026-08-18T16:17:17.589" v="1787" actId="1076"/>
          <ac:cxnSpMkLst>
            <pc:docMk/>
            <pc:sldMk cId="2071927749" sldId="303"/>
            <ac:cxnSpMk id="26" creationId="{BAE9566B-6AD8-4148-1D44-33404D3376D2}"/>
          </ac:cxnSpMkLst>
        </pc:cxnChg>
        <pc:cxnChg chg="add mod">
          <ac:chgData name="Jason Klaas" userId="11fc57db0c578e4b" providerId="LiveId" clId="{10D291D6-A315-4D34-AB61-028F8CA20A8E}" dt="2026-08-18T16:32:33.862" v="2177" actId="14100"/>
          <ac:cxnSpMkLst>
            <pc:docMk/>
            <pc:sldMk cId="2071927749" sldId="303"/>
            <ac:cxnSpMk id="48" creationId="{1F1B413B-CB38-FB0B-3545-E7ACCEDAF111}"/>
          </ac:cxnSpMkLst>
        </pc:cxnChg>
        <pc:cxnChg chg="add del mod">
          <ac:chgData name="Jason Klaas" userId="11fc57db0c578e4b" providerId="LiveId" clId="{10D291D6-A315-4D34-AB61-028F8CA20A8E}" dt="2026-08-18T16:15:31.305" v="1755" actId="478"/>
          <ac:cxnSpMkLst>
            <pc:docMk/>
            <pc:sldMk cId="2071927749" sldId="303"/>
            <ac:cxnSpMk id="57" creationId="{A6F51B10-E0FB-499F-17FF-886D5435C48C}"/>
          </ac:cxnSpMkLst>
        </pc:cxnChg>
        <pc:cxnChg chg="add del">
          <ac:chgData name="Jason Klaas" userId="11fc57db0c578e4b" providerId="LiveId" clId="{10D291D6-A315-4D34-AB61-028F8CA20A8E}" dt="2026-08-18T16:15:52.657" v="1757" actId="478"/>
          <ac:cxnSpMkLst>
            <pc:docMk/>
            <pc:sldMk cId="2071927749" sldId="303"/>
            <ac:cxnSpMk id="60" creationId="{3D26F551-8A58-8827-B2B5-C4307E676C84}"/>
          </ac:cxnSpMkLst>
        </pc:cxnChg>
        <pc:cxnChg chg="add mod">
          <ac:chgData name="Jason Klaas" userId="11fc57db0c578e4b" providerId="LiveId" clId="{10D291D6-A315-4D34-AB61-028F8CA20A8E}" dt="2026-08-18T16:16:28.878" v="1761" actId="208"/>
          <ac:cxnSpMkLst>
            <pc:docMk/>
            <pc:sldMk cId="2071927749" sldId="303"/>
            <ac:cxnSpMk id="62" creationId="{164BCDD0-5502-25BD-00E8-2F04B6AC92AA}"/>
          </ac:cxnSpMkLst>
        </pc:cxnChg>
        <pc:cxnChg chg="add mod">
          <ac:chgData name="Jason Klaas" userId="11fc57db0c578e4b" providerId="LiveId" clId="{10D291D6-A315-4D34-AB61-028F8CA20A8E}" dt="2026-08-18T16:26:12.824" v="2114" actId="1076"/>
          <ac:cxnSpMkLst>
            <pc:docMk/>
            <pc:sldMk cId="2071927749" sldId="303"/>
            <ac:cxnSpMk id="897" creationId="{5C24DD80-94EF-C30F-0C6F-2539F72A23D7}"/>
          </ac:cxnSpMkLst>
        </pc:cxnChg>
      </pc:sldChg>
      <pc:sldChg chg="add del">
        <pc:chgData name="Jason Klaas" userId="11fc57db0c578e4b" providerId="LiveId" clId="{10D291D6-A315-4D34-AB61-028F8CA20A8E}" dt="2026-08-18T16:03:52.475" v="1562" actId="2696"/>
        <pc:sldMkLst>
          <pc:docMk/>
          <pc:sldMk cId="3193306283" sldId="303"/>
        </pc:sldMkLst>
      </pc:sldChg>
      <pc:sldMasterChg chg="add addSldLayout delSldLayout modSldLayout sldLayoutOrd">
        <pc:chgData name="Jason Klaas" userId="11fc57db0c578e4b" providerId="LiveId" clId="{10D291D6-A315-4D34-AB61-028F8CA20A8E}" dt="2026-08-16T13:28:06.088" v="811" actId="26606"/>
        <pc:sldMasterMkLst>
          <pc:docMk/>
          <pc:sldMasterMk cId="0" sldId="2147483648"/>
        </pc:sldMasterMkLst>
        <pc:sldLayoutChg chg="mod ord">
          <pc:chgData name="Jason Klaas" userId="11fc57db0c578e4b" providerId="LiveId" clId="{10D291D6-A315-4D34-AB61-028F8CA20A8E}" dt="2026-08-16T13:28:06.088" v="811" actId="26606"/>
          <pc:sldLayoutMkLst>
            <pc:docMk/>
            <pc:sldMasterMk cId="0" sldId="2147483648"/>
            <pc:sldLayoutMk cId="0" sldId="2147483649"/>
          </pc:sldLayoutMkLst>
        </pc:sldLayoutChg>
        <pc:sldLayoutChg chg="mod ord">
          <pc:chgData name="Jason Klaas" userId="11fc57db0c578e4b" providerId="LiveId" clId="{10D291D6-A315-4D34-AB61-028F8CA20A8E}" dt="2026-08-16T13:28:06.088" v="811" actId="26606"/>
          <pc:sldLayoutMkLst>
            <pc:docMk/>
            <pc:sldMasterMk cId="0" sldId="2147483648"/>
            <pc:sldLayoutMk cId="0" sldId="2147483650"/>
          </pc:sldLayoutMkLst>
        </pc:sldLayoutChg>
        <pc:sldLayoutChg chg="add">
          <pc:chgData name="Jason Klaas" userId="11fc57db0c578e4b" providerId="LiveId" clId="{10D291D6-A315-4D34-AB61-028F8CA20A8E}" dt="2026-08-16T13:28:06.088" v="811" actId="26606"/>
          <pc:sldLayoutMkLst>
            <pc:docMk/>
            <pc:sldMasterMk cId="0" sldId="2147483648"/>
            <pc:sldLayoutMk cId="0" sldId="2147483651"/>
          </pc:sldLayoutMkLst>
        </pc:sldLayoutChg>
        <pc:sldLayoutChg chg="add">
          <pc:chgData name="Jason Klaas" userId="11fc57db0c578e4b" providerId="LiveId" clId="{10D291D6-A315-4D34-AB61-028F8CA20A8E}" dt="2026-08-16T13:28:06.088" v="811" actId="26606"/>
          <pc:sldLayoutMkLst>
            <pc:docMk/>
            <pc:sldMasterMk cId="0" sldId="2147483648"/>
            <pc:sldLayoutMk cId="0" sldId="2147483652"/>
          </pc:sldLayoutMkLst>
        </pc:sldLayoutChg>
        <pc:sldLayoutChg chg="add">
          <pc:chgData name="Jason Klaas" userId="11fc57db0c578e4b" providerId="LiveId" clId="{10D291D6-A315-4D34-AB61-028F8CA20A8E}" dt="2026-08-16T13:28:06.088" v="811" actId="26606"/>
          <pc:sldLayoutMkLst>
            <pc:docMk/>
            <pc:sldMasterMk cId="0" sldId="2147483648"/>
            <pc:sldLayoutMk cId="0" sldId="2147483653"/>
          </pc:sldLayoutMkLst>
        </pc:sldLayoutChg>
      </pc:sldMasterChg>
    </pc:docChg>
  </pc:docChgLst>
  <pc:docChgLst>
    <pc:chgData name="Guest User" providerId="Windows Live" clId="Web-{B2AFA994-33D9-B6BA-EFD3-0089A74095C3}"/>
    <pc:docChg chg="modSld">
      <pc:chgData name="Guest User" userId="" providerId="Windows Live" clId="Web-{B2AFA994-33D9-B6BA-EFD3-0089A74095C3}" dt="2026-08-18T17:10:27.476" v="3" actId="1076"/>
      <pc:docMkLst>
        <pc:docMk/>
      </pc:docMkLst>
      <pc:sldChg chg="modSp">
        <pc:chgData name="Guest User" userId="" providerId="Windows Live" clId="Web-{B2AFA994-33D9-B6BA-EFD3-0089A74095C3}" dt="2026-08-18T17:10:27.476" v="3" actId="1076"/>
        <pc:sldMkLst>
          <pc:docMk/>
          <pc:sldMk cId="1593049185" sldId="305"/>
        </pc:sldMkLst>
        <pc:graphicFrameChg chg="mod">
          <ac:chgData name="Guest User" userId="" providerId="Windows Live" clId="Web-{B2AFA994-33D9-B6BA-EFD3-0089A74095C3}" dt="2026-08-18T17:10:27.476" v="3" actId="1076"/>
          <ac:graphicFrameMkLst>
            <pc:docMk/>
            <pc:sldMk cId="1593049185" sldId="305"/>
            <ac:graphicFrameMk id="2" creationId="{AD4E91B1-49E7-4452-FF9C-33E6241D4171}"/>
          </ac:graphicFrameMkLst>
        </pc:graphicFrameChg>
        <pc:graphicFrameChg chg="mod">
          <ac:chgData name="Guest User" userId="" providerId="Windows Live" clId="Web-{B2AFA994-33D9-B6BA-EFD3-0089A74095C3}" dt="2026-08-18T17:10:25.007" v="1" actId="1076"/>
          <ac:graphicFrameMkLst>
            <pc:docMk/>
            <pc:sldMk cId="1593049185" sldId="305"/>
            <ac:graphicFrameMk id="4" creationId="{1967593F-1A20-6B45-F7F0-C31FF3858338}"/>
          </ac:graphicFrameMkLst>
        </pc:graphicFrameChg>
      </pc:sldChg>
    </pc:docChg>
  </pc:docChgLst>
  <pc:docChgLst>
    <pc:chgData name="Guest User" providerId="Windows Live" clId="Web-{2D88DD36-2B36-0831-C68D-A30309672C55}"/>
    <pc:docChg chg="modSld">
      <pc:chgData name="Guest User" userId="" providerId="Windows Live" clId="Web-{2D88DD36-2B36-0831-C68D-A30309672C55}" dt="2026-08-19T11:57:44.930" v="4" actId="20577"/>
      <pc:docMkLst>
        <pc:docMk/>
      </pc:docMkLst>
      <pc:sldChg chg="modSp">
        <pc:chgData name="Guest User" userId="" providerId="Windows Live" clId="Web-{2D88DD36-2B36-0831-C68D-A30309672C55}" dt="2026-08-19T11:57:44.930" v="4" actId="20577"/>
        <pc:sldMkLst>
          <pc:docMk/>
          <pc:sldMk cId="3786739178" sldId="300"/>
        </pc:sldMkLst>
        <pc:spChg chg="mod">
          <ac:chgData name="Guest User" userId="" providerId="Windows Live" clId="Web-{2D88DD36-2B36-0831-C68D-A30309672C55}" dt="2026-08-19T11:57:44.930" v="4" actId="20577"/>
          <ac:spMkLst>
            <pc:docMk/>
            <pc:sldMk cId="3786739178" sldId="300"/>
            <ac:spMk id="4" creationId="{9D1627F4-5044-53D3-0D27-8D85A9295C7C}"/>
          </ac:spMkLst>
        </pc:spChg>
      </pc:sldChg>
    </pc:docChg>
  </pc:docChgLst>
  <pc:docChgLst>
    <pc:chgData name="Sebastian Koschorreck" userId="ec20b63dc07cd6f7" providerId="Windows Live" clId="Web-{61204D34-D72B-894C-3286-B12A197CF702}"/>
    <pc:docChg chg="modSld">
      <pc:chgData name="Sebastian Koschorreck" userId="ec20b63dc07cd6f7" providerId="Windows Live" clId="Web-{61204D34-D72B-894C-3286-B12A197CF702}" dt="2026-08-18T17:09:50.389" v="0"/>
      <pc:docMkLst>
        <pc:docMk/>
      </pc:docMkLst>
      <pc:sldChg chg="addSp modSp">
        <pc:chgData name="Sebastian Koschorreck" userId="ec20b63dc07cd6f7" providerId="Windows Live" clId="Web-{61204D34-D72B-894C-3286-B12A197CF702}" dt="2026-08-18T17:09:50.389" v="0"/>
        <pc:sldMkLst>
          <pc:docMk/>
          <pc:sldMk cId="1593049185" sldId="305"/>
        </pc:sldMkLst>
        <pc:graphicFrameChg chg="add mod">
          <ac:chgData name="Sebastian Koschorreck" userId="ec20b63dc07cd6f7" providerId="Windows Live" clId="Web-{61204D34-D72B-894C-3286-B12A197CF702}" dt="2026-08-18T17:09:50.389" v="0"/>
          <ac:graphicFrameMkLst>
            <pc:docMk/>
            <pc:sldMk cId="1593049185" sldId="305"/>
            <ac:graphicFrameMk id="2" creationId="{AD4E91B1-49E7-4452-FF9C-33E6241D4171}"/>
          </ac:graphicFrameMkLst>
        </pc:graphicFrameChg>
      </pc:sldChg>
    </pc:docChg>
  </pc:docChgLst>
  <pc:docChgLst>
    <pc:chgData name="Guest User" providerId="Windows Live" clId="Web-{A430F166-3A61-FB74-28EE-E0DA5E23AC9F}"/>
    <pc:docChg chg="modSld">
      <pc:chgData name="Guest User" userId="" providerId="Windows Live" clId="Web-{A430F166-3A61-FB74-28EE-E0DA5E23AC9F}" dt="2026-08-18T17:08:52.423" v="236" actId="1076"/>
      <pc:docMkLst>
        <pc:docMk/>
      </pc:docMkLst>
      <pc:sldChg chg="addSp delSp modSp">
        <pc:chgData name="Guest User" userId="" providerId="Windows Live" clId="Web-{A430F166-3A61-FB74-28EE-E0DA5E23AC9F}" dt="2026-08-18T17:03:43.663" v="191" actId="20577"/>
        <pc:sldMkLst>
          <pc:docMk/>
          <pc:sldMk cId="2310149572" sldId="298"/>
        </pc:sldMkLst>
        <pc:spChg chg="add del mod">
          <ac:chgData name="Guest User" userId="" providerId="Windows Live" clId="Web-{A430F166-3A61-FB74-28EE-E0DA5E23AC9F}" dt="2026-08-18T16:58:10.323" v="156"/>
          <ac:spMkLst>
            <pc:docMk/>
            <pc:sldMk cId="2310149572" sldId="298"/>
            <ac:spMk id="5" creationId="{B6F6FB66-72EA-011B-201D-4EDFB79D0065}"/>
          </ac:spMkLst>
        </pc:spChg>
        <pc:spChg chg="add mod">
          <ac:chgData name="Guest User" userId="" providerId="Windows Live" clId="Web-{A430F166-3A61-FB74-28EE-E0DA5E23AC9F}" dt="2026-08-18T16:58:18.730" v="157" actId="14100"/>
          <ac:spMkLst>
            <pc:docMk/>
            <pc:sldMk cId="2310149572" sldId="298"/>
            <ac:spMk id="6" creationId="{545CAED1-17FD-CC11-0098-BBE4B771D4F5}"/>
          </ac:spMkLst>
        </pc:spChg>
        <pc:spChg chg="add mod">
          <ac:chgData name="Guest User" userId="" providerId="Windows Live" clId="Web-{A430F166-3A61-FB74-28EE-E0DA5E23AC9F}" dt="2026-08-18T17:00:16.109" v="170" actId="20577"/>
          <ac:spMkLst>
            <pc:docMk/>
            <pc:sldMk cId="2310149572" sldId="298"/>
            <ac:spMk id="7" creationId="{D67C5093-7E93-3CC5-A82B-B66A53C58BFF}"/>
          </ac:spMkLst>
        </pc:spChg>
        <pc:spChg chg="add mod">
          <ac:chgData name="Guest User" userId="" providerId="Windows Live" clId="Web-{A430F166-3A61-FB74-28EE-E0DA5E23AC9F}" dt="2026-08-18T17:02:20.832" v="182" actId="1076"/>
          <ac:spMkLst>
            <pc:docMk/>
            <pc:sldMk cId="2310149572" sldId="298"/>
            <ac:spMk id="8" creationId="{56A24A26-0C4B-F806-91FC-2E5E36477A42}"/>
          </ac:spMkLst>
        </pc:spChg>
        <pc:spChg chg="add mod">
          <ac:chgData name="Guest User" userId="" providerId="Windows Live" clId="Web-{A430F166-3A61-FB74-28EE-E0DA5E23AC9F}" dt="2026-08-18T17:03:43.663" v="191" actId="20577"/>
          <ac:spMkLst>
            <pc:docMk/>
            <pc:sldMk cId="2310149572" sldId="298"/>
            <ac:spMk id="9" creationId="{799B7196-D5DC-22D2-2B92-BAC1038D7EC0}"/>
          </ac:spMkLst>
        </pc:spChg>
        <pc:spChg chg="mod">
          <ac:chgData name="Guest User" userId="" providerId="Windows Live" clId="Web-{A430F166-3A61-FB74-28EE-E0DA5E23AC9F}" dt="2026-08-18T16:57:44.213" v="149" actId="14100"/>
          <ac:spMkLst>
            <pc:docMk/>
            <pc:sldMk cId="2310149572" sldId="298"/>
            <ac:spMk id="10" creationId="{619B91A9-7E82-699B-4F23-B7AF32AF153A}"/>
          </ac:spMkLst>
        </pc:spChg>
        <pc:spChg chg="del mod">
          <ac:chgData name="Guest User" userId="" providerId="Windows Live" clId="Web-{A430F166-3A61-FB74-28EE-E0DA5E23AC9F}" dt="2026-08-18T17:00:59.407" v="175"/>
          <ac:spMkLst>
            <pc:docMk/>
            <pc:sldMk cId="2310149572" sldId="298"/>
            <ac:spMk id="12" creationId="{E397691F-25C1-758A-50C8-E72CC0EE177E}"/>
          </ac:spMkLst>
        </pc:spChg>
        <pc:spChg chg="mod">
          <ac:chgData name="Guest User" userId="" providerId="Windows Live" clId="Web-{A430F166-3A61-FB74-28EE-E0DA5E23AC9F}" dt="2026-08-18T16:57:37.947" v="148" actId="20577"/>
          <ac:spMkLst>
            <pc:docMk/>
            <pc:sldMk cId="2310149572" sldId="298"/>
            <ac:spMk id="13" creationId="{D973C692-C87C-1149-478B-48A73A659EB3}"/>
          </ac:spMkLst>
        </pc:spChg>
        <pc:spChg chg="del mod">
          <ac:chgData name="Guest User" userId="" providerId="Windows Live" clId="Web-{A430F166-3A61-FB74-28EE-E0DA5E23AC9F}" dt="2026-08-18T17:00:59.407" v="174"/>
          <ac:spMkLst>
            <pc:docMk/>
            <pc:sldMk cId="2310149572" sldId="298"/>
            <ac:spMk id="14" creationId="{23CBA739-45B8-6FC7-B334-2FA30B0D0451}"/>
          </ac:spMkLst>
        </pc:spChg>
        <pc:spChg chg="del mod">
          <ac:chgData name="Guest User" userId="" providerId="Windows Live" clId="Web-{A430F166-3A61-FB74-28EE-E0DA5E23AC9F}" dt="2026-08-18T17:00:59.407" v="173"/>
          <ac:spMkLst>
            <pc:docMk/>
            <pc:sldMk cId="2310149572" sldId="298"/>
            <ac:spMk id="15" creationId="{0D87E951-782D-3BA9-D7BA-0967851BAFA0}"/>
          </ac:spMkLst>
        </pc:spChg>
        <pc:spChg chg="del">
          <ac:chgData name="Guest User" userId="" providerId="Windows Live" clId="Web-{A430F166-3A61-FB74-28EE-E0DA5E23AC9F}" dt="2026-08-18T17:00:59.407" v="172"/>
          <ac:spMkLst>
            <pc:docMk/>
            <pc:sldMk cId="2310149572" sldId="298"/>
            <ac:spMk id="16" creationId="{1F1D4254-A14D-0C45-C111-F782B1FD9838}"/>
          </ac:spMkLst>
        </pc:spChg>
        <pc:spChg chg="del">
          <ac:chgData name="Guest User" userId="" providerId="Windows Live" clId="Web-{A430F166-3A61-FB74-28EE-E0DA5E23AC9F}" dt="2026-08-18T17:00:59.407" v="171"/>
          <ac:spMkLst>
            <pc:docMk/>
            <pc:sldMk cId="2310149572" sldId="298"/>
            <ac:spMk id="17" creationId="{7A82F740-2DB0-AAA8-1665-679952CCDCA1}"/>
          </ac:spMkLst>
        </pc:spChg>
        <pc:spChg chg="del">
          <ac:chgData name="Guest User" userId="" providerId="Windows Live" clId="Web-{A430F166-3A61-FB74-28EE-E0DA5E23AC9F}" dt="2026-08-18T16:51:30.169" v="0"/>
          <ac:spMkLst>
            <pc:docMk/>
            <pc:sldMk cId="2310149572" sldId="298"/>
            <ac:spMk id="18" creationId="{8CF404D2-4E05-DF16-61EE-C9D9F03FD5B7}"/>
          </ac:spMkLst>
        </pc:spChg>
        <pc:picChg chg="add mod">
          <ac:chgData name="Guest User" userId="" providerId="Windows Live" clId="Web-{A430F166-3A61-FB74-28EE-E0DA5E23AC9F}" dt="2026-08-18T17:02:20.926" v="184" actId="1076"/>
          <ac:picMkLst>
            <pc:docMk/>
            <pc:sldMk cId="2310149572" sldId="298"/>
            <ac:picMk id="11" creationId="{1A4FEE82-6257-C396-4195-129C2E4C549F}"/>
          </ac:picMkLst>
        </pc:picChg>
      </pc:sldChg>
      <pc:sldChg chg="modSp">
        <pc:chgData name="Guest User" userId="" providerId="Windows Live" clId="Web-{A430F166-3A61-FB74-28EE-E0DA5E23AC9F}" dt="2026-08-18T17:08:32.235" v="235" actId="20577"/>
        <pc:sldMkLst>
          <pc:docMk/>
          <pc:sldMk cId="4006520700" sldId="304"/>
        </pc:sldMkLst>
        <pc:spChg chg="mod">
          <ac:chgData name="Guest User" userId="" providerId="Windows Live" clId="Web-{A430F166-3A61-FB74-28EE-E0DA5E23AC9F}" dt="2026-08-18T17:07:24.701" v="193" actId="14100"/>
          <ac:spMkLst>
            <pc:docMk/>
            <pc:sldMk cId="4006520700" sldId="304"/>
            <ac:spMk id="5" creationId="{77D6925F-9544-5783-130D-DE308E5428AC}"/>
          </ac:spMkLst>
        </pc:spChg>
        <pc:spChg chg="mod">
          <ac:chgData name="Guest User" userId="" providerId="Windows Live" clId="Web-{A430F166-3A61-FB74-28EE-E0DA5E23AC9F}" dt="2026-08-18T17:08:32.235" v="235" actId="20577"/>
          <ac:spMkLst>
            <pc:docMk/>
            <pc:sldMk cId="4006520700" sldId="304"/>
            <ac:spMk id="7" creationId="{3EAB5445-C17F-5B81-ECAA-3495080E45C8}"/>
          </ac:spMkLst>
        </pc:spChg>
      </pc:sldChg>
      <pc:sldChg chg="modSp">
        <pc:chgData name="Guest User" userId="" providerId="Windows Live" clId="Web-{A430F166-3A61-FB74-28EE-E0DA5E23AC9F}" dt="2026-08-18T17:08:52.423" v="236" actId="1076"/>
        <pc:sldMkLst>
          <pc:docMk/>
          <pc:sldMk cId="1593049185" sldId="305"/>
        </pc:sldMkLst>
        <pc:graphicFrameChg chg="mod">
          <ac:chgData name="Guest User" userId="" providerId="Windows Live" clId="Web-{A430F166-3A61-FB74-28EE-E0DA5E23AC9F}" dt="2026-08-18T17:08:52.423" v="236" actId="1076"/>
          <ac:graphicFrameMkLst>
            <pc:docMk/>
            <pc:sldMk cId="1593049185" sldId="305"/>
            <ac:graphicFrameMk id="4" creationId="{1967593F-1A20-6B45-F7F0-C31FF3858338}"/>
          </ac:graphicFrameMkLst>
        </pc:graphicFrameChg>
      </pc:sldChg>
    </pc:docChg>
  </pc:docChgLst>
  <pc:docChgLst>
    <pc:chgData name="Robin Kuhnhenne" userId="43964cd215a31544" providerId="Windows Live" clId="Web-{D8B2DB8E-ABFD-C664-7146-F37B783B16E4}"/>
    <pc:docChg chg="modSld">
      <pc:chgData name="Robin Kuhnhenne" userId="43964cd215a31544" providerId="Windows Live" clId="Web-{D8B2DB8E-ABFD-C664-7146-F37B783B16E4}" dt="2026-08-19T00:29:28.392" v="144" actId="1076"/>
      <pc:docMkLst>
        <pc:docMk/>
      </pc:docMkLst>
      <pc:sldChg chg="addSp delSp modSp">
        <pc:chgData name="Robin Kuhnhenne" userId="43964cd215a31544" providerId="Windows Live" clId="Web-{D8B2DB8E-ABFD-C664-7146-F37B783B16E4}" dt="2026-08-19T00:29:28.392" v="144" actId="1076"/>
        <pc:sldMkLst>
          <pc:docMk/>
          <pc:sldMk cId="0" sldId="276"/>
        </pc:sldMkLst>
        <pc:picChg chg="add mod">
          <ac:chgData name="Robin Kuhnhenne" userId="43964cd215a31544" providerId="Windows Live" clId="Web-{D8B2DB8E-ABFD-C664-7146-F37B783B16E4}" dt="2026-08-19T00:29:28.392" v="144" actId="1076"/>
          <ac:picMkLst>
            <pc:docMk/>
            <pc:sldMk cId="0" sldId="276"/>
            <ac:picMk id="8" creationId="{61BBF747-A750-8479-E658-2630E2D2D144}"/>
          </ac:picMkLst>
        </pc:picChg>
        <pc:picChg chg="del">
          <ac:chgData name="Robin Kuhnhenne" userId="43964cd215a31544" providerId="Windows Live" clId="Web-{D8B2DB8E-ABFD-C664-7146-F37B783B16E4}" dt="2026-08-19T00:29:17.079" v="142"/>
          <ac:picMkLst>
            <pc:docMk/>
            <pc:sldMk cId="0" sldId="276"/>
            <ac:picMk id="18" creationId="{10E4E34D-28D9-DA64-D7B4-294E9475A537}"/>
          </ac:picMkLst>
        </pc:picChg>
      </pc:sldChg>
      <pc:sldChg chg="addSp delSp modSp">
        <pc:chgData name="Robin Kuhnhenne" userId="43964cd215a31544" providerId="Windows Live" clId="Web-{D8B2DB8E-ABFD-C664-7146-F37B783B16E4}" dt="2026-08-19T00:26:55.355" v="135"/>
        <pc:sldMkLst>
          <pc:docMk/>
          <pc:sldMk cId="0" sldId="277"/>
        </pc:sldMkLst>
        <pc:spChg chg="del">
          <ac:chgData name="Robin Kuhnhenne" userId="43964cd215a31544" providerId="Windows Live" clId="Web-{D8B2DB8E-ABFD-C664-7146-F37B783B16E4}" dt="2026-08-19T00:26:55.355" v="135"/>
          <ac:spMkLst>
            <pc:docMk/>
            <pc:sldMk cId="0" sldId="277"/>
            <ac:spMk id="2" creationId="{00000000-0000-0000-0000-000000000000}"/>
          </ac:spMkLst>
        </pc:spChg>
        <pc:spChg chg="del">
          <ac:chgData name="Robin Kuhnhenne" userId="43964cd215a31544" providerId="Windows Live" clId="Web-{D8B2DB8E-ABFD-C664-7146-F37B783B16E4}" dt="2026-08-19T00:26:54.808" v="134"/>
          <ac:spMkLst>
            <pc:docMk/>
            <pc:sldMk cId="0" sldId="277"/>
            <ac:spMk id="3" creationId="{00000000-0000-0000-0000-000000000000}"/>
          </ac:spMkLst>
        </pc:spChg>
        <pc:picChg chg="add del mod">
          <ac:chgData name="Robin Kuhnhenne" userId="43964cd215a31544" providerId="Windows Live" clId="Web-{D8B2DB8E-ABFD-C664-7146-F37B783B16E4}" dt="2026-08-19T00:25:38.024" v="126"/>
          <ac:picMkLst>
            <pc:docMk/>
            <pc:sldMk cId="0" sldId="277"/>
            <ac:picMk id="5" creationId="{27B46A46-3CCC-78BB-08AB-304FC779B80D}"/>
          </ac:picMkLst>
        </pc:picChg>
        <pc:picChg chg="add mod">
          <ac:chgData name="Robin Kuhnhenne" userId="43964cd215a31544" providerId="Windows Live" clId="Web-{D8B2DB8E-ABFD-C664-7146-F37B783B16E4}" dt="2026-08-19T00:26:08.556" v="133" actId="1076"/>
          <ac:picMkLst>
            <pc:docMk/>
            <pc:sldMk cId="0" sldId="277"/>
            <ac:picMk id="9" creationId="{C168E0DC-FB97-7225-E06E-05264C130AC1}"/>
          </ac:picMkLst>
        </pc:picChg>
        <pc:picChg chg="del">
          <ac:chgData name="Robin Kuhnhenne" userId="43964cd215a31544" providerId="Windows Live" clId="Web-{D8B2DB8E-ABFD-C664-7146-F37B783B16E4}" dt="2026-08-19T00:25:56.806" v="131"/>
          <ac:picMkLst>
            <pc:docMk/>
            <pc:sldMk cId="0" sldId="277"/>
            <ac:picMk id="33" creationId="{1F1A1C33-C147-9080-108E-859493A488C4}"/>
          </ac:picMkLst>
        </pc:picChg>
      </pc:sldChg>
      <pc:sldChg chg="addSp delSp modSp">
        <pc:chgData name="Robin Kuhnhenne" userId="43964cd215a31544" providerId="Windows Live" clId="Web-{D8B2DB8E-ABFD-C664-7146-F37B783B16E4}" dt="2026-08-18T23:59:49.934" v="11" actId="1076"/>
        <pc:sldMkLst>
          <pc:docMk/>
          <pc:sldMk cId="0" sldId="281"/>
        </pc:sldMkLst>
        <pc:picChg chg="add del mod">
          <ac:chgData name="Robin Kuhnhenne" userId="43964cd215a31544" providerId="Windows Live" clId="Web-{D8B2DB8E-ABFD-C664-7146-F37B783B16E4}" dt="2026-08-18T23:58:59.604" v="4"/>
          <ac:picMkLst>
            <pc:docMk/>
            <pc:sldMk cId="0" sldId="281"/>
            <ac:picMk id="2" creationId="{74E04991-1993-093C-FEEC-DC75869B2BAA}"/>
          </ac:picMkLst>
        </pc:picChg>
        <pc:picChg chg="add del mod">
          <ac:chgData name="Robin Kuhnhenne" userId="43964cd215a31544" providerId="Windows Live" clId="Web-{D8B2DB8E-ABFD-C664-7146-F37B783B16E4}" dt="2026-08-18T23:59:29.746" v="7"/>
          <ac:picMkLst>
            <pc:docMk/>
            <pc:sldMk cId="0" sldId="281"/>
            <ac:picMk id="7" creationId="{4E31372D-4A33-ED30-FCE9-5169BAED6803}"/>
          </ac:picMkLst>
        </pc:picChg>
        <pc:picChg chg="add mod">
          <ac:chgData name="Robin Kuhnhenne" userId="43964cd215a31544" providerId="Windows Live" clId="Web-{D8B2DB8E-ABFD-C664-7146-F37B783B16E4}" dt="2026-08-18T23:59:49.934" v="11" actId="1076"/>
          <ac:picMkLst>
            <pc:docMk/>
            <pc:sldMk cId="0" sldId="281"/>
            <ac:picMk id="9" creationId="{D51631BA-766B-C7FC-140E-EAAD667482DF}"/>
          </ac:picMkLst>
        </pc:picChg>
        <pc:picChg chg="del">
          <ac:chgData name="Robin Kuhnhenne" userId="43964cd215a31544" providerId="Windows Live" clId="Web-{D8B2DB8E-ABFD-C664-7146-F37B783B16E4}" dt="2026-08-18T23:59:46.246" v="10"/>
          <ac:picMkLst>
            <pc:docMk/>
            <pc:sldMk cId="0" sldId="281"/>
            <ac:picMk id="15" creationId="{A926FA79-8E59-B091-2C04-57DB02818FB6}"/>
          </ac:picMkLst>
        </pc:picChg>
      </pc:sldChg>
      <pc:sldChg chg="modSp">
        <pc:chgData name="Robin Kuhnhenne" userId="43964cd215a31544" providerId="Windows Live" clId="Web-{D8B2DB8E-ABFD-C664-7146-F37B783B16E4}" dt="2026-08-19T00:28:21.358" v="141" actId="20577"/>
        <pc:sldMkLst>
          <pc:docMk/>
          <pc:sldMk cId="3786739178" sldId="300"/>
        </pc:sldMkLst>
        <pc:spChg chg="mod">
          <ac:chgData name="Robin Kuhnhenne" userId="43964cd215a31544" providerId="Windows Live" clId="Web-{D8B2DB8E-ABFD-C664-7146-F37B783B16E4}" dt="2026-08-19T00:28:19.312" v="139" actId="20577"/>
          <ac:spMkLst>
            <pc:docMk/>
            <pc:sldMk cId="3786739178" sldId="300"/>
            <ac:spMk id="44" creationId="{F055FBD8-CA94-B845-EEED-3C8653970C20}"/>
          </ac:spMkLst>
        </pc:spChg>
        <pc:spChg chg="mod">
          <ac:chgData name="Robin Kuhnhenne" userId="43964cd215a31544" providerId="Windows Live" clId="Web-{D8B2DB8E-ABFD-C664-7146-F37B783B16E4}" dt="2026-08-19T00:22:50.174" v="123" actId="20577"/>
          <ac:spMkLst>
            <pc:docMk/>
            <pc:sldMk cId="3786739178" sldId="300"/>
            <ac:spMk id="61" creationId="{F5139AC9-24A6-0B35-276C-B6C7A691C9ED}"/>
          </ac:spMkLst>
        </pc:spChg>
        <pc:spChg chg="mod">
          <ac:chgData name="Robin Kuhnhenne" userId="43964cd215a31544" providerId="Windows Live" clId="Web-{D8B2DB8E-ABFD-C664-7146-F37B783B16E4}" dt="2026-08-19T00:22:31.205" v="118" actId="1076"/>
          <ac:spMkLst>
            <pc:docMk/>
            <pc:sldMk cId="3786739178" sldId="300"/>
            <ac:spMk id="99" creationId="{647F82D6-82EE-4730-D4F5-80E79DF29F9E}"/>
          </ac:spMkLst>
        </pc:spChg>
        <pc:spChg chg="mod">
          <ac:chgData name="Robin Kuhnhenne" userId="43964cd215a31544" providerId="Windows Live" clId="Web-{D8B2DB8E-ABFD-C664-7146-F37B783B16E4}" dt="2026-08-19T00:22:43.408" v="121" actId="1076"/>
          <ac:spMkLst>
            <pc:docMk/>
            <pc:sldMk cId="3786739178" sldId="300"/>
            <ac:spMk id="101" creationId="{339BB63B-693D-0C5B-1AB4-34948F17ECDC}"/>
          </ac:spMkLst>
        </pc:spChg>
        <pc:spChg chg="mod">
          <ac:chgData name="Robin Kuhnhenne" userId="43964cd215a31544" providerId="Windows Live" clId="Web-{D8B2DB8E-ABFD-C664-7146-F37B783B16E4}" dt="2026-08-19T00:28:21.358" v="141" actId="20577"/>
          <ac:spMkLst>
            <pc:docMk/>
            <pc:sldMk cId="3786739178" sldId="300"/>
            <ac:spMk id="104" creationId="{00955FE0-D470-A5D9-86DF-AF37A11019C3}"/>
          </ac:spMkLst>
        </pc:spChg>
        <pc:spChg chg="mod">
          <ac:chgData name="Robin Kuhnhenne" userId="43964cd215a31544" providerId="Windows Live" clId="Web-{D8B2DB8E-ABFD-C664-7146-F37B783B16E4}" dt="2026-08-19T00:22:47.862" v="122" actId="20577"/>
          <ac:spMkLst>
            <pc:docMk/>
            <pc:sldMk cId="3786739178" sldId="300"/>
            <ac:spMk id="109" creationId="{C0D0CE40-F0FD-5FF6-918C-44C3388457F9}"/>
          </ac:spMkLst>
        </pc:spChg>
        <pc:grpChg chg="mod">
          <ac:chgData name="Robin Kuhnhenne" userId="43964cd215a31544" providerId="Windows Live" clId="Web-{D8B2DB8E-ABFD-C664-7146-F37B783B16E4}" dt="2026-08-19T00:22:35.924" v="119" actId="1076"/>
          <ac:grpSpMkLst>
            <pc:docMk/>
            <pc:sldMk cId="3786739178" sldId="300"/>
            <ac:grpSpMk id="98" creationId="{4CE4ED72-303B-7173-84EF-F766210CD7AD}"/>
          </ac:grpSpMkLst>
        </pc:grpChg>
        <pc:grpChg chg="mod">
          <ac:chgData name="Robin Kuhnhenne" userId="43964cd215a31544" providerId="Windows Live" clId="Web-{D8B2DB8E-ABFD-C664-7146-F37B783B16E4}" dt="2026-08-19T00:22:38.611" v="120" actId="1076"/>
          <ac:grpSpMkLst>
            <pc:docMk/>
            <pc:sldMk cId="3786739178" sldId="300"/>
            <ac:grpSpMk id="106" creationId="{C295160A-DB7A-4205-07A7-931796B1F210}"/>
          </ac:grpSpMkLst>
        </pc:grpChg>
      </pc:sldChg>
      <pc:sldChg chg="addSp delSp modSp">
        <pc:chgData name="Robin Kuhnhenne" userId="43964cd215a31544" providerId="Windows Live" clId="Web-{D8B2DB8E-ABFD-C664-7146-F37B783B16E4}" dt="2026-08-19T00:21:42.922" v="110" actId="1076"/>
        <pc:sldMkLst>
          <pc:docMk/>
          <pc:sldMk cId="2736261930" sldId="302"/>
        </pc:sldMkLst>
        <pc:spChg chg="mod">
          <ac:chgData name="Robin Kuhnhenne" userId="43964cd215a31544" providerId="Windows Live" clId="Web-{D8B2DB8E-ABFD-C664-7146-F37B783B16E4}" dt="2026-08-19T00:19:51.215" v="77" actId="1076"/>
          <ac:spMkLst>
            <pc:docMk/>
            <pc:sldMk cId="2736261930" sldId="302"/>
            <ac:spMk id="5" creationId="{E25D5448-9D96-AC28-CF3C-147ADA8A9314}"/>
          </ac:spMkLst>
        </pc:spChg>
        <pc:spChg chg="mod">
          <ac:chgData name="Robin Kuhnhenne" userId="43964cd215a31544" providerId="Windows Live" clId="Web-{D8B2DB8E-ABFD-C664-7146-F37B783B16E4}" dt="2026-08-19T00:19:51.230" v="78" actId="1076"/>
          <ac:spMkLst>
            <pc:docMk/>
            <pc:sldMk cId="2736261930" sldId="302"/>
            <ac:spMk id="7" creationId="{0809EB89-FA40-4F35-4649-128DEAF495CE}"/>
          </ac:spMkLst>
        </pc:spChg>
        <pc:spChg chg="mod">
          <ac:chgData name="Robin Kuhnhenne" userId="43964cd215a31544" providerId="Windows Live" clId="Web-{D8B2DB8E-ABFD-C664-7146-F37B783B16E4}" dt="2026-08-19T00:21:31.203" v="108" actId="14100"/>
          <ac:spMkLst>
            <pc:docMk/>
            <pc:sldMk cId="2736261930" sldId="302"/>
            <ac:spMk id="8" creationId="{F20A7083-9EF7-0143-E76B-1A86B2A1C1B3}"/>
          </ac:spMkLst>
        </pc:spChg>
        <pc:spChg chg="mod">
          <ac:chgData name="Robin Kuhnhenne" userId="43964cd215a31544" providerId="Windows Live" clId="Web-{D8B2DB8E-ABFD-C664-7146-F37B783B16E4}" dt="2026-08-19T00:19:51.246" v="79" actId="1076"/>
          <ac:spMkLst>
            <pc:docMk/>
            <pc:sldMk cId="2736261930" sldId="302"/>
            <ac:spMk id="10" creationId="{9B0522B6-973F-04C5-3896-99A750E0B024}"/>
          </ac:spMkLst>
        </pc:spChg>
        <pc:spChg chg="mod">
          <ac:chgData name="Robin Kuhnhenne" userId="43964cd215a31544" providerId="Windows Live" clId="Web-{D8B2DB8E-ABFD-C664-7146-F37B783B16E4}" dt="2026-08-19T00:19:51.262" v="80" actId="1076"/>
          <ac:spMkLst>
            <pc:docMk/>
            <pc:sldMk cId="2736261930" sldId="302"/>
            <ac:spMk id="11" creationId="{E04E0772-82E2-BB35-EC0E-7847E4C9CF0F}"/>
          </ac:spMkLst>
        </pc:spChg>
        <pc:spChg chg="mod">
          <ac:chgData name="Robin Kuhnhenne" userId="43964cd215a31544" providerId="Windows Live" clId="Web-{D8B2DB8E-ABFD-C664-7146-F37B783B16E4}" dt="2026-08-19T00:19:51.371" v="89" actId="1076"/>
          <ac:spMkLst>
            <pc:docMk/>
            <pc:sldMk cId="2736261930" sldId="302"/>
            <ac:spMk id="12" creationId="{4CDE9BEA-9BDA-2E6D-E25A-DC8D20C823F5}"/>
          </ac:spMkLst>
        </pc:spChg>
        <pc:spChg chg="mod">
          <ac:chgData name="Robin Kuhnhenne" userId="43964cd215a31544" providerId="Windows Live" clId="Web-{D8B2DB8E-ABFD-C664-7146-F37B783B16E4}" dt="2026-08-19T00:19:51.262" v="81" actId="1076"/>
          <ac:spMkLst>
            <pc:docMk/>
            <pc:sldMk cId="2736261930" sldId="302"/>
            <ac:spMk id="13" creationId="{BCF955B2-5423-D6A8-CAA4-1DF0681A919A}"/>
          </ac:spMkLst>
        </pc:spChg>
        <pc:spChg chg="mod">
          <ac:chgData name="Robin Kuhnhenne" userId="43964cd215a31544" providerId="Windows Live" clId="Web-{D8B2DB8E-ABFD-C664-7146-F37B783B16E4}" dt="2026-08-19T00:19:51.371" v="90" actId="1076"/>
          <ac:spMkLst>
            <pc:docMk/>
            <pc:sldMk cId="2736261930" sldId="302"/>
            <ac:spMk id="14" creationId="{15A4E50A-8071-D875-11AF-97A4CF8C2E84}"/>
          </ac:spMkLst>
        </pc:spChg>
        <pc:spChg chg="mod">
          <ac:chgData name="Robin Kuhnhenne" userId="43964cd215a31544" providerId="Windows Live" clId="Web-{D8B2DB8E-ABFD-C664-7146-F37B783B16E4}" dt="2026-08-19T00:19:51.277" v="82" actId="1076"/>
          <ac:spMkLst>
            <pc:docMk/>
            <pc:sldMk cId="2736261930" sldId="302"/>
            <ac:spMk id="15" creationId="{FF887423-D874-6B57-FFA0-2877F6A7266F}"/>
          </ac:spMkLst>
        </pc:spChg>
        <pc:spChg chg="mod">
          <ac:chgData name="Robin Kuhnhenne" userId="43964cd215a31544" providerId="Windows Live" clId="Web-{D8B2DB8E-ABFD-C664-7146-F37B783B16E4}" dt="2026-08-19T00:19:51.293" v="83" actId="1076"/>
          <ac:spMkLst>
            <pc:docMk/>
            <pc:sldMk cId="2736261930" sldId="302"/>
            <ac:spMk id="18" creationId="{BA07EBE4-BF7C-42DE-940C-A5205E7D5A21}"/>
          </ac:spMkLst>
        </pc:spChg>
        <pc:spChg chg="mod">
          <ac:chgData name="Robin Kuhnhenne" userId="43964cd215a31544" providerId="Windows Live" clId="Web-{D8B2DB8E-ABFD-C664-7146-F37B783B16E4}" dt="2026-08-19T00:19:51.293" v="84" actId="1076"/>
          <ac:spMkLst>
            <pc:docMk/>
            <pc:sldMk cId="2736261930" sldId="302"/>
            <ac:spMk id="29" creationId="{75BA076B-DBA3-AF5B-518E-06BE90E5E744}"/>
          </ac:spMkLst>
        </pc:spChg>
        <pc:spChg chg="mod">
          <ac:chgData name="Robin Kuhnhenne" userId="43964cd215a31544" providerId="Windows Live" clId="Web-{D8B2DB8E-ABFD-C664-7146-F37B783B16E4}" dt="2026-08-19T00:19:51.309" v="85" actId="1076"/>
          <ac:spMkLst>
            <pc:docMk/>
            <pc:sldMk cId="2736261930" sldId="302"/>
            <ac:spMk id="31" creationId="{5D9FD946-243D-661F-DC0D-6E94568F57D8}"/>
          </ac:spMkLst>
        </pc:spChg>
        <pc:spChg chg="mod">
          <ac:chgData name="Robin Kuhnhenne" userId="43964cd215a31544" providerId="Windows Live" clId="Web-{D8B2DB8E-ABFD-C664-7146-F37B783B16E4}" dt="2026-08-19T00:19:51.324" v="86" actId="1076"/>
          <ac:spMkLst>
            <pc:docMk/>
            <pc:sldMk cId="2736261930" sldId="302"/>
            <ac:spMk id="33" creationId="{B627A801-07D6-197A-E43A-1437A63C4E54}"/>
          </ac:spMkLst>
        </pc:spChg>
        <pc:spChg chg="mod">
          <ac:chgData name="Robin Kuhnhenne" userId="43964cd215a31544" providerId="Windows Live" clId="Web-{D8B2DB8E-ABFD-C664-7146-F37B783B16E4}" dt="2026-08-19T00:19:51.340" v="87" actId="1076"/>
          <ac:spMkLst>
            <pc:docMk/>
            <pc:sldMk cId="2736261930" sldId="302"/>
            <ac:spMk id="37" creationId="{37A2DB65-495E-6D18-76C9-0E578753969F}"/>
          </ac:spMkLst>
        </pc:spChg>
        <pc:spChg chg="mod">
          <ac:chgData name="Robin Kuhnhenne" userId="43964cd215a31544" providerId="Windows Live" clId="Web-{D8B2DB8E-ABFD-C664-7146-F37B783B16E4}" dt="2026-08-19T00:19:51.355" v="88" actId="1076"/>
          <ac:spMkLst>
            <pc:docMk/>
            <pc:sldMk cId="2736261930" sldId="302"/>
            <ac:spMk id="39" creationId="{ADE2A4ED-E28B-319A-22D2-AA16E1FF4BFD}"/>
          </ac:spMkLst>
        </pc:spChg>
        <pc:picChg chg="add del mod">
          <ac:chgData name="Robin Kuhnhenne" userId="43964cd215a31544" providerId="Windows Live" clId="Web-{D8B2DB8E-ABFD-C664-7146-F37B783B16E4}" dt="2026-08-19T00:17:58.977" v="34"/>
          <ac:picMkLst>
            <pc:docMk/>
            <pc:sldMk cId="2736261930" sldId="302"/>
            <ac:picMk id="2" creationId="{42244BF5-BCBE-BCB7-2E03-719BF9EE0780}"/>
          </ac:picMkLst>
        </pc:picChg>
        <pc:picChg chg="add del mod">
          <ac:chgData name="Robin Kuhnhenne" userId="43964cd215a31544" providerId="Windows Live" clId="Web-{D8B2DB8E-ABFD-C664-7146-F37B783B16E4}" dt="2026-08-19T00:18:26.774" v="39"/>
          <ac:picMkLst>
            <pc:docMk/>
            <pc:sldMk cId="2736261930" sldId="302"/>
            <ac:picMk id="3" creationId="{91C3E87B-EC72-8F5D-1E4E-61671B427BBB}"/>
          </ac:picMkLst>
        </pc:picChg>
        <pc:picChg chg="add mod">
          <ac:chgData name="Robin Kuhnhenne" userId="43964cd215a31544" providerId="Windows Live" clId="Web-{D8B2DB8E-ABFD-C664-7146-F37B783B16E4}" dt="2026-08-19T00:21:42.922" v="110" actId="1076"/>
          <ac:picMkLst>
            <pc:docMk/>
            <pc:sldMk cId="2736261930" sldId="302"/>
            <ac:picMk id="6" creationId="{B1ED7F45-CB95-5AB4-AE6A-2F918A698651}"/>
          </ac:picMkLst>
        </pc:picChg>
        <pc:picChg chg="del">
          <ac:chgData name="Robin Kuhnhenne" userId="43964cd215a31544" providerId="Windows Live" clId="Web-{D8B2DB8E-ABFD-C664-7146-F37B783B16E4}" dt="2026-08-19T00:18:08.758" v="37"/>
          <ac:picMkLst>
            <pc:docMk/>
            <pc:sldMk cId="2736261930" sldId="302"/>
            <ac:picMk id="27" creationId="{BE4F7A57-A297-BE2C-2DDA-E0929789C415}"/>
          </ac:picMkLst>
        </pc:picChg>
      </pc:sldChg>
      <pc:sldChg chg="modSp">
        <pc:chgData name="Robin Kuhnhenne" userId="43964cd215a31544" providerId="Windows Live" clId="Web-{D8B2DB8E-ABFD-C664-7146-F37B783B16E4}" dt="2026-08-19T00:27:52.169" v="137" actId="20577"/>
        <pc:sldMkLst>
          <pc:docMk/>
          <pc:sldMk cId="3056663676" sldId="304"/>
        </pc:sldMkLst>
        <pc:spChg chg="mod">
          <ac:chgData name="Robin Kuhnhenne" userId="43964cd215a31544" providerId="Windows Live" clId="Web-{D8B2DB8E-ABFD-C664-7146-F37B783B16E4}" dt="2026-08-19T00:27:52.169" v="137" actId="20577"/>
          <ac:spMkLst>
            <pc:docMk/>
            <pc:sldMk cId="3056663676" sldId="304"/>
            <ac:spMk id="13" creationId="{999479DA-8724-3601-1AD3-47B44C2380A0}"/>
          </ac:spMkLst>
        </pc:spChg>
      </pc:sldChg>
    </pc:docChg>
  </pc:docChgLst>
  <pc:docChgLst>
    <pc:chgData name="Guest User" providerId="Windows Live" clId="Web-{7A004CF5-CFA2-197E-4288-A550C87B39EA}"/>
    <pc:docChg chg="addSld delSld modSld">
      <pc:chgData name="Guest User" userId="" providerId="Windows Live" clId="Web-{7A004CF5-CFA2-197E-4288-A550C87B39EA}" dt="2026-08-18T15:54:24.614" v="460" actId="1076"/>
      <pc:docMkLst>
        <pc:docMk/>
      </pc:docMkLst>
      <pc:sldChg chg="addSp delSp modSp add replId">
        <pc:chgData name="Guest User" userId="" providerId="Windows Live" clId="Web-{7A004CF5-CFA2-197E-4288-A550C87B39EA}" dt="2026-08-18T15:53:55.972" v="454"/>
        <pc:sldMkLst>
          <pc:docMk/>
          <pc:sldMk cId="2736261930" sldId="302"/>
        </pc:sldMkLst>
        <pc:spChg chg="mod">
          <ac:chgData name="Guest User" userId="" providerId="Windows Live" clId="Web-{7A004CF5-CFA2-197E-4288-A550C87B39EA}" dt="2026-08-18T15:49:28.025" v="381" actId="1076"/>
          <ac:spMkLst>
            <pc:docMk/>
            <pc:sldMk cId="2736261930" sldId="302"/>
            <ac:spMk id="5" creationId="{E25D5448-9D96-AC28-CF3C-147ADA8A9314}"/>
          </ac:spMkLst>
        </pc:spChg>
        <pc:spChg chg="del">
          <ac:chgData name="Guest User" userId="" providerId="Windows Live" clId="Web-{7A004CF5-CFA2-197E-4288-A550C87B39EA}" dt="2026-08-18T15:49:23.697" v="379"/>
          <ac:spMkLst>
            <pc:docMk/>
            <pc:sldMk cId="2736261930" sldId="302"/>
            <ac:spMk id="6" creationId="{8BAE3C60-F262-55D8-8A3F-CA3D02309E3B}"/>
          </ac:spMkLst>
        </pc:spChg>
        <pc:spChg chg="mod">
          <ac:chgData name="Guest User" userId="" providerId="Windows Live" clId="Web-{7A004CF5-CFA2-197E-4288-A550C87B39EA}" dt="2026-08-18T15:49:28.041" v="382" actId="1076"/>
          <ac:spMkLst>
            <pc:docMk/>
            <pc:sldMk cId="2736261930" sldId="302"/>
            <ac:spMk id="7" creationId="{0809EB89-FA40-4F35-4649-128DEAF495CE}"/>
          </ac:spMkLst>
        </pc:spChg>
        <pc:spChg chg="del mod">
          <ac:chgData name="Guest User" userId="" providerId="Windows Live" clId="Web-{7A004CF5-CFA2-197E-4288-A550C87B39EA}" dt="2026-08-18T15:49:23.697" v="378"/>
          <ac:spMkLst>
            <pc:docMk/>
            <pc:sldMk cId="2736261930" sldId="302"/>
            <ac:spMk id="8" creationId="{7215FCFB-EC54-13BA-99C2-54E3316500F0}"/>
          </ac:spMkLst>
        </pc:spChg>
        <pc:spChg chg="add mod">
          <ac:chgData name="Guest User" userId="" providerId="Windows Live" clId="Web-{7A004CF5-CFA2-197E-4288-A550C87B39EA}" dt="2026-08-18T15:49:41.026" v="387" actId="1076"/>
          <ac:spMkLst>
            <pc:docMk/>
            <pc:sldMk cId="2736261930" sldId="302"/>
            <ac:spMk id="10" creationId="{9B0522B6-973F-04C5-3896-99A750E0B024}"/>
          </ac:spMkLst>
        </pc:spChg>
        <pc:spChg chg="add mod">
          <ac:chgData name="Guest User" userId="" providerId="Windows Live" clId="Web-{7A004CF5-CFA2-197E-4288-A550C87B39EA}" dt="2026-08-18T15:50:29.840" v="451" actId="20577"/>
          <ac:spMkLst>
            <pc:docMk/>
            <pc:sldMk cId="2736261930" sldId="302"/>
            <ac:spMk id="11" creationId="{E04E0772-82E2-BB35-EC0E-7847E4C9CF0F}"/>
          </ac:spMkLst>
        </pc:spChg>
        <pc:spChg chg="del">
          <ac:chgData name="Guest User" userId="" providerId="Windows Live" clId="Web-{7A004CF5-CFA2-197E-4288-A550C87B39EA}" dt="2026-08-18T15:49:23.697" v="380"/>
          <ac:spMkLst>
            <pc:docMk/>
            <pc:sldMk cId="2736261930" sldId="302"/>
            <ac:spMk id="12" creationId="{86C9C287-E14B-A3DE-9B29-3CDF0EC7D9FD}"/>
          </ac:spMkLst>
        </pc:spChg>
        <pc:spChg chg="del">
          <ac:chgData name="Guest User" userId="" providerId="Windows Live" clId="Web-{7A004CF5-CFA2-197E-4288-A550C87B39EA}" dt="2026-08-18T15:49:23.697" v="377"/>
          <ac:spMkLst>
            <pc:docMk/>
            <pc:sldMk cId="2736261930" sldId="302"/>
            <ac:spMk id="30" creationId="{FD0BE0BF-0CFF-DFD5-EB5A-44C9EBC1D7FF}"/>
          </ac:spMkLst>
        </pc:spChg>
        <pc:spChg chg="del">
          <ac:chgData name="Guest User" userId="" providerId="Windows Live" clId="Web-{7A004CF5-CFA2-197E-4288-A550C87B39EA}" dt="2026-08-18T15:49:23.697" v="376"/>
          <ac:spMkLst>
            <pc:docMk/>
            <pc:sldMk cId="2736261930" sldId="302"/>
            <ac:spMk id="32" creationId="{F416B6C8-1526-12C3-5B51-754150C6872F}"/>
          </ac:spMkLst>
        </pc:spChg>
        <pc:spChg chg="del">
          <ac:chgData name="Guest User" userId="" providerId="Windows Live" clId="Web-{7A004CF5-CFA2-197E-4288-A550C87B39EA}" dt="2026-08-18T15:49:23.697" v="375"/>
          <ac:spMkLst>
            <pc:docMk/>
            <pc:sldMk cId="2736261930" sldId="302"/>
            <ac:spMk id="34" creationId="{6B6C4961-C232-757D-6309-8AFB9BED2352}"/>
          </ac:spMkLst>
        </pc:spChg>
        <pc:spChg chg="del">
          <ac:chgData name="Guest User" userId="" providerId="Windows Live" clId="Web-{7A004CF5-CFA2-197E-4288-A550C87B39EA}" dt="2026-08-18T15:49:23.697" v="374"/>
          <ac:spMkLst>
            <pc:docMk/>
            <pc:sldMk cId="2736261930" sldId="302"/>
            <ac:spMk id="35" creationId="{AB161FBA-BB13-4B4D-328B-F0469217C21F}"/>
          </ac:spMkLst>
        </pc:spChg>
        <pc:spChg chg="del">
          <ac:chgData name="Guest User" userId="" providerId="Windows Live" clId="Web-{7A004CF5-CFA2-197E-4288-A550C87B39EA}" dt="2026-08-18T15:49:23.697" v="373"/>
          <ac:spMkLst>
            <pc:docMk/>
            <pc:sldMk cId="2736261930" sldId="302"/>
            <ac:spMk id="36" creationId="{491F1E21-5610-3BFF-110E-35B87F150359}"/>
          </ac:spMkLst>
        </pc:spChg>
        <pc:picChg chg="add del mod">
          <ac:chgData name="Guest User" userId="" providerId="Windows Live" clId="Web-{7A004CF5-CFA2-197E-4288-A550C87B39EA}" dt="2026-08-18T15:53:55.972" v="454"/>
          <ac:picMkLst>
            <pc:docMk/>
            <pc:sldMk cId="2736261930" sldId="302"/>
            <ac:picMk id="13" creationId="{D0EEF3A9-0A0F-1619-9675-CC1197098D8B}"/>
          </ac:picMkLst>
        </pc:picChg>
      </pc:sldChg>
      <pc:sldChg chg="add del replId">
        <pc:chgData name="Guest User" userId="" providerId="Windows Live" clId="Web-{7A004CF5-CFA2-197E-4288-A550C87B39EA}" dt="2026-08-18T15:54:03.989" v="456"/>
        <pc:sldMkLst>
          <pc:docMk/>
          <pc:sldMk cId="2780128395" sldId="303"/>
        </pc:sldMkLst>
      </pc:sldChg>
    </pc:docChg>
  </pc:docChgLst>
  <pc:docChgLst>
    <pc:chgData name="Robin Kuhnhenne" userId="43964cd215a31544" providerId="Windows Live" clId="Web-{196C38FC-CC6B-228C-9976-78C615095838}"/>
    <pc:docChg chg="modSld">
      <pc:chgData name="Robin Kuhnhenne" userId="43964cd215a31544" providerId="Windows Live" clId="Web-{196C38FC-CC6B-228C-9976-78C615095838}" dt="2026-08-19T08:02:34.548" v="168" actId="20577"/>
      <pc:docMkLst>
        <pc:docMk/>
      </pc:docMkLst>
      <pc:sldChg chg="modSp modNotes">
        <pc:chgData name="Robin Kuhnhenne" userId="43964cd215a31544" providerId="Windows Live" clId="Web-{196C38FC-CC6B-228C-9976-78C615095838}" dt="2026-08-19T08:02:34.548" v="168" actId="20577"/>
        <pc:sldMkLst>
          <pc:docMk/>
          <pc:sldMk cId="0" sldId="277"/>
        </pc:sldMkLst>
        <pc:spChg chg="mod">
          <ac:chgData name="Robin Kuhnhenne" userId="43964cd215a31544" providerId="Windows Live" clId="Web-{196C38FC-CC6B-228C-9976-78C615095838}" dt="2026-08-19T08:02:34.548" v="168" actId="20577"/>
          <ac:spMkLst>
            <pc:docMk/>
            <pc:sldMk cId="0" sldId="277"/>
            <ac:spMk id="15" creationId="{00000000-0000-0000-0000-000000000000}"/>
          </ac:spMkLst>
        </pc:spChg>
      </pc:sldChg>
    </pc:docChg>
  </pc:docChgLst>
  <pc:docChgLst>
    <pc:chgData name="Robin Kuhnhenne" userId="43964cd215a31544" providerId="Windows Live" clId="Web-{870B4916-74EF-345B-00A7-A8042BDC9AA7}"/>
    <pc:docChg chg="addSld modSld">
      <pc:chgData name="Robin Kuhnhenne" userId="43964cd215a31544" providerId="Windows Live" clId="Web-{870B4916-74EF-345B-00A7-A8042BDC9AA7}" dt="2026-08-18T23:31:42.819" v="526" actId="14100"/>
      <pc:docMkLst>
        <pc:docMk/>
      </pc:docMkLst>
      <pc:sldChg chg="modSp">
        <pc:chgData name="Robin Kuhnhenne" userId="43964cd215a31544" providerId="Windows Live" clId="Web-{870B4916-74EF-345B-00A7-A8042BDC9AA7}" dt="2026-08-18T19:14:02.650" v="229" actId="20577"/>
        <pc:sldMkLst>
          <pc:docMk/>
          <pc:sldMk cId="0" sldId="263"/>
        </pc:sldMkLst>
        <pc:spChg chg="mod">
          <ac:chgData name="Robin Kuhnhenne" userId="43964cd215a31544" providerId="Windows Live" clId="Web-{870B4916-74EF-345B-00A7-A8042BDC9AA7}" dt="2026-08-18T19:13:59.353" v="227" actId="20577"/>
          <ac:spMkLst>
            <pc:docMk/>
            <pc:sldMk cId="0" sldId="263"/>
            <ac:spMk id="13" creationId="{00000000-0000-0000-0000-000000000000}"/>
          </ac:spMkLst>
        </pc:spChg>
        <pc:spChg chg="mod">
          <ac:chgData name="Robin Kuhnhenne" userId="43964cd215a31544" providerId="Windows Live" clId="Web-{870B4916-74EF-345B-00A7-A8042BDC9AA7}" dt="2026-08-18T19:14:02.650" v="229" actId="20577"/>
          <ac:spMkLst>
            <pc:docMk/>
            <pc:sldMk cId="0" sldId="263"/>
            <ac:spMk id="27" creationId="{00000000-0000-0000-0000-000000000000}"/>
          </ac:spMkLst>
        </pc:spChg>
      </pc:sldChg>
      <pc:sldChg chg="modSp">
        <pc:chgData name="Robin Kuhnhenne" userId="43964cd215a31544" providerId="Windows Live" clId="Web-{870B4916-74EF-345B-00A7-A8042BDC9AA7}" dt="2026-08-18T19:14:40.184" v="235" actId="20577"/>
        <pc:sldMkLst>
          <pc:docMk/>
          <pc:sldMk cId="0" sldId="264"/>
        </pc:sldMkLst>
        <pc:spChg chg="mod">
          <ac:chgData name="Robin Kuhnhenne" userId="43964cd215a31544" providerId="Windows Live" clId="Web-{870B4916-74EF-345B-00A7-A8042BDC9AA7}" dt="2026-08-18T19:14:40.184" v="235" actId="20577"/>
          <ac:spMkLst>
            <pc:docMk/>
            <pc:sldMk cId="0" sldId="264"/>
            <ac:spMk id="39" creationId="{00000000-0000-0000-0000-000000000000}"/>
          </ac:spMkLst>
        </pc:spChg>
      </pc:sldChg>
      <pc:sldChg chg="modSp">
        <pc:chgData name="Robin Kuhnhenne" userId="43964cd215a31544" providerId="Windows Live" clId="Web-{870B4916-74EF-345B-00A7-A8042BDC9AA7}" dt="2026-08-18T19:26:19.717" v="309" actId="20577"/>
        <pc:sldMkLst>
          <pc:docMk/>
          <pc:sldMk cId="0" sldId="273"/>
        </pc:sldMkLst>
        <pc:spChg chg="mod">
          <ac:chgData name="Robin Kuhnhenne" userId="43964cd215a31544" providerId="Windows Live" clId="Web-{870B4916-74EF-345B-00A7-A8042BDC9AA7}" dt="2026-08-18T19:26:19.717" v="309" actId="20577"/>
          <ac:spMkLst>
            <pc:docMk/>
            <pc:sldMk cId="0" sldId="273"/>
            <ac:spMk id="5" creationId="{00000000-0000-0000-0000-000000000000}"/>
          </ac:spMkLst>
        </pc:spChg>
      </pc:sldChg>
      <pc:sldChg chg="addSp delSp modSp mod modShow">
        <pc:chgData name="Robin Kuhnhenne" userId="43964cd215a31544" providerId="Windows Live" clId="Web-{870B4916-74EF-345B-00A7-A8042BDC9AA7}" dt="2026-08-18T18:47:56.148" v="114" actId="1076"/>
        <pc:sldMkLst>
          <pc:docMk/>
          <pc:sldMk cId="2310149572" sldId="298"/>
        </pc:sldMkLst>
        <pc:spChg chg="topLvl">
          <ac:chgData name="Robin Kuhnhenne" userId="43964cd215a31544" providerId="Windows Live" clId="Web-{870B4916-74EF-345B-00A7-A8042BDC9AA7}" dt="2026-08-18T18:47:17.161" v="81"/>
          <ac:spMkLst>
            <pc:docMk/>
            <pc:sldMk cId="2310149572" sldId="298"/>
            <ac:spMk id="30" creationId="{45C56DC1-7466-3462-C7BA-D52D0FAB9D57}"/>
          </ac:spMkLst>
        </pc:spChg>
        <pc:spChg chg="mod topLvl">
          <ac:chgData name="Robin Kuhnhenne" userId="43964cd215a31544" providerId="Windows Live" clId="Web-{870B4916-74EF-345B-00A7-A8042BDC9AA7}" dt="2026-08-18T18:47:22.114" v="85" actId="20577"/>
          <ac:spMkLst>
            <pc:docMk/>
            <pc:sldMk cId="2310149572" sldId="298"/>
            <ac:spMk id="31" creationId="{45EC02D7-648F-94B0-2853-D6ADB6516461}"/>
          </ac:spMkLst>
        </pc:spChg>
        <pc:spChg chg="add mod">
          <ac:chgData name="Robin Kuhnhenne" userId="43964cd215a31544" providerId="Windows Live" clId="Web-{870B4916-74EF-345B-00A7-A8042BDC9AA7}" dt="2026-08-18T18:47:27.412" v="88" actId="1076"/>
          <ac:spMkLst>
            <pc:docMk/>
            <pc:sldMk cId="2310149572" sldId="298"/>
            <ac:spMk id="33" creationId="{F952C4E7-0434-CCF4-AA69-FC380A0C7A5D}"/>
          </ac:spMkLst>
        </pc:spChg>
        <pc:spChg chg="add mod">
          <ac:chgData name="Robin Kuhnhenne" userId="43964cd215a31544" providerId="Windows Live" clId="Web-{870B4916-74EF-345B-00A7-A8042BDC9AA7}" dt="2026-08-18T18:47:32.881" v="93" actId="20577"/>
          <ac:spMkLst>
            <pc:docMk/>
            <pc:sldMk cId="2310149572" sldId="298"/>
            <ac:spMk id="34" creationId="{3DFC737A-EC5B-E242-D98C-CBEF77DD112C}"/>
          </ac:spMkLst>
        </pc:spChg>
        <pc:spChg chg="add mod">
          <ac:chgData name="Robin Kuhnhenne" userId="43964cd215a31544" providerId="Windows Live" clId="Web-{870B4916-74EF-345B-00A7-A8042BDC9AA7}" dt="2026-08-18T18:47:37.350" v="96" actId="1076"/>
          <ac:spMkLst>
            <pc:docMk/>
            <pc:sldMk cId="2310149572" sldId="298"/>
            <ac:spMk id="35" creationId="{D71EF521-0951-46CA-9A6E-5B26A0D81EDE}"/>
          </ac:spMkLst>
        </pc:spChg>
        <pc:spChg chg="add mod">
          <ac:chgData name="Robin Kuhnhenne" userId="43964cd215a31544" providerId="Windows Live" clId="Web-{870B4916-74EF-345B-00A7-A8042BDC9AA7}" dt="2026-08-18T18:47:43.273" v="110" actId="20577"/>
          <ac:spMkLst>
            <pc:docMk/>
            <pc:sldMk cId="2310149572" sldId="298"/>
            <ac:spMk id="36" creationId="{93436509-1A98-378C-F094-49B77ABA1530}"/>
          </ac:spMkLst>
        </pc:spChg>
        <pc:grpChg chg="add mod">
          <ac:chgData name="Robin Kuhnhenne" userId="43964cd215a31544" providerId="Windows Live" clId="Web-{870B4916-74EF-345B-00A7-A8042BDC9AA7}" dt="2026-08-18T18:46:17.907" v="73" actId="1076"/>
          <ac:grpSpMkLst>
            <pc:docMk/>
            <pc:sldMk cId="2310149572" sldId="298"/>
            <ac:grpSpMk id="3" creationId="{B4D12D63-59BF-AFB6-CDFB-EF42F5D123FD}"/>
          </ac:grpSpMkLst>
        </pc:grpChg>
        <pc:grpChg chg="add mod">
          <ac:chgData name="Robin Kuhnhenne" userId="43964cd215a31544" providerId="Windows Live" clId="Web-{870B4916-74EF-345B-00A7-A8042BDC9AA7}" dt="2026-08-18T18:46:11.500" v="72" actId="14100"/>
          <ac:grpSpMkLst>
            <pc:docMk/>
            <pc:sldMk cId="2310149572" sldId="298"/>
            <ac:grpSpMk id="11" creationId="{D4E55004-447C-EC54-9DCE-D2AAEC9C797E}"/>
          </ac:grpSpMkLst>
        </pc:grpChg>
        <pc:grpChg chg="add del mod">
          <ac:chgData name="Robin Kuhnhenne" userId="43964cd215a31544" providerId="Windows Live" clId="Web-{870B4916-74EF-345B-00A7-A8042BDC9AA7}" dt="2026-08-18T18:46:30.376" v="77"/>
          <ac:grpSpMkLst>
            <pc:docMk/>
            <pc:sldMk cId="2310149572" sldId="298"/>
            <ac:grpSpMk id="14" creationId="{A11CCA89-DEA3-DE71-88D3-81B303589BE1}"/>
          </ac:grpSpMkLst>
        </pc:grpChg>
        <pc:grpChg chg="add mod">
          <ac:chgData name="Robin Kuhnhenne" userId="43964cd215a31544" providerId="Windows Live" clId="Web-{870B4916-74EF-345B-00A7-A8042BDC9AA7}" dt="2026-08-18T18:46:28.283" v="76" actId="1076"/>
          <ac:grpSpMkLst>
            <pc:docMk/>
            <pc:sldMk cId="2310149572" sldId="298"/>
            <ac:grpSpMk id="16" creationId="{531091B1-E357-B5FA-D980-D428425614B4}"/>
          </ac:grpSpMkLst>
        </pc:grpChg>
        <pc:grpChg chg="add del mod">
          <ac:chgData name="Robin Kuhnhenne" userId="43964cd215a31544" providerId="Windows Live" clId="Web-{870B4916-74EF-345B-00A7-A8042BDC9AA7}" dt="2026-08-18T18:47:17.161" v="81"/>
          <ac:grpSpMkLst>
            <pc:docMk/>
            <pc:sldMk cId="2310149572" sldId="298"/>
            <ac:grpSpMk id="32" creationId="{770AC0BD-C4FA-7BD9-CBEA-09AA49769997}"/>
          </ac:grpSpMkLst>
        </pc:grpChg>
        <pc:grpChg chg="add mod">
          <ac:chgData name="Robin Kuhnhenne" userId="43964cd215a31544" providerId="Windows Live" clId="Web-{870B4916-74EF-345B-00A7-A8042BDC9AA7}" dt="2026-08-18T18:47:51.132" v="113" actId="1076"/>
          <ac:grpSpMkLst>
            <pc:docMk/>
            <pc:sldMk cId="2310149572" sldId="298"/>
            <ac:grpSpMk id="37" creationId="{639D7A98-8BD3-3AB6-31AF-2BC5E54487E2}"/>
          </ac:grpSpMkLst>
        </pc:grpChg>
        <pc:grpChg chg="add mod">
          <ac:chgData name="Robin Kuhnhenne" userId="43964cd215a31544" providerId="Windows Live" clId="Web-{870B4916-74EF-345B-00A7-A8042BDC9AA7}" dt="2026-08-18T18:47:56.148" v="114" actId="1076"/>
          <ac:grpSpMkLst>
            <pc:docMk/>
            <pc:sldMk cId="2310149572" sldId="298"/>
            <ac:grpSpMk id="38" creationId="{88FF8E2F-C238-9145-1E56-89C17A4574B6}"/>
          </ac:grpSpMkLst>
        </pc:grpChg>
        <pc:picChg chg="del mod">
          <ac:chgData name="Robin Kuhnhenne" userId="43964cd215a31544" providerId="Windows Live" clId="Web-{870B4916-74EF-345B-00A7-A8042BDC9AA7}" dt="2026-08-18T18:45:23.559" v="61"/>
          <ac:picMkLst>
            <pc:docMk/>
            <pc:sldMk cId="2310149572" sldId="298"/>
            <ac:picMk id="2" creationId="{84653AF1-E006-FD3B-AA7D-1949B969D2CF}"/>
          </ac:picMkLst>
        </pc:picChg>
        <pc:picChg chg="del">
          <ac:chgData name="Robin Kuhnhenne" userId="43964cd215a31544" providerId="Windows Live" clId="Web-{870B4916-74EF-345B-00A7-A8042BDC9AA7}" dt="2026-08-18T18:45:25.466" v="64"/>
          <ac:picMkLst>
            <pc:docMk/>
            <pc:sldMk cId="2310149572" sldId="298"/>
            <ac:picMk id="5" creationId="{2B13166E-2E35-FE42-F532-6F5B9632A17E}"/>
          </ac:picMkLst>
        </pc:picChg>
        <pc:picChg chg="del">
          <ac:chgData name="Robin Kuhnhenne" userId="43964cd215a31544" providerId="Windows Live" clId="Web-{870B4916-74EF-345B-00A7-A8042BDC9AA7}" dt="2026-08-18T18:45:24.403" v="62"/>
          <ac:picMkLst>
            <pc:docMk/>
            <pc:sldMk cId="2310149572" sldId="298"/>
            <ac:picMk id="27" creationId="{5699337D-CCFA-E299-7851-1C22762F094E}"/>
          </ac:picMkLst>
        </pc:picChg>
        <pc:picChg chg="del">
          <ac:chgData name="Robin Kuhnhenne" userId="43964cd215a31544" providerId="Windows Live" clId="Web-{870B4916-74EF-345B-00A7-A8042BDC9AA7}" dt="2026-08-18T18:45:24.966" v="63"/>
          <ac:picMkLst>
            <pc:docMk/>
            <pc:sldMk cId="2310149572" sldId="298"/>
            <ac:picMk id="28" creationId="{4371CD9E-2B7F-8E41-CAFF-A143E094E86B}"/>
          </ac:picMkLst>
        </pc:picChg>
      </pc:sldChg>
      <pc:sldChg chg="modSp">
        <pc:chgData name="Robin Kuhnhenne" userId="43964cd215a31544" providerId="Windows Live" clId="Web-{870B4916-74EF-345B-00A7-A8042BDC9AA7}" dt="2026-08-18T19:41:48.249" v="310" actId="20577"/>
        <pc:sldMkLst>
          <pc:docMk/>
          <pc:sldMk cId="2736261930" sldId="302"/>
        </pc:sldMkLst>
        <pc:spChg chg="mod">
          <ac:chgData name="Robin Kuhnhenne" userId="43964cd215a31544" providerId="Windows Live" clId="Web-{870B4916-74EF-345B-00A7-A8042BDC9AA7}" dt="2026-08-18T19:41:48.249" v="310" actId="20577"/>
          <ac:spMkLst>
            <pc:docMk/>
            <pc:sldMk cId="2736261930" sldId="302"/>
            <ac:spMk id="37" creationId="{37A2DB65-495E-6D18-76C9-0E578753969F}"/>
          </ac:spMkLst>
        </pc:spChg>
      </pc:sldChg>
      <pc:sldChg chg="addSp delSp modSp">
        <pc:chgData name="Robin Kuhnhenne" userId="43964cd215a31544" providerId="Windows Live" clId="Web-{870B4916-74EF-345B-00A7-A8042BDC9AA7}" dt="2026-08-18T19:10:47.293" v="225"/>
        <pc:sldMkLst>
          <pc:docMk/>
          <pc:sldMk cId="3056663676" sldId="304"/>
        </pc:sldMkLst>
        <pc:spChg chg="add mod">
          <ac:chgData name="Robin Kuhnhenne" userId="43964cd215a31544" providerId="Windows Live" clId="Web-{870B4916-74EF-345B-00A7-A8042BDC9AA7}" dt="2026-08-18T19:09:47.820" v="223"/>
          <ac:spMkLst>
            <pc:docMk/>
            <pc:sldMk cId="3056663676" sldId="304"/>
            <ac:spMk id="11" creationId="{3B222FDA-B35B-A189-EE89-68B99822C54A}"/>
          </ac:spMkLst>
        </pc:spChg>
        <pc:spChg chg="mod">
          <ac:chgData name="Robin Kuhnhenne" userId="43964cd215a31544" providerId="Windows Live" clId="Web-{870B4916-74EF-345B-00A7-A8042BDC9AA7}" dt="2026-08-18T19:01:30.426" v="208" actId="20577"/>
          <ac:spMkLst>
            <pc:docMk/>
            <pc:sldMk cId="3056663676" sldId="304"/>
            <ac:spMk id="13" creationId="{999479DA-8724-3601-1AD3-47B44C2380A0}"/>
          </ac:spMkLst>
        </pc:spChg>
        <pc:spChg chg="add mod">
          <ac:chgData name="Robin Kuhnhenne" userId="43964cd215a31544" providerId="Windows Live" clId="Web-{870B4916-74EF-345B-00A7-A8042BDC9AA7}" dt="2026-08-18T19:10:16.353" v="224"/>
          <ac:spMkLst>
            <pc:docMk/>
            <pc:sldMk cId="3056663676" sldId="304"/>
            <ac:spMk id="15" creationId="{EC952512-7EAA-DDFA-03C3-D7F5A24B3C37}"/>
          </ac:spMkLst>
        </pc:spChg>
        <pc:spChg chg="add mod">
          <ac:chgData name="Robin Kuhnhenne" userId="43964cd215a31544" providerId="Windows Live" clId="Web-{870B4916-74EF-345B-00A7-A8042BDC9AA7}" dt="2026-08-18T19:10:47.293" v="225"/>
          <ac:spMkLst>
            <pc:docMk/>
            <pc:sldMk cId="3056663676" sldId="304"/>
            <ac:spMk id="17" creationId="{01ED1E9A-5A17-F76D-49AA-DF8D8B1C4149}"/>
          </ac:spMkLst>
        </pc:spChg>
        <pc:grpChg chg="add mod">
          <ac:chgData name="Robin Kuhnhenne" userId="43964cd215a31544" providerId="Windows Live" clId="Web-{870B4916-74EF-345B-00A7-A8042BDC9AA7}" dt="2026-08-18T19:02:52.479" v="215" actId="1076"/>
          <ac:grpSpMkLst>
            <pc:docMk/>
            <pc:sldMk cId="3056663676" sldId="304"/>
            <ac:grpSpMk id="3" creationId="{1A20334F-AF32-4A45-9D7C-EFE5111A706C}"/>
          </ac:grpSpMkLst>
        </pc:grpChg>
        <pc:picChg chg="add del mod">
          <ac:chgData name="Robin Kuhnhenne" userId="43964cd215a31544" providerId="Windows Live" clId="Web-{870B4916-74EF-345B-00A7-A8042BDC9AA7}" dt="2026-08-18T19:02:42.134" v="213"/>
          <ac:picMkLst>
            <pc:docMk/>
            <pc:sldMk cId="3056663676" sldId="304"/>
            <ac:picMk id="2" creationId="{C6784FDB-3975-509C-0C33-556722AB0D87}"/>
          </ac:picMkLst>
        </pc:picChg>
        <pc:picChg chg="del">
          <ac:chgData name="Robin Kuhnhenne" userId="43964cd215a31544" providerId="Windows Live" clId="Web-{870B4916-74EF-345B-00A7-A8042BDC9AA7}" dt="2026-08-18T18:58:11.319" v="123"/>
          <ac:picMkLst>
            <pc:docMk/>
            <pc:sldMk cId="3056663676" sldId="304"/>
            <ac:picMk id="5" creationId="{ED972B51-DE74-C407-D1FD-0EFD07F9550F}"/>
          </ac:picMkLst>
        </pc:picChg>
        <pc:picChg chg="add mod">
          <ac:chgData name="Robin Kuhnhenne" userId="43964cd215a31544" providerId="Windows Live" clId="Web-{870B4916-74EF-345B-00A7-A8042BDC9AA7}" dt="2026-08-18T19:02:46.697" v="214" actId="1076"/>
          <ac:picMkLst>
            <pc:docMk/>
            <pc:sldMk cId="3056663676" sldId="304"/>
            <ac:picMk id="6" creationId="{7588540C-5B6E-8008-F0B6-E610D86A5480}"/>
          </ac:picMkLst>
        </pc:picChg>
        <pc:picChg chg="del">
          <ac:chgData name="Robin Kuhnhenne" userId="43964cd215a31544" providerId="Windows Live" clId="Web-{870B4916-74EF-345B-00A7-A8042BDC9AA7}" dt="2026-08-18T18:58:10.490" v="122"/>
          <ac:picMkLst>
            <pc:docMk/>
            <pc:sldMk cId="3056663676" sldId="304"/>
            <ac:picMk id="12" creationId="{0E3E0511-A364-5FBA-F13B-F03260379EE0}"/>
          </ac:picMkLst>
        </pc:picChg>
      </pc:sldChg>
      <pc:sldChg chg="addSp delSp modSp add replId">
        <pc:chgData name="Robin Kuhnhenne" userId="43964cd215a31544" providerId="Windows Live" clId="Web-{870B4916-74EF-345B-00A7-A8042BDC9AA7}" dt="2026-08-18T18:42:10.640" v="37"/>
        <pc:sldMkLst>
          <pc:docMk/>
          <pc:sldMk cId="2921863098" sldId="307"/>
        </pc:sldMkLst>
        <pc:spChg chg="del">
          <ac:chgData name="Robin Kuhnhenne" userId="43964cd215a31544" providerId="Windows Live" clId="Web-{870B4916-74EF-345B-00A7-A8042BDC9AA7}" dt="2026-08-18T18:29:46.666" v="7"/>
          <ac:spMkLst>
            <pc:docMk/>
            <pc:sldMk cId="2921863098" sldId="307"/>
            <ac:spMk id="4" creationId="{F25E23D8-3F1B-8A9C-A9BB-CC0C0C8E1BA9}"/>
          </ac:spMkLst>
        </pc:spChg>
        <pc:spChg chg="del">
          <ac:chgData name="Robin Kuhnhenne" userId="43964cd215a31544" providerId="Windows Live" clId="Web-{870B4916-74EF-345B-00A7-A8042BDC9AA7}" dt="2026-08-18T18:30:58.327" v="12"/>
          <ac:spMkLst>
            <pc:docMk/>
            <pc:sldMk cId="2921863098" sldId="307"/>
            <ac:spMk id="6" creationId="{7797A733-B720-DB75-7411-D86E077AF9F8}"/>
          </ac:spMkLst>
        </pc:spChg>
        <pc:spChg chg="del">
          <ac:chgData name="Robin Kuhnhenne" userId="43964cd215a31544" providerId="Windows Live" clId="Web-{870B4916-74EF-345B-00A7-A8042BDC9AA7}" dt="2026-08-18T18:30:59.718" v="21"/>
          <ac:spMkLst>
            <pc:docMk/>
            <pc:sldMk cId="2921863098" sldId="307"/>
            <ac:spMk id="7" creationId="{B72BB033-94F8-DE7F-DE9E-304569708337}"/>
          </ac:spMkLst>
        </pc:spChg>
        <pc:spChg chg="del">
          <ac:chgData name="Robin Kuhnhenne" userId="43964cd215a31544" providerId="Windows Live" clId="Web-{870B4916-74EF-345B-00A7-A8042BDC9AA7}" dt="2026-08-18T18:29:43.291" v="5"/>
          <ac:spMkLst>
            <pc:docMk/>
            <pc:sldMk cId="2921863098" sldId="307"/>
            <ac:spMk id="8" creationId="{E1265A79-B774-BD42-BDB9-5AC9F0F8A175}"/>
          </ac:spMkLst>
        </pc:spChg>
        <pc:spChg chg="del">
          <ac:chgData name="Robin Kuhnhenne" userId="43964cd215a31544" providerId="Windows Live" clId="Web-{870B4916-74EF-345B-00A7-A8042BDC9AA7}" dt="2026-08-18T18:29:46.666" v="6"/>
          <ac:spMkLst>
            <pc:docMk/>
            <pc:sldMk cId="2921863098" sldId="307"/>
            <ac:spMk id="9" creationId="{FBCC0EFD-1035-588F-9355-2C4BCEB355DB}"/>
          </ac:spMkLst>
        </pc:spChg>
        <pc:spChg chg="mod">
          <ac:chgData name="Robin Kuhnhenne" userId="43964cd215a31544" providerId="Windows Live" clId="Web-{870B4916-74EF-345B-00A7-A8042BDC9AA7}" dt="2026-08-18T18:32:10.004" v="27" actId="1076"/>
          <ac:spMkLst>
            <pc:docMk/>
            <pc:sldMk cId="2921863098" sldId="307"/>
            <ac:spMk id="10" creationId="{68788E28-1831-F8A5-CE2B-046749842643}"/>
          </ac:spMkLst>
        </pc:spChg>
        <pc:spChg chg="del">
          <ac:chgData name="Robin Kuhnhenne" userId="43964cd215a31544" providerId="Windows Live" clId="Web-{870B4916-74EF-345B-00A7-A8042BDC9AA7}" dt="2026-08-18T18:29:48.041" v="9"/>
          <ac:spMkLst>
            <pc:docMk/>
            <pc:sldMk cId="2921863098" sldId="307"/>
            <ac:spMk id="12" creationId="{2DF4363F-289D-E61B-4209-2062949B488D}"/>
          </ac:spMkLst>
        </pc:spChg>
        <pc:spChg chg="mod">
          <ac:chgData name="Robin Kuhnhenne" userId="43964cd215a31544" providerId="Windows Live" clId="Web-{870B4916-74EF-345B-00A7-A8042BDC9AA7}" dt="2026-08-18T18:32:10.004" v="28" actId="1076"/>
          <ac:spMkLst>
            <pc:docMk/>
            <pc:sldMk cId="2921863098" sldId="307"/>
            <ac:spMk id="13" creationId="{ADAFD9A0-0CD2-AB09-F3B7-51D94CCC7CF8}"/>
          </ac:spMkLst>
        </pc:spChg>
        <pc:spChg chg="del">
          <ac:chgData name="Robin Kuhnhenne" userId="43964cd215a31544" providerId="Windows Live" clId="Web-{870B4916-74EF-345B-00A7-A8042BDC9AA7}" dt="2026-08-18T18:29:48.041" v="8"/>
          <ac:spMkLst>
            <pc:docMk/>
            <pc:sldMk cId="2921863098" sldId="307"/>
            <ac:spMk id="15" creationId="{8BB14B5F-604A-C0D1-5C98-6390FFAA446C}"/>
          </ac:spMkLst>
        </pc:spChg>
        <pc:spChg chg="del">
          <ac:chgData name="Robin Kuhnhenne" userId="43964cd215a31544" providerId="Windows Live" clId="Web-{870B4916-74EF-345B-00A7-A8042BDC9AA7}" dt="2026-08-18T18:30:58.327" v="20"/>
          <ac:spMkLst>
            <pc:docMk/>
            <pc:sldMk cId="2921863098" sldId="307"/>
            <ac:spMk id="19" creationId="{985630A3-3923-CE8C-112C-72EFE0EC1C23}"/>
          </ac:spMkLst>
        </pc:spChg>
        <pc:spChg chg="del">
          <ac:chgData name="Robin Kuhnhenne" userId="43964cd215a31544" providerId="Windows Live" clId="Web-{870B4916-74EF-345B-00A7-A8042BDC9AA7}" dt="2026-08-18T18:30:58.327" v="19"/>
          <ac:spMkLst>
            <pc:docMk/>
            <pc:sldMk cId="2921863098" sldId="307"/>
            <ac:spMk id="20" creationId="{ED935BBE-26D6-D22F-BE5A-E8BB199E812B}"/>
          </ac:spMkLst>
        </pc:spChg>
        <pc:spChg chg="del">
          <ac:chgData name="Robin Kuhnhenne" userId="43964cd215a31544" providerId="Windows Live" clId="Web-{870B4916-74EF-345B-00A7-A8042BDC9AA7}" dt="2026-08-18T18:30:58.327" v="18"/>
          <ac:spMkLst>
            <pc:docMk/>
            <pc:sldMk cId="2921863098" sldId="307"/>
            <ac:spMk id="21" creationId="{CAF51FB5-0E8D-9B8C-306E-F31F3129C8A6}"/>
          </ac:spMkLst>
        </pc:spChg>
        <pc:spChg chg="del">
          <ac:chgData name="Robin Kuhnhenne" userId="43964cd215a31544" providerId="Windows Live" clId="Web-{870B4916-74EF-345B-00A7-A8042BDC9AA7}" dt="2026-08-18T18:30:58.327" v="17"/>
          <ac:spMkLst>
            <pc:docMk/>
            <pc:sldMk cId="2921863098" sldId="307"/>
            <ac:spMk id="22" creationId="{C3E3776C-6490-5B80-A42D-7CCD767F62E6}"/>
          </ac:spMkLst>
        </pc:spChg>
        <pc:spChg chg="del">
          <ac:chgData name="Robin Kuhnhenne" userId="43964cd215a31544" providerId="Windows Live" clId="Web-{870B4916-74EF-345B-00A7-A8042BDC9AA7}" dt="2026-08-18T18:30:58.327" v="16"/>
          <ac:spMkLst>
            <pc:docMk/>
            <pc:sldMk cId="2921863098" sldId="307"/>
            <ac:spMk id="23" creationId="{B556B809-DBBF-E1B3-A497-B2A436B8F83F}"/>
          </ac:spMkLst>
        </pc:spChg>
        <pc:spChg chg="del">
          <ac:chgData name="Robin Kuhnhenne" userId="43964cd215a31544" providerId="Windows Live" clId="Web-{870B4916-74EF-345B-00A7-A8042BDC9AA7}" dt="2026-08-18T18:30:58.327" v="15"/>
          <ac:spMkLst>
            <pc:docMk/>
            <pc:sldMk cId="2921863098" sldId="307"/>
            <ac:spMk id="24" creationId="{EE021516-B7D0-269C-C86E-5FAEEC523FE5}"/>
          </ac:spMkLst>
        </pc:spChg>
        <pc:spChg chg="del">
          <ac:chgData name="Robin Kuhnhenne" userId="43964cd215a31544" providerId="Windows Live" clId="Web-{870B4916-74EF-345B-00A7-A8042BDC9AA7}" dt="2026-08-18T18:30:58.327" v="14"/>
          <ac:spMkLst>
            <pc:docMk/>
            <pc:sldMk cId="2921863098" sldId="307"/>
            <ac:spMk id="25" creationId="{DD49D5B4-3D28-2278-1E0F-914E5AAC6807}"/>
          </ac:spMkLst>
        </pc:spChg>
        <pc:grpChg chg="add mod">
          <ac:chgData name="Robin Kuhnhenne" userId="43964cd215a31544" providerId="Windows Live" clId="Web-{870B4916-74EF-345B-00A7-A8042BDC9AA7}" dt="2026-08-18T18:32:22.598" v="31" actId="1076"/>
          <ac:grpSpMkLst>
            <pc:docMk/>
            <pc:sldMk cId="2921863098" sldId="307"/>
            <ac:grpSpMk id="3" creationId="{CD8357BF-25C4-AFB7-2D33-1BED759CEA83}"/>
          </ac:grpSpMkLst>
        </pc:grpChg>
        <pc:picChg chg="del mod ord">
          <ac:chgData name="Robin Kuhnhenne" userId="43964cd215a31544" providerId="Windows Live" clId="Web-{870B4916-74EF-345B-00A7-A8042BDC9AA7}" dt="2026-08-18T18:40:35.555" v="32"/>
          <ac:picMkLst>
            <pc:docMk/>
            <pc:sldMk cId="2921863098" sldId="307"/>
            <ac:picMk id="2" creationId="{6621C7C0-7A5C-5D79-8E27-5CB209EF7E69}"/>
          </ac:picMkLst>
        </pc:picChg>
        <pc:picChg chg="del">
          <ac:chgData name="Robin Kuhnhenne" userId="43964cd215a31544" providerId="Windows Live" clId="Web-{870B4916-74EF-345B-00A7-A8042BDC9AA7}" dt="2026-08-18T18:29:43.291" v="4"/>
          <ac:picMkLst>
            <pc:docMk/>
            <pc:sldMk cId="2921863098" sldId="307"/>
            <ac:picMk id="5" creationId="{F125161B-32E6-E29C-3AAD-39333D7F9F18}"/>
          </ac:picMkLst>
        </pc:picChg>
        <pc:picChg chg="add mod ord">
          <ac:chgData name="Robin Kuhnhenne" userId="43964cd215a31544" providerId="Windows Live" clId="Web-{870B4916-74EF-345B-00A7-A8042BDC9AA7}" dt="2026-08-18T18:42:10.640" v="37"/>
          <ac:picMkLst>
            <pc:docMk/>
            <pc:sldMk cId="2921863098" sldId="307"/>
            <ac:picMk id="11" creationId="{84C2DD0B-FCC1-FED5-7935-044934C47FD7}"/>
          </ac:picMkLst>
        </pc:picChg>
        <pc:picChg chg="del">
          <ac:chgData name="Robin Kuhnhenne" userId="43964cd215a31544" providerId="Windows Live" clId="Web-{870B4916-74EF-345B-00A7-A8042BDC9AA7}" dt="2026-08-18T18:30:58.327" v="13"/>
          <ac:picMkLst>
            <pc:docMk/>
            <pc:sldMk cId="2921863098" sldId="307"/>
            <ac:picMk id="27" creationId="{B607EA20-5EEF-F3F6-A0C0-4C3EC476134D}"/>
          </ac:picMkLst>
        </pc:picChg>
        <pc:picChg chg="del">
          <ac:chgData name="Robin Kuhnhenne" userId="43964cd215a31544" providerId="Windows Live" clId="Web-{870B4916-74EF-345B-00A7-A8042BDC9AA7}" dt="2026-08-18T18:31:48.830" v="22"/>
          <ac:picMkLst>
            <pc:docMk/>
            <pc:sldMk cId="2921863098" sldId="307"/>
            <ac:picMk id="28" creationId="{BC1A8584-0C7C-1A3B-5E47-AF58107D9138}"/>
          </ac:picMkLst>
        </pc:picChg>
      </pc:sldChg>
      <pc:sldChg chg="addSp delSp modSp add replId">
        <pc:chgData name="Robin Kuhnhenne" userId="43964cd215a31544" providerId="Windows Live" clId="Web-{870B4916-74EF-345B-00A7-A8042BDC9AA7}" dt="2026-08-18T18:43:14.925" v="47"/>
        <pc:sldMkLst>
          <pc:docMk/>
          <pc:sldMk cId="1152525324" sldId="308"/>
        </pc:sldMkLst>
        <pc:picChg chg="add mod ord">
          <ac:chgData name="Robin Kuhnhenne" userId="43964cd215a31544" providerId="Windows Live" clId="Web-{870B4916-74EF-345B-00A7-A8042BDC9AA7}" dt="2026-08-18T18:43:14.925" v="47"/>
          <ac:picMkLst>
            <pc:docMk/>
            <pc:sldMk cId="1152525324" sldId="308"/>
            <ac:picMk id="2" creationId="{1FC4C015-E35D-0D79-B45B-D97E28B89676}"/>
          </ac:picMkLst>
        </pc:picChg>
        <pc:picChg chg="del">
          <ac:chgData name="Robin Kuhnhenne" userId="43964cd215a31544" providerId="Windows Live" clId="Web-{870B4916-74EF-345B-00A7-A8042BDC9AA7}" dt="2026-08-18T18:42:34.141" v="40"/>
          <ac:picMkLst>
            <pc:docMk/>
            <pc:sldMk cId="1152525324" sldId="308"/>
            <ac:picMk id="11" creationId="{BEC1E1C6-85F3-1F91-16A7-3E4580B883B6}"/>
          </ac:picMkLst>
        </pc:picChg>
      </pc:sldChg>
      <pc:sldChg chg="addSp delSp modSp add replId">
        <pc:chgData name="Robin Kuhnhenne" userId="43964cd215a31544" providerId="Windows Live" clId="Web-{870B4916-74EF-345B-00A7-A8042BDC9AA7}" dt="2026-08-18T18:43:37.630" v="52"/>
        <pc:sldMkLst>
          <pc:docMk/>
          <pc:sldMk cId="1444377636" sldId="309"/>
        </pc:sldMkLst>
        <pc:picChg chg="add mod ord">
          <ac:chgData name="Robin Kuhnhenne" userId="43964cd215a31544" providerId="Windows Live" clId="Web-{870B4916-74EF-345B-00A7-A8042BDC9AA7}" dt="2026-08-18T18:43:37.630" v="52"/>
          <ac:picMkLst>
            <pc:docMk/>
            <pc:sldMk cId="1444377636" sldId="309"/>
            <ac:picMk id="2" creationId="{769341AC-1E29-BDE2-0B0C-84520080AA7B}"/>
          </ac:picMkLst>
        </pc:picChg>
        <pc:picChg chg="del">
          <ac:chgData name="Robin Kuhnhenne" userId="43964cd215a31544" providerId="Windows Live" clId="Web-{870B4916-74EF-345B-00A7-A8042BDC9AA7}" dt="2026-08-18T18:42:35.095" v="41"/>
          <ac:picMkLst>
            <pc:docMk/>
            <pc:sldMk cId="1444377636" sldId="309"/>
            <ac:picMk id="11" creationId="{B48B0140-327B-D901-5D41-54466582D659}"/>
          </ac:picMkLst>
        </pc:picChg>
      </pc:sldChg>
      <pc:sldChg chg="addSp delSp modSp add replId">
        <pc:chgData name="Robin Kuhnhenne" userId="43964cd215a31544" providerId="Windows Live" clId="Web-{870B4916-74EF-345B-00A7-A8042BDC9AA7}" dt="2026-08-18T18:44:15.805" v="59"/>
        <pc:sldMkLst>
          <pc:docMk/>
          <pc:sldMk cId="1923676918" sldId="310"/>
        </pc:sldMkLst>
        <pc:grpChg chg="del">
          <ac:chgData name="Robin Kuhnhenne" userId="43964cd215a31544" providerId="Windows Live" clId="Web-{870B4916-74EF-345B-00A7-A8042BDC9AA7}" dt="2026-08-18T18:43:53.350" v="55"/>
          <ac:grpSpMkLst>
            <pc:docMk/>
            <pc:sldMk cId="1923676918" sldId="310"/>
            <ac:grpSpMk id="3" creationId="{B6A6758B-3826-3670-C27E-46D212636DC0}"/>
          </ac:grpSpMkLst>
        </pc:grpChg>
        <pc:picChg chg="del">
          <ac:chgData name="Robin Kuhnhenne" userId="43964cd215a31544" providerId="Windows Live" clId="Web-{870B4916-74EF-345B-00A7-A8042BDC9AA7}" dt="2026-08-18T18:43:51.209" v="54"/>
          <ac:picMkLst>
            <pc:docMk/>
            <pc:sldMk cId="1923676918" sldId="310"/>
            <ac:picMk id="2" creationId="{0BA260CB-C8B2-1472-A228-4A1DFDECE21A}"/>
          </ac:picMkLst>
        </pc:picChg>
        <pc:picChg chg="add mod ord">
          <ac:chgData name="Robin Kuhnhenne" userId="43964cd215a31544" providerId="Windows Live" clId="Web-{870B4916-74EF-345B-00A7-A8042BDC9AA7}" dt="2026-08-18T18:44:15.805" v="59"/>
          <ac:picMkLst>
            <pc:docMk/>
            <pc:sldMk cId="1923676918" sldId="310"/>
            <ac:picMk id="4" creationId="{5AD1FF57-C892-13D7-F4EE-E131A6EF2285}"/>
          </ac:picMkLst>
        </pc:picChg>
      </pc:sldChg>
      <pc:sldChg chg="addSp delSp modSp add replId">
        <pc:chgData name="Robin Kuhnhenne" userId="43964cd215a31544" providerId="Windows Live" clId="Web-{870B4916-74EF-345B-00A7-A8042BDC9AA7}" dt="2026-08-18T18:51:51.523" v="120" actId="14100"/>
        <pc:sldMkLst>
          <pc:docMk/>
          <pc:sldMk cId="3974342604" sldId="311"/>
        </pc:sldMkLst>
        <pc:picChg chg="add mod ord">
          <ac:chgData name="Robin Kuhnhenne" userId="43964cd215a31544" providerId="Windows Live" clId="Web-{870B4916-74EF-345B-00A7-A8042BDC9AA7}" dt="2026-08-18T18:51:51.523" v="120" actId="14100"/>
          <ac:picMkLst>
            <pc:docMk/>
            <pc:sldMk cId="3974342604" sldId="311"/>
            <ac:picMk id="2" creationId="{F3808844-7861-D5CE-7982-BACAE08C910D}"/>
          </ac:picMkLst>
        </pc:picChg>
        <pc:picChg chg="del">
          <ac:chgData name="Robin Kuhnhenne" userId="43964cd215a31544" providerId="Windows Live" clId="Web-{870B4916-74EF-345B-00A7-A8042BDC9AA7}" dt="2026-08-18T18:51:20.099" v="116"/>
          <ac:picMkLst>
            <pc:docMk/>
            <pc:sldMk cId="3974342604" sldId="311"/>
            <ac:picMk id="4" creationId="{7374E844-8D37-240D-E658-6D23F27DBA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829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Crime</a:t>
            </a:r>
            <a:r>
              <a:rPr lang="en-US"/>
              <a:t>. </a:t>
            </a:r>
            <a:r>
              <a:rPr lang="en-US" dirty="0"/>
              <a:t>Do Crime</a:t>
            </a:r>
            <a:r>
              <a:rPr lang="en-US"/>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3, the new Architecture </a:t>
            </a:r>
          </a:p>
          <a:p>
            <a:endParaRPr lang="en-US"/>
          </a:p>
          <a:p>
            <a:r>
              <a:rPr lang="en-US"/>
              <a:t>The LLM Sources have been not touched. Don’t break </a:t>
            </a:r>
            <a:r>
              <a:rPr lang="en-US" err="1"/>
              <a:t>whats</a:t>
            </a:r>
            <a:r>
              <a:rPr lang="en-US"/>
              <a:t> working essentially. </a:t>
            </a:r>
          </a:p>
          <a:p>
            <a:endParaRPr lang="en-US"/>
          </a:p>
          <a:p>
            <a:r>
              <a:rPr lang="en-US"/>
              <a:t>The Stream Processor </a:t>
            </a:r>
            <a:r>
              <a:rPr lang="en-US" err="1"/>
              <a:t>samea</a:t>
            </a:r>
            <a:r>
              <a:rPr lang="en-US"/>
              <a:t>.</a:t>
            </a:r>
          </a:p>
          <a:p>
            <a:endParaRPr lang="en-US"/>
          </a:p>
          <a:p>
            <a:r>
              <a:rPr lang="en-US"/>
              <a:t>Speech Engine has been fully changed (</a:t>
            </a:r>
            <a:r>
              <a:rPr lang="en-US" err="1"/>
              <a:t>OhBot</a:t>
            </a:r>
            <a:r>
              <a:rPr lang="en-US"/>
              <a:t> Say got axed) and has been replaced with my voice system.</a:t>
            </a:r>
          </a:p>
          <a:p>
            <a:endParaRPr lang="en-US"/>
          </a:p>
          <a:p>
            <a:r>
              <a:rPr lang="en-US" err="1"/>
              <a:t>Behaviour</a:t>
            </a:r>
            <a:r>
              <a:rPr lang="en-US"/>
              <a:t> (Jason stuff)</a:t>
            </a:r>
          </a:p>
          <a:p>
            <a:endParaRPr lang="en-US"/>
          </a:p>
          <a:p>
            <a:r>
              <a:rPr lang="en-US"/>
              <a:t>Motor Mixer now includes a Virtual variant (That the </a:t>
            </a:r>
            <a:r>
              <a:rPr lang="en-US" err="1"/>
              <a:t>pictureee</a:t>
            </a:r>
            <a:r>
              <a:rPr lang="en-US"/>
              <a:t> </a:t>
            </a:r>
            <a:r>
              <a:rPr lang="en-US" err="1"/>
              <a:t>oml</a:t>
            </a:r>
            <a:r>
              <a:rPr lang="en-US"/>
              <a:t>)</a:t>
            </a:r>
          </a:p>
          <a:p>
            <a:endParaRPr lang="en-US"/>
          </a:p>
          <a:p>
            <a:r>
              <a:rPr lang="en-US"/>
              <a:t>Python raw switch over to a Control Server style. Plus the GUI based on Avalonia</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of Midterm update, and also essentially the overview.</a:t>
            </a:r>
          </a:p>
          <a:p>
            <a:br>
              <a:rPr lang="en-US"/>
            </a:br>
            <a:r>
              <a:rPr lang="en-US"/>
              <a:t>Replacing of the normal </a:t>
            </a:r>
            <a:r>
              <a:rPr lang="en-US" err="1"/>
              <a:t>ohbot.say</a:t>
            </a:r>
            <a:r>
              <a:rPr lang="en-US"/>
              <a:t> due to multitude of annoyances and also introduction of custom voices.</a:t>
            </a:r>
          </a:p>
          <a:p>
            <a:endParaRPr lang="en-US"/>
          </a:p>
          <a:p>
            <a:r>
              <a:rPr lang="en-US"/>
              <a:t>Interrupting feels better now, no more wait till end o sentence.</a:t>
            </a:r>
          </a:p>
          <a:p>
            <a:endParaRPr lang="en-US"/>
          </a:p>
          <a:p>
            <a:r>
              <a:rPr lang="en-US"/>
              <a:t>Feel emotions feat Jason</a:t>
            </a:r>
          </a:p>
          <a:p>
            <a:br>
              <a:rPr lang="en-US"/>
            </a:br>
            <a:r>
              <a:rPr lang="en-US"/>
              <a:t>Actions are cooler, feat Jason</a:t>
            </a:r>
          </a:p>
          <a:p>
            <a:endParaRPr lang="en-US"/>
          </a:p>
          <a:p>
            <a:r>
              <a:rPr lang="en-US"/>
              <a:t>LLM Lag (Mostly) resolved. Now only initial Lag during setup and very first comms for warmup</a:t>
            </a:r>
          </a:p>
          <a:p>
            <a:endParaRPr lang="en-US"/>
          </a:p>
          <a:p>
            <a:r>
              <a:rPr lang="en-US"/>
              <a:t>Ofc GUI and Robins ML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30D8-282E-6C3B-2AAB-25F2EB1AC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FDCF2-5817-3A3E-FD43-C53F3C0C7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8C77E-822D-B21C-FB11-F76F3E6A04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D6BF3E-38D9-241A-04DC-BEFC9ADDE59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43354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normal </a:t>
            </a:r>
            <a:r>
              <a:rPr lang="en-US" err="1"/>
              <a:t>OhBot</a:t>
            </a:r>
            <a:r>
              <a:rPr lang="en-US"/>
              <a:t> say function was completely redone.</a:t>
            </a:r>
          </a:p>
          <a:p>
            <a:r>
              <a:rPr lang="en-US"/>
              <a:t>Instead of using the premade, we decided to make a custom one.</a:t>
            </a:r>
          </a:p>
          <a:p>
            <a:endParaRPr lang="en-US"/>
          </a:p>
          <a:p>
            <a:r>
              <a:rPr lang="en-US"/>
              <a:t>Basic stuff first, 6 different voices. Including Viper, Edge, Piper, Google Text to Speech and more.</a:t>
            </a:r>
          </a:p>
          <a:p>
            <a:endParaRPr lang="en-US"/>
          </a:p>
          <a:p>
            <a:r>
              <a:rPr lang="en-US" err="1"/>
              <a:t>Sobald</a:t>
            </a:r>
            <a:r>
              <a:rPr lang="en-US"/>
              <a:t> die </a:t>
            </a:r>
            <a:r>
              <a:rPr lang="en-US" err="1"/>
              <a:t>Speechengine</a:t>
            </a:r>
            <a:r>
              <a:rPr lang="en-US"/>
              <a:t> </a:t>
            </a:r>
            <a:r>
              <a:rPr lang="en-US" err="1"/>
              <a:t>aufgerufen</a:t>
            </a:r>
            <a:r>
              <a:rPr lang="en-US"/>
              <a:t> </a:t>
            </a:r>
            <a:r>
              <a:rPr lang="en-US" err="1"/>
              <a:t>wird</a:t>
            </a:r>
            <a:r>
              <a:rPr lang="en-US"/>
              <a:t>, </a:t>
            </a:r>
            <a:r>
              <a:rPr lang="en-US" err="1"/>
              <a:t>werden</a:t>
            </a:r>
            <a:r>
              <a:rPr lang="en-US"/>
              <a:t> </a:t>
            </a:r>
            <a:r>
              <a:rPr lang="en-US" err="1"/>
              <a:t>drei</a:t>
            </a:r>
            <a:r>
              <a:rPr lang="en-US"/>
              <a:t> </a:t>
            </a:r>
            <a:r>
              <a:rPr lang="en-US" err="1"/>
              <a:t>teile</a:t>
            </a:r>
            <a:r>
              <a:rPr lang="en-US"/>
              <a:t> </a:t>
            </a:r>
            <a:r>
              <a:rPr lang="en-US" err="1"/>
              <a:t>gebaut</a:t>
            </a:r>
            <a:r>
              <a:rPr lang="en-US"/>
              <a:t> </a:t>
            </a:r>
            <a:r>
              <a:rPr lang="en-US" err="1"/>
              <a:t>mit</a:t>
            </a:r>
            <a:r>
              <a:rPr lang="en-US"/>
              <a:t> dem PCM buffer.</a:t>
            </a:r>
            <a:br>
              <a:rPr lang="en-US"/>
            </a:br>
            <a:r>
              <a:rPr lang="en-US"/>
              <a:t>Eine Timeline, </a:t>
            </a:r>
            <a:r>
              <a:rPr lang="en-US" err="1"/>
              <a:t>womit</a:t>
            </a:r>
            <a:r>
              <a:rPr lang="en-US"/>
              <a:t> die </a:t>
            </a:r>
            <a:r>
              <a:rPr lang="en-US" err="1"/>
              <a:t>wörter</a:t>
            </a:r>
            <a:r>
              <a:rPr lang="en-US"/>
              <a:t> </a:t>
            </a:r>
            <a:r>
              <a:rPr lang="en-US" err="1"/>
              <a:t>gemappt</a:t>
            </a:r>
            <a:r>
              <a:rPr lang="en-US"/>
              <a:t> </a:t>
            </a:r>
            <a:r>
              <a:rPr lang="en-US" err="1"/>
              <a:t>werden</a:t>
            </a:r>
            <a:r>
              <a:rPr lang="en-US"/>
              <a:t> (</a:t>
            </a:r>
            <a:r>
              <a:rPr lang="en-US" err="1"/>
              <a:t>clip.timeline</a:t>
            </a:r>
            <a:r>
              <a:rPr lang="en-US"/>
              <a:t> </a:t>
            </a:r>
            <a:r>
              <a:rPr lang="en-US" err="1"/>
              <a:t>gibt</a:t>
            </a:r>
            <a:r>
              <a:rPr lang="en-US"/>
              <a:t> </a:t>
            </a:r>
            <a:r>
              <a:rPr lang="en-US" err="1"/>
              <a:t>jedes</a:t>
            </a:r>
            <a:r>
              <a:rPr lang="en-US"/>
              <a:t> wort </a:t>
            </a:r>
            <a:r>
              <a:rPr lang="en-US" err="1"/>
              <a:t>ein</a:t>
            </a:r>
            <a:r>
              <a:rPr lang="en-US"/>
              <a:t> </a:t>
            </a:r>
            <a:r>
              <a:rPr lang="en-US" err="1"/>
              <a:t>start_s</a:t>
            </a:r>
            <a:r>
              <a:rPr lang="en-US"/>
              <a:t> und </a:t>
            </a:r>
            <a:r>
              <a:rPr lang="en-US" err="1"/>
              <a:t>end_s</a:t>
            </a:r>
            <a:r>
              <a:rPr lang="en-US"/>
              <a:t> </a:t>
            </a:r>
            <a:r>
              <a:rPr lang="en-US" err="1"/>
              <a:t>zeitbereich</a:t>
            </a:r>
            <a:r>
              <a:rPr lang="en-US"/>
              <a:t>)</a:t>
            </a:r>
          </a:p>
          <a:p>
            <a:r>
              <a:rPr lang="en-US" err="1"/>
              <a:t>Mundöffnung</a:t>
            </a:r>
            <a:r>
              <a:rPr lang="en-US"/>
              <a:t> ration </a:t>
            </a:r>
            <a:r>
              <a:rPr lang="en-US" err="1"/>
              <a:t>welche</a:t>
            </a:r>
            <a:r>
              <a:rPr lang="en-US"/>
              <a:t> via </a:t>
            </a:r>
            <a:r>
              <a:rPr lang="en-US" err="1"/>
              <a:t>clip.mouth</a:t>
            </a:r>
            <a:r>
              <a:rPr lang="en-US"/>
              <a:t> per frame </a:t>
            </a:r>
            <a:r>
              <a:rPr lang="en-US" err="1"/>
              <a:t>festgestellt</a:t>
            </a:r>
            <a:r>
              <a:rPr lang="en-US"/>
              <a:t> </a:t>
            </a:r>
            <a:r>
              <a:rPr lang="en-US" err="1"/>
              <a:t>wird</a:t>
            </a:r>
            <a:r>
              <a:rPr lang="en-US"/>
              <a:t>. Der </a:t>
            </a:r>
            <a:r>
              <a:rPr lang="en-US" err="1"/>
              <a:t>build_mouth_track</a:t>
            </a:r>
            <a:r>
              <a:rPr lang="en-US"/>
              <a:t> </a:t>
            </a:r>
            <a:r>
              <a:rPr lang="en-US" err="1"/>
              <a:t>macht</a:t>
            </a:r>
            <a:r>
              <a:rPr lang="en-US"/>
              <a:t> </a:t>
            </a:r>
            <a:r>
              <a:rPr lang="en-US" err="1"/>
              <a:t>dann</a:t>
            </a:r>
            <a:r>
              <a:rPr lang="en-US"/>
              <a:t> </a:t>
            </a:r>
            <a:r>
              <a:rPr lang="en-US" err="1"/>
              <a:t>daraus</a:t>
            </a:r>
            <a:r>
              <a:rPr lang="en-US"/>
              <a:t> </a:t>
            </a:r>
            <a:r>
              <a:rPr lang="en-US" err="1"/>
              <a:t>noch</a:t>
            </a:r>
            <a:r>
              <a:rPr lang="en-US"/>
              <a:t> </a:t>
            </a:r>
            <a:r>
              <a:rPr lang="en-US" err="1"/>
              <a:t>ein</a:t>
            </a:r>
            <a:r>
              <a:rPr lang="en-US"/>
              <a:t> attack release window (</a:t>
            </a:r>
            <a:r>
              <a:rPr lang="en-US" err="1"/>
              <a:t>Siehe</a:t>
            </a:r>
            <a:r>
              <a:rPr lang="en-US"/>
              <a:t> </a:t>
            </a:r>
            <a:r>
              <a:rPr lang="en-US" err="1"/>
              <a:t>MouthSettings</a:t>
            </a:r>
            <a:r>
              <a:rPr lang="en-US"/>
              <a:t> later) für </a:t>
            </a:r>
            <a:r>
              <a:rPr lang="en-US" err="1"/>
              <a:t>mehr</a:t>
            </a:r>
            <a:r>
              <a:rPr lang="en-US"/>
              <a:t> custom power.</a:t>
            </a:r>
          </a:p>
          <a:p>
            <a:r>
              <a:rPr lang="en-US" err="1"/>
              <a:t>Clip.pose</a:t>
            </a:r>
            <a:r>
              <a:rPr lang="en-US"/>
              <a:t> </a:t>
            </a:r>
            <a:r>
              <a:rPr lang="en-US" err="1"/>
              <a:t>kommt</a:t>
            </a:r>
            <a:r>
              <a:rPr lang="en-US"/>
              <a:t> von Robins ML </a:t>
            </a:r>
            <a:r>
              <a:rPr lang="en-US" err="1"/>
              <a:t>arbeitne</a:t>
            </a:r>
            <a:r>
              <a:rPr lang="en-US"/>
              <a:t>, </a:t>
            </a:r>
            <a:r>
              <a:rPr lang="en-US" err="1"/>
              <a:t>sorgt</a:t>
            </a:r>
            <a:r>
              <a:rPr lang="en-US"/>
              <a:t> für </a:t>
            </a:r>
            <a:r>
              <a:rPr lang="en-US" err="1"/>
              <a:t>ein</a:t>
            </a:r>
            <a:r>
              <a:rPr lang="en-US"/>
              <a:t> posing </a:t>
            </a:r>
            <a:r>
              <a:rPr lang="en-US" err="1"/>
              <a:t>vom</a:t>
            </a:r>
            <a:r>
              <a:rPr lang="en-US"/>
              <a:t> </a:t>
            </a:r>
            <a:r>
              <a:rPr lang="en-US" err="1"/>
              <a:t>OhBot</a:t>
            </a:r>
            <a:r>
              <a:rPr lang="en-US"/>
              <a:t> </a:t>
            </a:r>
            <a:r>
              <a:rPr lang="en-US" err="1"/>
              <a:t>beim</a:t>
            </a:r>
            <a:r>
              <a:rPr lang="en-US"/>
              <a:t> </a:t>
            </a:r>
            <a:r>
              <a:rPr lang="en-US" err="1"/>
              <a:t>reden</a:t>
            </a:r>
            <a:r>
              <a:rPr lang="en-US"/>
              <a:t>.</a:t>
            </a:r>
          </a:p>
          <a:p>
            <a:endParaRPr lang="en-US"/>
          </a:p>
          <a:p>
            <a:r>
              <a:rPr lang="en-US"/>
              <a:t>If there is an interrupt occurring, it will do a fadeout (also blocking all other flags) and fully stop after some padding.</a:t>
            </a:r>
          </a:p>
          <a:p>
            <a:endParaRPr lang="en-US"/>
          </a:p>
          <a:p>
            <a:r>
              <a:rPr lang="en-US"/>
              <a:t>Wir </a:t>
            </a:r>
            <a:r>
              <a:rPr lang="en-US" err="1"/>
              <a:t>messen</a:t>
            </a:r>
            <a:r>
              <a:rPr lang="en-US"/>
              <a:t> NICHT </a:t>
            </a:r>
            <a:r>
              <a:rPr lang="en-US" err="1"/>
              <a:t>akkurat</a:t>
            </a:r>
            <a:r>
              <a:rPr lang="en-US"/>
              <a:t> </a:t>
            </a:r>
            <a:r>
              <a:rPr lang="en-US" err="1"/>
              <a:t>wie</a:t>
            </a:r>
            <a:r>
              <a:rPr lang="en-US"/>
              <a:t> </a:t>
            </a:r>
            <a:r>
              <a:rPr lang="en-US" err="1"/>
              <a:t>genau</a:t>
            </a:r>
            <a:r>
              <a:rPr lang="en-US"/>
              <a:t> </a:t>
            </a:r>
            <a:r>
              <a:rPr lang="en-US" err="1"/>
              <a:t>ein</a:t>
            </a:r>
            <a:r>
              <a:rPr lang="en-US"/>
              <a:t> wort </a:t>
            </a:r>
            <a:r>
              <a:rPr lang="en-US" err="1"/>
              <a:t>braucht</a:t>
            </a:r>
            <a:r>
              <a:rPr lang="en-US"/>
              <a:t> (</a:t>
            </a:r>
            <a:r>
              <a:rPr lang="en-US" err="1"/>
              <a:t>zu</a:t>
            </a:r>
            <a:r>
              <a:rPr lang="en-US"/>
              <a:t> </a:t>
            </a:r>
            <a:r>
              <a:rPr lang="en-US" err="1"/>
              <a:t>viel</a:t>
            </a:r>
            <a:r>
              <a:rPr lang="en-US"/>
              <a:t> </a:t>
            </a:r>
            <a:r>
              <a:rPr lang="en-US" err="1"/>
              <a:t>arbeit</a:t>
            </a:r>
            <a:r>
              <a:rPr lang="en-US"/>
              <a:t>), </a:t>
            </a:r>
            <a:r>
              <a:rPr lang="en-US" err="1"/>
              <a:t>aber</a:t>
            </a:r>
            <a:r>
              <a:rPr lang="en-US"/>
              <a:t> für </a:t>
            </a:r>
            <a:r>
              <a:rPr lang="en-US" err="1"/>
              <a:t>unsere</a:t>
            </a:r>
            <a:r>
              <a:rPr lang="en-US"/>
              <a:t> Actions </a:t>
            </a:r>
            <a:r>
              <a:rPr lang="en-US" err="1"/>
              <a:t>wie</a:t>
            </a:r>
            <a:r>
              <a:rPr lang="en-US"/>
              <a:t> das NOD </a:t>
            </a:r>
            <a:r>
              <a:rPr lang="en-US" err="1"/>
              <a:t>ist</a:t>
            </a:r>
            <a:r>
              <a:rPr lang="en-US"/>
              <a:t> das </a:t>
            </a:r>
            <a:r>
              <a:rPr lang="en-US" err="1"/>
              <a:t>trotzdem</a:t>
            </a:r>
            <a:r>
              <a:rPr lang="en-US"/>
              <a:t> </a:t>
            </a:r>
            <a:r>
              <a:rPr lang="en-US" err="1"/>
              <a:t>ein</a:t>
            </a:r>
            <a:r>
              <a:rPr lang="en-US"/>
              <a:t> </a:t>
            </a:r>
            <a:r>
              <a:rPr lang="en-US" err="1"/>
              <a:t>guter</a:t>
            </a:r>
            <a:r>
              <a:rPr lang="en-US"/>
              <a:t> Treffer am </a:t>
            </a:r>
            <a:r>
              <a:rPr lang="en-US" err="1"/>
              <a:t>richtigen</a:t>
            </a:r>
            <a:r>
              <a:rPr lang="en-US"/>
              <a:t> Wort.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Six voices, with Edge being our default.</a:t>
            </a:r>
          </a:p>
          <a:p>
            <a:r>
              <a:rPr lang="en-US"/>
              <a:t>A Backup chain (Seen on first startup later when the first response appears) checks which voices will be available and which ones are not. It then prepares the </a:t>
            </a:r>
            <a:r>
              <a:rPr lang="en-US" err="1"/>
              <a:t>autochain</a:t>
            </a:r>
            <a:endParaRPr lang="en-US"/>
          </a:p>
          <a:p>
            <a:r>
              <a:rPr lang="en-US"/>
              <a:t>Engines get Benched if they annoy 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If all fail, it tries again. </a:t>
            </a:r>
            <a:r>
              <a:rPr lang="en-US" sz="1200" noProof="0">
                <a:solidFill>
                  <a:srgbClr val="F2F6FB"/>
                </a:solidFill>
                <a:latin typeface="Segoe UI" pitchFamily="34" charset="0"/>
                <a:ea typeface="Segoe UI" pitchFamily="34" charset="-122"/>
                <a:cs typeface="Segoe UI" pitchFamily="34" charset="-120"/>
              </a:rPr>
              <a:t>If all six end up benched, the bench clears. </a:t>
            </a:r>
            <a:r>
              <a:rPr lang="en-US" sz="1200" b="1" noProof="0">
                <a:solidFill>
                  <a:srgbClr val="F2A93B"/>
                </a:solidFill>
                <a:latin typeface="Segoe UI" pitchFamily="34" charset="0"/>
                <a:ea typeface="Segoe UI" pitchFamily="34" charset="-122"/>
                <a:cs typeface="Segoe UI" pitchFamily="34" charset="-120"/>
              </a:rPr>
              <a:t>It cannot deadlock itself into silence</a:t>
            </a:r>
            <a:r>
              <a:rPr lang="en-US" sz="1200" noProof="0">
                <a:solidFill>
                  <a:srgbClr val="F2F6FB"/>
                </a:solidFill>
                <a:latin typeface="Segoe UI" pitchFamily="34" charset="0"/>
                <a:ea typeface="Segoe UI" pitchFamily="34" charset="-122"/>
                <a:cs typeface="Segoe UI" pitchFamily="34" charset="-120"/>
              </a:rPr>
              <a:t>.</a:t>
            </a:r>
            <a:endParaRPr lang="en-US" sz="1200" noProof="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mainly due to our Say command, we worked in a single pipeline. Resulting in the long waits between sentences and even issues on interrupting and context.</a:t>
            </a:r>
          </a:p>
          <a:p>
            <a:r>
              <a:rPr lang="en-US"/>
              <a:t>Now, we only have to wait out the first LLM Communication. But, this just makes it look like the </a:t>
            </a:r>
            <a:r>
              <a:rPr lang="en-US" err="1"/>
              <a:t>OhBot</a:t>
            </a:r>
            <a:r>
              <a:rPr lang="en-US"/>
              <a:t> is thinking a bit, so it goes well. Afterwards, while the synth is playing, the next one gets generated.</a:t>
            </a:r>
          </a:p>
          <a:p>
            <a:r>
              <a:rPr lang="en-US"/>
              <a:t>This allows us to always have the next communication ready with no more delay.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40 </a:t>
            </a:r>
            <a:r>
              <a:rPr lang="en-US" err="1"/>
              <a:t>ms</a:t>
            </a:r>
            <a:r>
              <a:rPr lang="en-US"/>
              <a:t> tick is 1 / mouth fps, clamped between 10 and 50 </a:t>
            </a:r>
            <a:r>
              <a:rPr lang="en-US" err="1"/>
              <a:t>ms.</a:t>
            </a:r>
            <a:endParaRPr lang="en-US"/>
          </a:p>
          <a:p>
            <a:endParaRPr lang="en-US"/>
          </a:p>
          <a:p>
            <a:endParaRPr lang="en-US"/>
          </a:p>
          <a:p>
            <a:r>
              <a:rPr lang="en-US"/>
              <a:t>The Actions have been redefined. Instead of playing at the start of the sentence or with our rough math of </a:t>
            </a:r>
            <a:r>
              <a:rPr lang="en-US" err="1"/>
              <a:t>Total_Char</a:t>
            </a:r>
            <a:r>
              <a:rPr lang="en-US"/>
              <a:t> / 80 we can now use the audio to give us a timeline of what happens. This allows us to finely pinpoint where things happen even on Lag, Internet Issues or total failure of a component. We sync this via a internal 40ms clock.</a:t>
            </a:r>
          </a:p>
          <a:p>
            <a:br>
              <a:rPr lang="en-US"/>
            </a:br>
            <a:r>
              <a:rPr lang="en-US"/>
              <a:t>In the example, that means it fires just before the do happens. </a:t>
            </a:r>
          </a:p>
          <a:p>
            <a:r>
              <a:rPr lang="en-US"/>
              <a:t>Still *somewhat* guess work, but instead of 20% accurate, its now around the  90% mark due to finer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of Listening</a:t>
            </a:r>
          </a:p>
          <a:p>
            <a:endParaRPr lang="en-US"/>
          </a:p>
          <a:p>
            <a:endParaRPr lang="en-US"/>
          </a:p>
          <a:p>
            <a:r>
              <a:rPr lang="en-US" err="1"/>
              <a:t>Vosk</a:t>
            </a:r>
            <a:r>
              <a:rPr lang="en-US"/>
              <a:t>, our old detection method, is still the same as the Midterms. Don’t change what works great. </a:t>
            </a:r>
          </a:p>
          <a:p>
            <a:r>
              <a:rPr lang="en-US"/>
              <a:t>This includes the Echo suppression, Ambient calibration, types of comms and bindings.</a:t>
            </a:r>
          </a:p>
          <a:p>
            <a:endParaRPr lang="en-US"/>
          </a:p>
          <a:p>
            <a:r>
              <a:rPr lang="en-US"/>
              <a:t>New is the way we work with </a:t>
            </a:r>
            <a:r>
              <a:rPr lang="en-US" err="1"/>
              <a:t>Vosk</a:t>
            </a:r>
            <a:r>
              <a:rPr lang="en-US"/>
              <a:t>, it now Streams the words by word. So it’s a good amount more accurate and you know what you are saying to it.</a:t>
            </a:r>
          </a:p>
          <a:p>
            <a:r>
              <a:rPr lang="en-US"/>
              <a:t>Incase the device this runs on has the space for it, like on a windows PC, you can choose to now even get the larger model, making wrong translations less likely.</a:t>
            </a:r>
          </a:p>
          <a:p>
            <a:r>
              <a:rPr lang="en-US"/>
              <a:t>And, via the Setup, choosing Mics and such is easier.</a:t>
            </a:r>
          </a:p>
          <a:p>
            <a:endParaRPr lang="en-US"/>
          </a:p>
          <a:p>
            <a:r>
              <a:rPr lang="en-US"/>
              <a:t>File size is between 40 to 200 MB for the small ones, and up to 2GB for the large ones.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Listening part 2</a:t>
            </a:r>
          </a:p>
          <a:p>
            <a:endParaRPr lang="en-US"/>
          </a:p>
          <a:p>
            <a:r>
              <a:rPr lang="en-US"/>
              <a:t>Before, we had the issue that when we started talking that it skipped the first word we did. That sucked and was annoying.</a:t>
            </a:r>
          </a:p>
          <a:p>
            <a:r>
              <a:rPr lang="en-US"/>
              <a:t>Now it keeps a buffer that holds the last six frames. When a loud noise occurs or you talk in general, it will pick up the first word way better than before.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a:t>Before with the </a:t>
            </a:r>
            <a:r>
              <a:rPr lang="en-US" err="1"/>
              <a:t>Interuptions</a:t>
            </a:r>
            <a:r>
              <a:rPr lang="en-US"/>
              <a:t>, as mentioned before, it was a hard cutoff.</a:t>
            </a:r>
          </a:p>
          <a:p>
            <a:r>
              <a:rPr lang="en-US"/>
              <a:t>This was done by literally stopping the </a:t>
            </a:r>
            <a:r>
              <a:rPr lang="en-US" err="1"/>
              <a:t>espeak</a:t>
            </a:r>
            <a:r>
              <a:rPr lang="en-US"/>
              <a:t> process as a whole which would only end at the end of the full sentence. </a:t>
            </a:r>
            <a:r>
              <a:rPr lang="en-US" err="1"/>
              <a:t>Awkwaaard</a:t>
            </a:r>
          </a:p>
          <a:p>
            <a:r>
              <a:rPr lang="en-US"/>
              <a:t>Now, we handle it via our Custom </a:t>
            </a:r>
            <a:r>
              <a:rPr lang="en-US" err="1"/>
              <a:t>OhBot</a:t>
            </a:r>
            <a:r>
              <a:rPr lang="en-US"/>
              <a:t> say command line, allowing us to flag the word end and introduce a fade out (very short one) to avoid crackling.</a:t>
            </a:r>
          </a:p>
          <a:p>
            <a:r>
              <a:rPr lang="en-US"/>
              <a:t>The core method of our Interruption logic and Processing of it (LLM knowing where you cut it off) remain unchanged. </a:t>
            </a:r>
          </a:p>
          <a:p>
            <a:br>
              <a:rPr lang="en-US"/>
            </a:br>
            <a:r>
              <a:rPr lang="en-US"/>
              <a:t>GUI after this, get </a:t>
            </a:r>
            <a:r>
              <a:rPr lang="en-US" err="1"/>
              <a:t>rdy</a:t>
            </a:r>
            <a:r>
              <a:rPr lang="en-US"/>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Behold. The GUI.</a:t>
            </a:r>
          </a:p>
          <a:p>
            <a:endParaRPr lang="en-US"/>
          </a:p>
          <a:p>
            <a:r>
              <a:rPr lang="en-US"/>
              <a:t>Its based on Net10 Avalonia and was written via 5k lines of C# and 1,5k Lines of XAML. As of 18</a:t>
            </a:r>
            <a:r>
              <a:rPr lang="en-US" baseline="30000"/>
              <a:t>th</a:t>
            </a:r>
            <a:r>
              <a:rPr lang="en-US"/>
              <a:t> it comes with 5 Pages, as seen in the pic, but as I made it easy to introduce more pages, we added one for the ML stuffs.</a:t>
            </a:r>
          </a:p>
          <a:p>
            <a:endParaRPr lang="en-US"/>
          </a:p>
          <a:p>
            <a:r>
              <a:rPr lang="en-US"/>
              <a:t>Showcase of it will occur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GUI is simple. It just handles the communication between the Python material and shows it to use in a Graphical manner instead of a Terminal.</a:t>
            </a:r>
          </a:p>
          <a:p>
            <a:endParaRPr lang="en-US"/>
          </a:p>
          <a:p>
            <a:r>
              <a:rPr lang="en-US"/>
              <a:t>We do this via a </a:t>
            </a:r>
            <a:r>
              <a:rPr lang="en-US" err="1"/>
              <a:t>Websocket</a:t>
            </a:r>
            <a:r>
              <a:rPr lang="en-US"/>
              <a:t> the Python opens up, where we then send calls while Python returns events. </a:t>
            </a:r>
          </a:p>
          <a:p>
            <a:r>
              <a:rPr lang="en-US"/>
              <a:t>I did not want to merge the Python material into the GUI, especially due to me switching around stuff a lot in the starting phase. Plus, this still allows non GUI handling and Testing.</a:t>
            </a:r>
          </a:p>
          <a:p>
            <a:endParaRPr lang="en-US"/>
          </a:p>
          <a:p>
            <a:r>
              <a:rPr lang="en-US"/>
              <a:t>WinUI3 was the start of it (not in the GitHub as its under my “</a:t>
            </a:r>
            <a:r>
              <a:rPr lang="en-US" err="1"/>
              <a:t>messaroundfindout</a:t>
            </a:r>
            <a:r>
              <a:rPr lang="en-US"/>
              <a:t>” section.</a:t>
            </a:r>
            <a:br>
              <a:rPr lang="en-US"/>
            </a:br>
            <a:r>
              <a:rPr lang="en-US"/>
              <a:t>The GUI attempts auto Reconnects and allows startup of the Python if not up already. And setup, see later.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Due to need to test the Robot without a long drive to the University, I made the GUI also host a simulated Robot head. </a:t>
            </a:r>
          </a:p>
          <a:p>
            <a:r>
              <a:rPr lang="en-US"/>
              <a:t>(Earlier version of it can be seen in the GIT).</a:t>
            </a:r>
          </a:p>
          <a:p>
            <a:r>
              <a:rPr lang="en-US"/>
              <a:t>All of the motors copy what the real thing would do. With Limits and positions. It also comes with the benefit of being able to see if the Real Robot has issues!</a:t>
            </a:r>
          </a:p>
          <a:p>
            <a:endParaRPr lang="en-US"/>
          </a:p>
          <a:p>
            <a:br>
              <a:rPr lang="en-US"/>
            </a:br>
            <a:r>
              <a:rPr lang="en-US"/>
              <a:t>Robin used this system a lot. Especially for rework work as we could not always open up a </a:t>
            </a:r>
            <a:r>
              <a:rPr lang="en-US" err="1"/>
              <a:t>Liveshare</a:t>
            </a:r>
            <a:r>
              <a:rPr lang="en-US"/>
              <a:t> session.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Biggest issue during Setup or giving it to someone new for testing or such, was the actual setup of the setup.</a:t>
            </a:r>
          </a:p>
          <a:p>
            <a:endParaRPr lang="en-US"/>
          </a:p>
          <a:p>
            <a:r>
              <a:rPr lang="en-US"/>
              <a:t>Way to many small things, due to the nature of python, that could fuck you over.</a:t>
            </a:r>
          </a:p>
          <a:p>
            <a:br>
              <a:rPr lang="en-US"/>
            </a:br>
            <a:r>
              <a:rPr lang="en-US"/>
              <a:t>Now, we made it E Z. Or, as I marked in the code, Baby Mode.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GUI under the Setup page, a scanner can be found. Here it will determine if we can fulfill Tier 1</a:t>
            </a:r>
          </a:p>
          <a:p>
            <a:r>
              <a:rPr lang="en-US"/>
              <a:t>Or if we have to go for Tier 2.</a:t>
            </a:r>
          </a:p>
          <a:p>
            <a:endParaRPr lang="en-US"/>
          </a:p>
          <a:p>
            <a:r>
              <a:rPr lang="en-US"/>
              <a:t>It will grab all CORE components (NOT ML!) and prepare them in a private local .</a:t>
            </a:r>
            <a:r>
              <a:rPr lang="en-US" err="1"/>
              <a:t>venv</a:t>
            </a:r>
            <a:endParaRPr lang="en-US"/>
          </a:p>
          <a:p>
            <a:r>
              <a:rPr lang="en-US"/>
              <a:t>Due to the auto setup no admin rights or </a:t>
            </a:r>
            <a:r>
              <a:rPr lang="en-US" err="1"/>
              <a:t>sudo</a:t>
            </a:r>
            <a:r>
              <a:rPr lang="en-US"/>
              <a:t> will be needed, with one exception in rare cases. And it wont mess with existing things while remaining future proof.</a:t>
            </a:r>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the Avalonia Push, besides of course EZ Mode, we also ensured cross platform compatibility. Especially for Robin and his ML research..</a:t>
            </a:r>
          </a:p>
          <a:p>
            <a:endParaRPr lang="en-US"/>
          </a:p>
          <a:p>
            <a:r>
              <a:rPr lang="en-US"/>
              <a:t>Windows essentially can grab everything itself, the Pi can work closely with the Avalonia libraries and grab the rest over network if needed.</a:t>
            </a:r>
          </a:p>
          <a:p>
            <a:r>
              <a:rPr lang="en-US"/>
              <a:t>Linux will need ONE </a:t>
            </a:r>
            <a:r>
              <a:rPr lang="en-US" err="1"/>
              <a:t>sudo</a:t>
            </a:r>
            <a:r>
              <a:rPr lang="en-US"/>
              <a:t> line as seen on screen. This is due to the Audio handling and default </a:t>
            </a:r>
            <a:r>
              <a:rPr lang="en-US" err="1"/>
              <a:t>OhBot</a:t>
            </a:r>
            <a:r>
              <a:rPr lang="en-US"/>
              <a:t> voice backup and translation. </a:t>
            </a:r>
          </a:p>
          <a:p>
            <a:endParaRPr lang="en-US"/>
          </a:p>
          <a:p>
            <a:r>
              <a:rPr lang="en-US"/>
              <a:t>Robin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Pipeline </a:t>
            </a:r>
            <a:r>
              <a:rPr lang="en-US" err="1"/>
              <a:t>ele</a:t>
            </a:r>
            <a:r>
              <a:rPr lang="en-US"/>
              <a:t>ments</a:t>
            </a:r>
          </a:p>
          <a:p>
            <a:endParaRPr lang="en-US"/>
          </a:p>
          <a:p>
            <a:pPr marL="171450" indent="-171450">
              <a:buFont typeface="Calibri"/>
              <a:buChar char="-"/>
            </a:pPr>
            <a:r>
              <a:rPr lang="en-US" err="1"/>
              <a:t>Behaviour</a:t>
            </a:r>
            <a:r>
              <a:rPr lang="en-US"/>
              <a:t> modules</a:t>
            </a:r>
          </a:p>
          <a:p>
            <a:pPr marL="171450" indent="-171450">
              <a:buFont typeface="Calibri"/>
              <a:buChar char="-"/>
            </a:pPr>
            <a:r>
              <a:rPr lang="en-US"/>
              <a:t>Scripted Mouth</a:t>
            </a:r>
          </a:p>
          <a:p>
            <a:pPr marL="171450" indent="-171450">
              <a:buFont typeface="Calibri"/>
              <a:buChar char="-"/>
            </a:pPr>
            <a:r>
              <a:rPr lang="en-US"/>
              <a:t>ML gesture (for the machine learning </a:t>
            </a:r>
            <a:r>
              <a:rPr lang="en-US" err="1"/>
              <a:t>behaviour</a:t>
            </a:r>
            <a:r>
              <a:rPr lang="en-US"/>
              <a:t>)</a:t>
            </a:r>
          </a:p>
          <a:p>
            <a:endParaRPr lang="en-US"/>
          </a:p>
          <a:p>
            <a:r>
              <a:rPr lang="en-US"/>
              <a:t>All can influence the </a:t>
            </a:r>
            <a:r>
              <a:rPr lang="en-US" err="1"/>
              <a:t>robots</a:t>
            </a:r>
            <a:r>
              <a:rPr lang="en-US"/>
              <a:t> movements thanks to the offset system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790C0-61F4-30F6-87E7-F1517324A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65A5E-3539-F55A-F03C-2EBA1D0A3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0C7CD-8EE4-1E47-441C-F65028763285}"/>
              </a:ext>
            </a:extLst>
          </p:cNvPr>
          <p:cNvSpPr>
            <a:spLocks noGrp="1"/>
          </p:cNvSpPr>
          <p:nvPr>
            <p:ph type="body" idx="1"/>
          </p:nvPr>
        </p:nvSpPr>
        <p:spPr/>
        <p:txBody>
          <a:bodyPr/>
          <a:lstStyle/>
          <a:p>
            <a:r>
              <a:rPr lang="en-US"/>
              <a:t>We chose BEAT2</a:t>
            </a:r>
          </a:p>
          <a:p>
            <a:endParaRPr lang="en-US"/>
          </a:p>
          <a:p>
            <a:r>
              <a:rPr lang="en-US"/>
              <a:t>Released early 2024</a:t>
            </a:r>
          </a:p>
          <a:p>
            <a:endParaRPr lang="en-US"/>
          </a:p>
          <a:p>
            <a:r>
              <a:rPr lang="en-US"/>
              <a:t>Has become the standard benchmark</a:t>
            </a:r>
          </a:p>
          <a:p>
            <a:endParaRPr lang="en-US"/>
          </a:p>
          <a:p>
            <a:r>
              <a:rPr lang="en-US"/>
              <a:t>Dataset mainly comprised of Speech, Body pose, Hand pose, facial expressions and global Translations</a:t>
            </a:r>
          </a:p>
          <a:p>
            <a:endParaRPr lang="en-US"/>
          </a:p>
          <a:p>
            <a:r>
              <a:rPr lang="en-US" err="1"/>
              <a:t>Additionally</a:t>
            </a:r>
            <a:r>
              <a:rPr lang="en-US"/>
              <a:t> Metadata, Jaw and eye orientation</a:t>
            </a:r>
          </a:p>
          <a:p>
            <a:endParaRPr lang="en-US"/>
          </a:p>
          <a:p>
            <a:r>
              <a:rPr lang="en-US"/>
              <a:t>About 60h of recording (</a:t>
            </a:r>
            <a:r>
              <a:rPr lang="en-US" err="1"/>
              <a:t>mostl</a:t>
            </a:r>
            <a:r>
              <a:rPr lang="en-US"/>
              <a:t>y </a:t>
            </a:r>
            <a:r>
              <a:rPr lang="en-US" err="1"/>
              <a:t>english</a:t>
            </a:r>
            <a:r>
              <a:rPr lang="en-US"/>
              <a:t>)</a:t>
            </a:r>
          </a:p>
          <a:p>
            <a:endParaRPr lang="en-US"/>
          </a:p>
          <a:p>
            <a:r>
              <a:rPr lang="en-US"/>
              <a:t>Way </a:t>
            </a:r>
            <a:r>
              <a:rPr lang="en-US" err="1"/>
              <a:t>to</a:t>
            </a:r>
            <a:r>
              <a:rPr lang="en-US"/>
              <a:t> much data for the </a:t>
            </a:r>
            <a:r>
              <a:rPr lang="en-US" err="1"/>
              <a:t>ohbot</a:t>
            </a:r>
          </a:p>
        </p:txBody>
      </p:sp>
      <p:sp>
        <p:nvSpPr>
          <p:cNvPr id="4" name="Slide Number Placeholder 3">
            <a:extLst>
              <a:ext uri="{FF2B5EF4-FFF2-40B4-BE49-F238E27FC236}">
                <a16:creationId xmlns:a16="http://schemas.microsoft.com/office/drawing/2014/main" id="{9C1ABEE3-08AE-1A3D-63A5-9355D3B1F4B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281127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4A6A-AB55-A991-734E-29709636F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6596E-3F18-2757-0E14-619697F13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68A262-6F1E-4314-BD7B-2FAFF0E4E7EA}"/>
              </a:ext>
            </a:extLst>
          </p:cNvPr>
          <p:cNvSpPr>
            <a:spLocks noGrp="1"/>
          </p:cNvSpPr>
          <p:nvPr>
            <p:ph type="body" idx="1"/>
          </p:nvPr>
        </p:nvSpPr>
        <p:spPr/>
        <p:txBody>
          <a:bodyPr/>
          <a:lstStyle/>
          <a:p>
            <a:r>
              <a:rPr lang="en-US"/>
              <a:t>After Training</a:t>
            </a:r>
          </a:p>
          <a:p>
            <a:pPr marL="171450" indent="-171450">
              <a:buFont typeface="Calibri"/>
              <a:buChar char="-"/>
            </a:pPr>
            <a:r>
              <a:rPr lang="en-US"/>
              <a:t>Drop in with other premade ML models</a:t>
            </a:r>
          </a:p>
          <a:p>
            <a:pPr marL="171450" indent="-171450">
              <a:buFont typeface="Calibri"/>
              <a:buChar char="-"/>
            </a:pPr>
            <a:r>
              <a:rPr lang="en-US"/>
              <a:t>Larger Model and more overhead</a:t>
            </a:r>
          </a:p>
          <a:p>
            <a:endParaRPr lang="en-US"/>
          </a:p>
          <a:p>
            <a:r>
              <a:rPr lang="en-US"/>
              <a:t>Before Training</a:t>
            </a:r>
          </a:p>
          <a:p>
            <a:pPr marL="171450" indent="-171450">
              <a:buFont typeface="Calibri"/>
              <a:buChar char="-"/>
            </a:pPr>
            <a:r>
              <a:rPr lang="en-US"/>
              <a:t>Smaller model</a:t>
            </a:r>
          </a:p>
          <a:p>
            <a:pPr marL="171450" indent="-171450">
              <a:buFont typeface="Calibri"/>
              <a:buChar char="-"/>
            </a:pPr>
            <a:r>
              <a:rPr lang="en-US"/>
              <a:t>Less overhead during inference</a:t>
            </a:r>
          </a:p>
        </p:txBody>
      </p:sp>
      <p:sp>
        <p:nvSpPr>
          <p:cNvPr id="4" name="Slide Number Placeholder 3">
            <a:extLst>
              <a:ext uri="{FF2B5EF4-FFF2-40B4-BE49-F238E27FC236}">
                <a16:creationId xmlns:a16="http://schemas.microsoft.com/office/drawing/2014/main" id="{9CD5F375-1C57-885D-E946-02010688ADBB}"/>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783553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Reducing dataset from 265 values to 8 (33 times less)</a:t>
            </a:r>
          </a:p>
          <a:p>
            <a:endParaRPr lang="en-US"/>
          </a:p>
          <a:p>
            <a:pPr marL="228600" indent="-228600">
              <a:buAutoNum type="arabicPeriod"/>
            </a:pPr>
            <a:r>
              <a:rPr lang="en-US"/>
              <a:t>Calibration</a:t>
            </a:r>
          </a:p>
          <a:p>
            <a:pPr marL="228600" indent="-228600">
              <a:buAutoNum type="arabicPeriod"/>
            </a:pPr>
            <a:r>
              <a:rPr lang="en-US"/>
              <a:t>Conversion</a:t>
            </a:r>
          </a:p>
          <a:p>
            <a:pPr marL="228600" indent="-228600">
              <a:buAutoNum type="arabicPeriod"/>
            </a:pPr>
            <a:endParaRPr lang="en-US"/>
          </a:p>
          <a:p>
            <a:r>
              <a:rPr lang="en-US"/>
              <a:t>Highly </a:t>
            </a:r>
            <a:r>
              <a:rPr lang="en-US" err="1"/>
              <a:t>parallalized</a:t>
            </a:r>
            <a:r>
              <a:rPr lang="en-US"/>
              <a:t> (~1min conversion)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Conv1d block1: detects short duration audio patterns spanning 5 frames (like </a:t>
            </a:r>
            <a:r>
              <a:rPr lang="en-US" err="1"/>
              <a:t>hight</a:t>
            </a:r>
            <a:r>
              <a:rPr lang="en-US"/>
              <a:t> frequency dominates)</a:t>
            </a:r>
          </a:p>
          <a:p>
            <a:r>
              <a:rPr lang="en-US"/>
              <a:t>Conv1d block2: combines features of previous layer (a vowel-to-consonant transition is happening)</a:t>
            </a:r>
          </a:p>
          <a:p>
            <a:endParaRPr lang="en-US"/>
          </a:p>
          <a:p>
            <a:r>
              <a:rPr lang="en-US"/>
              <a:t>Layers use a sliding window with kernel 5</a:t>
            </a:r>
          </a:p>
          <a:p>
            <a:endParaRPr lang="en-US"/>
          </a:p>
          <a:p>
            <a:r>
              <a:rPr lang="en-US"/>
              <a:t>GRU: decides what to remember and what to forget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4CBB-FCBE-EAF1-ECCA-883387B63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D92A4-075F-1C43-E66A-AEFBB906C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3CF6F-2693-80DE-B8BB-76348E3E02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AED9E0-FBBC-5F72-EAE7-CE1CC07745D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431120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E9B9-2516-85A0-6AEE-E487E9164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01F4B-3539-15E0-B77B-82F3C9B25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53A52-84CE-AC02-D19F-425AB2789C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FC62AF-F504-5AA0-2A39-08D0F5F29FF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078865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79D2-648C-855F-0EDC-AC8ECB33E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F79C7-EB96-0C53-3754-E7574168AE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9F89B-CB25-3501-FFFD-D2DDC3FC7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5E438C-2F2F-56E6-4F1F-7D26B98B0CC6}"/>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4811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45C6-BF9E-7F5D-62A5-F8D395251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AF4CA-5F8B-5150-AB90-9A4FD3B68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52563-1817-F4C5-ADA5-E1CA850AEE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16790F-DAEB-2E40-7A34-F63FC77CED61}"/>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620361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14A92-5803-0820-ACA8-1BD044924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649DE-4EA0-555B-9A80-DF413BC89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53A02-4A1E-E522-33EA-263222A813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28DF9B-44BC-2D4F-7379-5624CDF88E5C}"/>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713681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0D4A1-1645-D30A-9C4D-F253D3AA0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C4F9B-80B1-927B-EFF0-D0EF8032CE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C0E9F-A07D-8F91-1841-248D27BAA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302240-E35B-EE4B-7857-8F17AEE476CB}"/>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9816347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5CD16-7F35-9E13-6824-461D6502B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99208-5977-21CD-9649-82B2CB96F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0EBD1-64F0-0AA9-5233-E73846F6BE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768E87-3253-13CC-8058-F1FC2A2CD2BE}"/>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868523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FEFFD-19B1-56F7-21C5-286C073B0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A863E-BF84-AF08-9643-2DE60D0EAA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D094E-ACF2-301B-EEB6-B34569431D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230CEE-1697-3BD5-C846-37A66EA0A11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9073351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0F1B-7C9D-FD04-36C7-2BEED877F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A17B4-DD91-0917-A0EF-99F80ACA2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F4A0F-9ACA-320E-CF34-AA93BA0E9C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879B1-6DAE-7445-B5FC-AA7742523C55}"/>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5651887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F5AC9-8F17-C1F3-CDDF-3ABFB79DE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1B2DE-24C9-3CD2-8680-2B317FAF3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73109-9B48-A5DE-9563-D8B0D16296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6D6610-74A1-2BCB-82AA-B44FE6CC6279}"/>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8534359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F2775-FA47-56CF-FBA2-A6F4D9367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9D6AF-DA4B-BE54-49DC-6A5438D59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2D7E2-3E64-C397-010E-F43A8A7390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C0DDED-7F78-F368-31FD-ECFD25D1BA9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5142944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44496-D375-DA22-84B8-FEAB6FF99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9A3A1-43A0-CDF7-3824-D3E3B2562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B49B9-DF8A-1FAF-608E-3445E0277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EF0022-998B-3D4A-3C2D-46FC66C9BE79}"/>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373506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HBOT_TITLE">
    <p:bg>
      <p:bgPr>
        <a:solidFill>
          <a:srgbClr val="0B132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HBOT_CONTENT">
    <p:bg>
      <p:bgPr>
        <a:solidFill>
          <a:srgbClr val="0B13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896112"/>
            <a:ext cx="10728655" cy="868680"/>
          </a:xfrm>
          <a:prstGeom prst="rect">
            <a:avLst/>
          </a:prstGeom>
          <a:noFill/>
          <a:ln/>
        </p:spPr>
        <p:txBody>
          <a:bodyPr wrap="square" rtlCol="0"/>
          <a:lstStyle>
            <a:lvl1pPr marL="0" indent="0">
              <a:buNone/>
              <a:defRPr lang="en-US" sz="4000" dirty="0">
                <a:solidFill>
                  <a:srgbClr val="F2F6FB"/>
                </a:solidFill>
                <a:latin typeface="Segoe UI Semibold" pitchFamily="34" charset="0"/>
                <a:ea typeface="Segoe UI Semibold" pitchFamily="34" charset="-122"/>
                <a:cs typeface="Segoe UI Semibold" pitchFamily="34" charset="-120"/>
              </a:defRPr>
            </a:lvl1pPr>
          </a:lstStyle>
          <a:p>
            <a:pPr marL="0" indent="0">
              <a:buNone/>
            </a:pPr>
            <a:r>
              <a:rPr lang="en-US" sz="4000">
                <a:solidFill>
                  <a:srgbClr val="F2F6FB"/>
                </a:solidFill>
                <a:latin typeface="Segoe UI Semibold" pitchFamily="34" charset="0"/>
                <a:ea typeface="Segoe UI Semibold" pitchFamily="34" charset="-122"/>
                <a:cs typeface="Segoe UI Semibold" pitchFamily="34" charset="-120"/>
              </a:rPr>
              <a:t>Slide title</a:t>
            </a:r>
            <a:endParaRPr lang="en-US" sz="4000"/>
          </a:p>
        </p:txBody>
      </p:sp>
      <p:sp>
        <p:nvSpPr>
          <p:cNvPr id="3" name="Text 0"/>
          <p:cNvSpPr>
            <a:spLocks noGrp="1"/>
          </p:cNvSpPr>
          <p:nvPr>
            <p:ph type="body" idx="101" hasCustomPrompt="1"/>
          </p:nvPr>
        </p:nvSpPr>
        <p:spPr>
          <a:xfrm>
            <a:off x="731520" y="1975104"/>
            <a:ext cx="10728655" cy="3877056"/>
          </a:xfrm>
          <a:prstGeom prst="rect">
            <a:avLst/>
          </a:prstGeom>
          <a:noFill/>
          <a:ln/>
        </p:spPr>
        <p:txBody>
          <a:bodyPr wrap="square" rtlCol="0"/>
          <a:lstStyle>
            <a:lvl1pPr marL="0" indent="0">
              <a:buNone/>
              <a:defRPr lang="en-US" sz="1800" dirty="0">
                <a:solidFill>
                  <a:srgbClr val="F2F6FB"/>
                </a:solidFill>
                <a:latin typeface="Segoe UI" pitchFamily="34" charset="0"/>
                <a:ea typeface="Segoe UI" pitchFamily="34" charset="-122"/>
                <a:cs typeface="Segoe UI" pitchFamily="34" charset="-120"/>
              </a:defRPr>
            </a:lvl1pPr>
          </a:lstStyle>
          <a:p>
            <a:pPr marL="0" indent="0">
              <a:buNone/>
            </a:pPr>
            <a:r>
              <a:rPr lang="en-US" sz="1800">
                <a:solidFill>
                  <a:srgbClr val="F2F6FB"/>
                </a:solidFill>
                <a:latin typeface="Segoe UI" pitchFamily="34" charset="0"/>
                <a:ea typeface="Segoe UI" pitchFamily="34" charset="-122"/>
                <a:cs typeface="Segoe UI" pitchFamily="34" charset="-120"/>
              </a:rPr>
              <a:t>One idea. Three bullets at the very most.</a:t>
            </a:r>
            <a:endParaRPr lang="en-US" sz="1800"/>
          </a:p>
        </p:txBody>
      </p:sp>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HBOT_SECTION">
    <p:bg>
      <p:bgPr>
        <a:solidFill>
          <a:srgbClr val="0F1826"/>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HBOT_CANVAS">
    <p:bg>
      <p:bgPr>
        <a:solidFill>
          <a:srgbClr val="0B1320"/>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572768"/>
            <a:ext cx="3683203" cy="310896"/>
          </a:xfrm>
          <a:prstGeom prst="roundRect">
            <a:avLst>
              <a:gd name="adj" fmla="val 147059"/>
            </a:avLst>
          </a:prstGeom>
          <a:solidFill>
            <a:srgbClr val="0F1826"/>
          </a:solidFill>
          <a:ln w="12700">
            <a:solidFill>
              <a:srgbClr val="C00000"/>
            </a:solidFill>
            <a:prstDash val="solid"/>
          </a:ln>
        </p:spPr>
        <p:txBody>
          <a:bodyPr/>
          <a:lstStyle/>
          <a:p>
            <a:endParaRPr lang="en-US" noProof="0"/>
          </a:p>
        </p:txBody>
      </p:sp>
      <p:sp>
        <p:nvSpPr>
          <p:cNvPr id="3" name="Text 1"/>
          <p:cNvSpPr/>
          <p:nvPr/>
        </p:nvSpPr>
        <p:spPr>
          <a:xfrm>
            <a:off x="731520" y="1636776"/>
            <a:ext cx="3683203" cy="182880"/>
          </a:xfrm>
          <a:prstGeom prst="rect">
            <a:avLst/>
          </a:prstGeom>
          <a:noFill/>
          <a:ln/>
        </p:spPr>
        <p:txBody>
          <a:bodyPr wrap="square" lIns="0" tIns="0" rIns="0" bIns="0" rtlCol="0" anchor="t"/>
          <a:lstStyle/>
          <a:p>
            <a:pPr marL="0" indent="0" algn="ctr">
              <a:buNone/>
            </a:pPr>
            <a:r>
              <a:rPr lang="en-US" sz="1050" b="1" kern="0" spc="110" noProof="0">
                <a:solidFill>
                  <a:srgbClr val="EE0000"/>
                </a:solidFill>
                <a:latin typeface="Segoe UI" pitchFamily="34" charset="0"/>
                <a:ea typeface="Segoe UI" pitchFamily="34" charset="-122"/>
                <a:cs typeface="Segoe UI" pitchFamily="34" charset="-120"/>
              </a:rPr>
              <a:t>UBIQSYSTEMS · FINAL PRESENTATION</a:t>
            </a:r>
            <a:endParaRPr lang="en-US" sz="1050" noProof="0">
              <a:solidFill>
                <a:srgbClr val="EE0000"/>
              </a:solidFill>
            </a:endParaRPr>
          </a:p>
        </p:txBody>
      </p:sp>
      <p:sp>
        <p:nvSpPr>
          <p:cNvPr id="4" name="Text 2"/>
          <p:cNvSpPr/>
          <p:nvPr/>
        </p:nvSpPr>
        <p:spPr>
          <a:xfrm>
            <a:off x="731520" y="2048256"/>
            <a:ext cx="7498080" cy="2011680"/>
          </a:xfrm>
          <a:prstGeom prst="rect">
            <a:avLst/>
          </a:prstGeom>
          <a:noFill/>
          <a:ln/>
        </p:spPr>
        <p:txBody>
          <a:bodyPr wrap="square" lIns="0" tIns="0" rIns="0" bIns="0" rtlCol="0" anchor="t"/>
          <a:lstStyle/>
          <a:p>
            <a:pPr marL="0" indent="0">
              <a:lnSpc>
                <a:spcPct val="105000"/>
              </a:lnSpc>
              <a:buNone/>
            </a:pPr>
            <a:r>
              <a:rPr lang="en-US" sz="5000" noProof="0" err="1">
                <a:solidFill>
                  <a:srgbClr val="F2F6FB"/>
                </a:solidFill>
                <a:latin typeface="Segoe UI Semibold" pitchFamily="34" charset="0"/>
                <a:ea typeface="Segoe UI Semibold" pitchFamily="34" charset="-122"/>
                <a:cs typeface="Segoe UI Semibold" pitchFamily="34" charset="-120"/>
              </a:rPr>
              <a:t>OhBot</a:t>
            </a:r>
            <a:endParaRPr lang="en-US" sz="5000" noProof="0"/>
          </a:p>
          <a:p>
            <a:pPr marL="0" indent="0">
              <a:lnSpc>
                <a:spcPct val="105000"/>
              </a:lnSpc>
              <a:buNone/>
            </a:pPr>
            <a:r>
              <a:rPr lang="en-US" sz="5000" noProof="0" err="1">
                <a:solidFill>
                  <a:srgbClr val="F2F6FB"/>
                </a:solidFill>
                <a:latin typeface="Segoe UI Semibold" pitchFamily="34" charset="0"/>
                <a:ea typeface="Segoe UI Semibold" pitchFamily="34" charset="-122"/>
                <a:cs typeface="Segoe UI Semibold" pitchFamily="34" charset="-120"/>
              </a:rPr>
              <a:t>Behaviours</a:t>
            </a:r>
            <a:r>
              <a:rPr lang="en-US" sz="5000" noProof="0">
                <a:solidFill>
                  <a:srgbClr val="F2F6FB"/>
                </a:solidFill>
                <a:latin typeface="Segoe UI Semibold" pitchFamily="34" charset="0"/>
                <a:ea typeface="Segoe UI Semibold" pitchFamily="34" charset="-122"/>
                <a:cs typeface="Segoe UI Semibold" pitchFamily="34" charset="-120"/>
              </a:rPr>
              <a:t> Engine</a:t>
            </a:r>
            <a:endParaRPr lang="en-US" sz="5000" noProof="0"/>
          </a:p>
        </p:txBody>
      </p:sp>
      <p:sp>
        <p:nvSpPr>
          <p:cNvPr id="5" name="Text 3"/>
          <p:cNvSpPr/>
          <p:nvPr/>
        </p:nvSpPr>
        <p:spPr>
          <a:xfrm>
            <a:off x="731520" y="4041648"/>
            <a:ext cx="7680960" cy="365760"/>
          </a:xfrm>
          <a:prstGeom prst="rect">
            <a:avLst/>
          </a:prstGeom>
          <a:noFill/>
          <a:ln/>
        </p:spPr>
        <p:txBody>
          <a:bodyPr wrap="square" lIns="0" tIns="0" rIns="0" bIns="0" rtlCol="0" anchor="t"/>
          <a:lstStyle/>
          <a:p>
            <a:pPr marL="0" indent="0">
              <a:buNone/>
            </a:pPr>
            <a:r>
              <a:rPr lang="en-US" sz="1800" noProof="0">
                <a:solidFill>
                  <a:srgbClr val="C7CDD4"/>
                </a:solidFill>
                <a:latin typeface="Segoe UI" pitchFamily="34" charset="0"/>
                <a:ea typeface="Segoe UI" pitchFamily="34" charset="-122"/>
                <a:cs typeface="Segoe UI" pitchFamily="34" charset="-120"/>
              </a:rPr>
              <a:t>Final Project presentation.</a:t>
            </a:r>
            <a:endParaRPr lang="en-US" sz="1800" noProof="0"/>
          </a:p>
        </p:txBody>
      </p:sp>
      <p:sp>
        <p:nvSpPr>
          <p:cNvPr id="6" name="Shape 4"/>
          <p:cNvSpPr/>
          <p:nvPr/>
        </p:nvSpPr>
        <p:spPr>
          <a:xfrm>
            <a:off x="731520" y="4590288"/>
            <a:ext cx="1280160" cy="0"/>
          </a:xfrm>
          <a:prstGeom prst="line">
            <a:avLst/>
          </a:prstGeom>
          <a:noFill/>
          <a:ln w="25400">
            <a:solidFill>
              <a:srgbClr val="26344A"/>
            </a:solidFill>
            <a:prstDash val="solid"/>
            <a:headEnd type="none"/>
            <a:tailEnd type="none"/>
          </a:ln>
        </p:spPr>
        <p:txBody>
          <a:bodyPr/>
          <a:lstStyle/>
          <a:p>
            <a:endParaRPr lang="en-US" noProof="0"/>
          </a:p>
        </p:txBody>
      </p:sp>
      <p:sp>
        <p:nvSpPr>
          <p:cNvPr id="7" name="Text 5"/>
          <p:cNvSpPr/>
          <p:nvPr/>
        </p:nvSpPr>
        <p:spPr>
          <a:xfrm>
            <a:off x="731520" y="4809744"/>
            <a:ext cx="7315200" cy="329184"/>
          </a:xfrm>
          <a:prstGeom prst="rect">
            <a:avLst/>
          </a:prstGeom>
          <a:noFill/>
          <a:ln/>
        </p:spPr>
        <p:txBody>
          <a:bodyPr wrap="square" lIns="0" tIns="0" rIns="0" bIns="0" rtlCol="0" anchor="t"/>
          <a:lstStyle/>
          <a:p>
            <a:pPr marL="0" indent="0">
              <a:buNone/>
            </a:pPr>
            <a:r>
              <a:rPr lang="en-US" sz="1600" b="1" noProof="0">
                <a:solidFill>
                  <a:srgbClr val="F2F6FB"/>
                </a:solidFill>
                <a:latin typeface="Segoe UI" pitchFamily="34" charset="0"/>
                <a:ea typeface="Segoe UI" pitchFamily="34" charset="-122"/>
                <a:cs typeface="Segoe UI" pitchFamily="34" charset="-120"/>
              </a:rPr>
              <a:t>Robin</a:t>
            </a:r>
            <a:r>
              <a:rPr lang="en-US" sz="1600" noProof="0">
                <a:solidFill>
                  <a:srgbClr val="26344A"/>
                </a:solidFill>
                <a:latin typeface="Segoe UI" pitchFamily="34" charset="0"/>
                <a:ea typeface="Segoe UI" pitchFamily="34" charset="-122"/>
                <a:cs typeface="Segoe UI" pitchFamily="34" charset="-120"/>
              </a:rPr>
              <a:t>  ·  </a:t>
            </a:r>
            <a:r>
              <a:rPr lang="en-US" sz="1600" b="1" noProof="0">
                <a:solidFill>
                  <a:srgbClr val="F2F6FB"/>
                </a:solidFill>
                <a:latin typeface="Segoe UI" pitchFamily="34" charset="0"/>
                <a:ea typeface="Segoe UI" pitchFamily="34" charset="-122"/>
                <a:cs typeface="Segoe UI" pitchFamily="34" charset="-120"/>
              </a:rPr>
              <a:t>Sebastian</a:t>
            </a:r>
            <a:r>
              <a:rPr lang="en-US" sz="1600" noProof="0">
                <a:solidFill>
                  <a:srgbClr val="26344A"/>
                </a:solidFill>
                <a:latin typeface="Segoe UI" pitchFamily="34" charset="0"/>
                <a:ea typeface="Segoe UI" pitchFamily="34" charset="-122"/>
                <a:cs typeface="Segoe UI" pitchFamily="34" charset="-120"/>
              </a:rPr>
              <a:t>  ·  </a:t>
            </a:r>
            <a:r>
              <a:rPr lang="en-US" sz="1600" b="1" noProof="0">
                <a:solidFill>
                  <a:srgbClr val="F2F6FB"/>
                </a:solidFill>
                <a:latin typeface="Segoe UI" pitchFamily="34" charset="0"/>
                <a:ea typeface="Segoe UI" pitchFamily="34" charset="-122"/>
                <a:cs typeface="Segoe UI" pitchFamily="34" charset="-120"/>
              </a:rPr>
              <a:t>Jason</a:t>
            </a:r>
            <a:r>
              <a:rPr lang="en-US" sz="1600" noProof="0">
                <a:solidFill>
                  <a:srgbClr val="8A97A9"/>
                </a:solidFill>
                <a:latin typeface="Segoe UI" pitchFamily="34" charset="0"/>
                <a:ea typeface="Segoe UI" pitchFamily="34" charset="-122"/>
                <a:cs typeface="Segoe UI" pitchFamily="34" charset="-120"/>
              </a:rPr>
              <a:t>        August 2026</a:t>
            </a:r>
            <a:endParaRPr lang="en-US" sz="1600" noProof="0"/>
          </a:p>
        </p:txBody>
      </p:sp>
      <p:sp>
        <p:nvSpPr>
          <p:cNvPr id="8" name="Shape 6"/>
          <p:cNvSpPr/>
          <p:nvPr/>
        </p:nvSpPr>
        <p:spPr>
          <a:xfrm>
            <a:off x="8677656" y="1865376"/>
            <a:ext cx="2843784" cy="3401568"/>
          </a:xfrm>
          <a:prstGeom prst="roundRect">
            <a:avLst>
              <a:gd name="adj" fmla="val 1929"/>
            </a:avLst>
          </a:prstGeom>
          <a:solidFill>
            <a:srgbClr val="0F1826"/>
          </a:solidFill>
          <a:ln w="12700">
            <a:solidFill>
              <a:srgbClr val="26344A"/>
            </a:solidFill>
            <a:prstDash val="solid"/>
          </a:ln>
        </p:spPr>
        <p:txBody>
          <a:bodyPr/>
          <a:lstStyle/>
          <a:p>
            <a:endParaRPr lang="en-US" noProof="0"/>
          </a:p>
        </p:txBody>
      </p:sp>
      <p:pic>
        <p:nvPicPr>
          <p:cNvPr id="9" name="Image 0" descr="/root/work2/img/face.png"/>
          <p:cNvPicPr>
            <a:picLocks noChangeAspect="1"/>
          </p:cNvPicPr>
          <p:nvPr/>
        </p:nvPicPr>
        <p:blipFill>
          <a:blip r:embed="rId3"/>
          <a:stretch>
            <a:fillRect/>
          </a:stretch>
        </p:blipFill>
        <p:spPr>
          <a:xfrm>
            <a:off x="8732520" y="1920240"/>
            <a:ext cx="2734056" cy="3291840"/>
          </a:xfrm>
          <a:prstGeom prst="rect">
            <a:avLst/>
          </a:prstGeom>
        </p:spPr>
      </p:pic>
      <p:sp>
        <p:nvSpPr>
          <p:cNvPr id="10" name="Text 7"/>
          <p:cNvSpPr/>
          <p:nvPr/>
        </p:nvSpPr>
        <p:spPr>
          <a:xfrm>
            <a:off x="8732520" y="5358384"/>
            <a:ext cx="2734056" cy="292608"/>
          </a:xfrm>
          <a:prstGeom prst="rect">
            <a:avLst/>
          </a:prstGeom>
          <a:noFill/>
          <a:ln/>
        </p:spPr>
        <p:txBody>
          <a:bodyPr wrap="square" lIns="0" tIns="0" rIns="0" bIns="0" rtlCol="0" anchor="t"/>
          <a:lstStyle/>
          <a:p>
            <a:pPr marL="0" indent="0" algn="ctr">
              <a:lnSpc>
                <a:spcPct val="106000"/>
              </a:lnSpc>
              <a:buNone/>
            </a:pPr>
            <a:r>
              <a:rPr lang="en-US" sz="1150" noProof="0">
                <a:solidFill>
                  <a:srgbClr val="8A97A9"/>
                </a:solidFill>
                <a:latin typeface="Segoe UI" pitchFamily="34" charset="0"/>
                <a:ea typeface="Segoe UI" pitchFamily="34" charset="-122"/>
                <a:cs typeface="Segoe UI" pitchFamily="34" charset="-120"/>
              </a:rPr>
              <a:t>Ms. Mimic, drawn live by the GUI</a:t>
            </a:r>
            <a:endParaRPr lang="en-US" sz="1150" noProof="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457200"/>
            <a:ext cx="1666951" cy="274320"/>
          </a:xfrm>
          <a:prstGeom prst="roundRect">
            <a:avLst>
              <a:gd name="adj" fmla="val 166667"/>
            </a:avLst>
          </a:prstGeom>
          <a:solidFill>
            <a:srgbClr val="0F1826"/>
          </a:solidFill>
          <a:ln w="12700">
            <a:solidFill>
              <a:srgbClr val="C00000"/>
            </a:solidFill>
            <a:prstDash val="solid"/>
          </a:ln>
        </p:spPr>
        <p:txBody>
          <a:bodyPr/>
          <a:lstStyle/>
          <a:p>
            <a:endParaRPr lang="en-US" noProof="0"/>
          </a:p>
        </p:txBody>
      </p:sp>
      <p:sp>
        <p:nvSpPr>
          <p:cNvPr id="3" name="Text 1"/>
          <p:cNvSpPr/>
          <p:nvPr/>
        </p:nvSpPr>
        <p:spPr>
          <a:xfrm>
            <a:off x="731520" y="502920"/>
            <a:ext cx="1666951" cy="182880"/>
          </a:xfrm>
          <a:prstGeom prst="rect">
            <a:avLst/>
          </a:prstGeom>
          <a:noFill/>
          <a:ln/>
        </p:spPr>
        <p:txBody>
          <a:bodyPr wrap="square" lIns="0" tIns="0" rIns="0" bIns="0" rtlCol="0" anchor="t"/>
          <a:lstStyle/>
          <a:p>
            <a:pPr marL="0" indent="0" algn="ctr">
              <a:buNone/>
            </a:pPr>
            <a:r>
              <a:rPr lang="en-US" sz="1050" b="1" kern="0" spc="110" noProof="0">
                <a:solidFill>
                  <a:srgbClr val="FF0000"/>
                </a:solidFill>
                <a:latin typeface="Segoe UI" pitchFamily="34" charset="0"/>
                <a:ea typeface="Segoe UI" pitchFamily="34" charset="-122"/>
                <a:cs typeface="Segoe UI" pitchFamily="34" charset="-120"/>
              </a:rPr>
              <a:t>ARCHITECTURE</a:t>
            </a:r>
            <a:endParaRPr lang="en-US" sz="1050" noProof="0">
              <a:solidFill>
                <a:srgbClr val="FF0000"/>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The system today</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Badges show what moved since the midterm, amber</a:t>
            </a:r>
            <a:r>
              <a:rPr lang="en-US" sz="1550" i="1">
                <a:solidFill>
                  <a:srgbClr val="8A97A9"/>
                </a:solidFill>
                <a:latin typeface="Segoe UI" pitchFamily="34" charset="0"/>
                <a:ea typeface="Segoe UI" pitchFamily="34" charset="-122"/>
                <a:cs typeface="Segoe UI" pitchFamily="34" charset="-120"/>
              </a:rPr>
              <a:t> </a:t>
            </a:r>
            <a:r>
              <a:rPr lang="en-US" sz="1550" i="1" err="1">
                <a:solidFill>
                  <a:srgbClr val="8A97A9"/>
                </a:solidFill>
                <a:latin typeface="Segoe UI" pitchFamily="34" charset="0"/>
                <a:ea typeface="Segoe UI" pitchFamily="34" charset="-122"/>
                <a:cs typeface="Segoe UI" pitchFamily="34" charset="-120"/>
              </a:rPr>
              <a:t>coloured</a:t>
            </a:r>
            <a:r>
              <a:rPr lang="en-US" sz="1550" i="1" noProof="0">
                <a:solidFill>
                  <a:srgbClr val="8A97A9"/>
                </a:solidFill>
                <a:latin typeface="Segoe UI" pitchFamily="34" charset="0"/>
                <a:ea typeface="Segoe UI" pitchFamily="34" charset="-122"/>
                <a:cs typeface="Segoe UI" pitchFamily="34" charset="-120"/>
              </a:rPr>
              <a:t> is new or upgraded.</a:t>
            </a:r>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Architecture</a:t>
            </a:r>
            <a:endParaRPr lang="en-US" sz="1000" noProof="0"/>
          </a:p>
        </p:txBody>
      </p:sp>
      <p:sp>
        <p:nvSpPr>
          <p:cNvPr id="7" name="Shape 5"/>
          <p:cNvSpPr/>
          <p:nvPr/>
        </p:nvSpPr>
        <p:spPr>
          <a:xfrm>
            <a:off x="531860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286000"/>
            <a:ext cx="7589520" cy="512064"/>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14" name="Text 12"/>
          <p:cNvSpPr/>
          <p:nvPr/>
        </p:nvSpPr>
        <p:spPr>
          <a:xfrm>
            <a:off x="969264" y="2423160"/>
            <a:ext cx="3108960" cy="274320"/>
          </a:xfrm>
          <a:prstGeom prst="rect">
            <a:avLst/>
          </a:prstGeom>
          <a:noFill/>
          <a:ln/>
        </p:spPr>
        <p:txBody>
          <a:bodyPr wrap="square" lIns="0" tIns="0" rIns="0" bIns="0" rtlCol="0" anchor="t"/>
          <a:lstStyle/>
          <a:p>
            <a:pPr marL="0" indent="0">
              <a:buNone/>
            </a:pPr>
            <a:r>
              <a:rPr lang="en-US" sz="1550" noProof="0">
                <a:solidFill>
                  <a:srgbClr val="F2F6FB"/>
                </a:solidFill>
                <a:latin typeface="Segoe UI Semibold" pitchFamily="34" charset="0"/>
                <a:ea typeface="Segoe UI Semibold" pitchFamily="34" charset="-122"/>
                <a:cs typeface="Segoe UI Semibold" pitchFamily="34" charset="-120"/>
              </a:rPr>
              <a:t>LLM source</a:t>
            </a:r>
            <a:endParaRPr lang="en-US" sz="1550" noProof="0"/>
          </a:p>
        </p:txBody>
      </p:sp>
      <p:sp>
        <p:nvSpPr>
          <p:cNvPr id="15" name="Text 13"/>
          <p:cNvSpPr/>
          <p:nvPr/>
        </p:nvSpPr>
        <p:spPr>
          <a:xfrm>
            <a:off x="4114800" y="2441448"/>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Gemini · </a:t>
            </a:r>
            <a:r>
              <a:rPr lang="en-US" sz="1200" noProof="0" err="1">
                <a:solidFill>
                  <a:srgbClr val="8A97A9"/>
                </a:solidFill>
                <a:latin typeface="Segoe UI" pitchFamily="34" charset="0"/>
                <a:ea typeface="Segoe UI" pitchFamily="34" charset="-122"/>
                <a:cs typeface="Segoe UI" pitchFamily="34" charset="-120"/>
              </a:rPr>
              <a:t>Ollama</a:t>
            </a:r>
            <a:r>
              <a:rPr lang="en-US" sz="1200" noProof="0">
                <a:solidFill>
                  <a:srgbClr val="8A97A9"/>
                </a:solidFill>
                <a:latin typeface="Segoe UI" pitchFamily="34" charset="0"/>
                <a:ea typeface="Segoe UI" pitchFamily="34" charset="-122"/>
                <a:cs typeface="Segoe UI" pitchFamily="34" charset="-120"/>
              </a:rPr>
              <a:t> · scripted</a:t>
            </a:r>
            <a:endParaRPr lang="en-US" sz="1200" noProof="0"/>
          </a:p>
        </p:txBody>
      </p:sp>
      <p:sp>
        <p:nvSpPr>
          <p:cNvPr id="16" name="Shape 14"/>
          <p:cNvSpPr/>
          <p:nvPr/>
        </p:nvSpPr>
        <p:spPr>
          <a:xfrm>
            <a:off x="731520" y="2889504"/>
            <a:ext cx="7589520" cy="512064"/>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17" name="Text 15"/>
          <p:cNvSpPr/>
          <p:nvPr/>
        </p:nvSpPr>
        <p:spPr>
          <a:xfrm>
            <a:off x="969264" y="3026664"/>
            <a:ext cx="3108960" cy="274320"/>
          </a:xfrm>
          <a:prstGeom prst="rect">
            <a:avLst/>
          </a:prstGeom>
          <a:noFill/>
          <a:ln/>
        </p:spPr>
        <p:txBody>
          <a:bodyPr wrap="square" lIns="0" tIns="0" rIns="0" bIns="0" rtlCol="0" anchor="t"/>
          <a:lstStyle/>
          <a:p>
            <a:pPr marL="0" indent="0">
              <a:buNone/>
            </a:pPr>
            <a:r>
              <a:rPr lang="en-US" sz="1550" noProof="0">
                <a:solidFill>
                  <a:srgbClr val="F2F6FB"/>
                </a:solidFill>
                <a:latin typeface="Segoe UI Semibold" pitchFamily="34" charset="0"/>
                <a:ea typeface="Segoe UI Semibold" pitchFamily="34" charset="-122"/>
                <a:cs typeface="Segoe UI Semibold" pitchFamily="34" charset="-120"/>
              </a:rPr>
              <a:t>Stream processor</a:t>
            </a:r>
            <a:endParaRPr lang="en-US" sz="1550" noProof="0"/>
          </a:p>
        </p:txBody>
      </p:sp>
      <p:sp>
        <p:nvSpPr>
          <p:cNvPr id="18" name="Text 16"/>
          <p:cNvSpPr/>
          <p:nvPr/>
        </p:nvSpPr>
        <p:spPr>
          <a:xfrm>
            <a:off x="4114800" y="3044952"/>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strips tags, emits events</a:t>
            </a:r>
            <a:endParaRPr lang="en-US" sz="1200" noProof="0"/>
          </a:p>
        </p:txBody>
      </p:sp>
      <p:sp>
        <p:nvSpPr>
          <p:cNvPr id="19" name="Shape 17"/>
          <p:cNvSpPr/>
          <p:nvPr/>
        </p:nvSpPr>
        <p:spPr>
          <a:xfrm>
            <a:off x="731520" y="3493008"/>
            <a:ext cx="7589520" cy="512064"/>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20" name="Text 18"/>
          <p:cNvSpPr/>
          <p:nvPr/>
        </p:nvSpPr>
        <p:spPr>
          <a:xfrm>
            <a:off x="969264" y="3630168"/>
            <a:ext cx="3108960" cy="274320"/>
          </a:xfrm>
          <a:prstGeom prst="rect">
            <a:avLst/>
          </a:prstGeom>
          <a:noFill/>
          <a:ln/>
        </p:spPr>
        <p:txBody>
          <a:bodyPr wrap="square" lIns="0" tIns="0" rIns="0" bIns="0" rtlCol="0" anchor="t"/>
          <a:lstStyle/>
          <a:p>
            <a:pPr marL="0" indent="0">
              <a:buNone/>
            </a:pPr>
            <a:r>
              <a:rPr lang="en-US" sz="1550" noProof="0">
                <a:solidFill>
                  <a:srgbClr val="F2A93B"/>
                </a:solidFill>
                <a:latin typeface="Segoe UI Semibold" pitchFamily="34" charset="0"/>
                <a:ea typeface="Segoe UI Semibold" pitchFamily="34" charset="-122"/>
                <a:cs typeface="Segoe UI Semibold" pitchFamily="34" charset="-120"/>
              </a:rPr>
              <a:t>Speech engine</a:t>
            </a:r>
            <a:endParaRPr lang="en-US" sz="1550" noProof="0"/>
          </a:p>
        </p:txBody>
      </p:sp>
      <p:sp>
        <p:nvSpPr>
          <p:cNvPr id="21" name="Text 19"/>
          <p:cNvSpPr/>
          <p:nvPr/>
        </p:nvSpPr>
        <p:spPr>
          <a:xfrm>
            <a:off x="4114800" y="3648456"/>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6 voices · lip sync · word timeline</a:t>
            </a:r>
            <a:endParaRPr lang="en-US" sz="1200" noProof="0"/>
          </a:p>
        </p:txBody>
      </p:sp>
      <p:sp>
        <p:nvSpPr>
          <p:cNvPr id="22" name="Shape 20"/>
          <p:cNvSpPr/>
          <p:nvPr/>
        </p:nvSpPr>
        <p:spPr>
          <a:xfrm>
            <a:off x="731520" y="4096512"/>
            <a:ext cx="7589520" cy="512064"/>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23" name="Text 21"/>
          <p:cNvSpPr/>
          <p:nvPr/>
        </p:nvSpPr>
        <p:spPr>
          <a:xfrm>
            <a:off x="969264" y="4233672"/>
            <a:ext cx="3108960" cy="274320"/>
          </a:xfrm>
          <a:prstGeom prst="rect">
            <a:avLst/>
          </a:prstGeom>
          <a:noFill/>
          <a:ln/>
        </p:spPr>
        <p:txBody>
          <a:bodyPr wrap="square" lIns="0" tIns="0" rIns="0" bIns="0" rtlCol="0" anchor="t"/>
          <a:lstStyle/>
          <a:p>
            <a:pPr marL="0" indent="0">
              <a:buNone/>
            </a:pPr>
            <a:r>
              <a:rPr lang="en-US" sz="1550" noProof="0" err="1">
                <a:solidFill>
                  <a:srgbClr val="F2A93B"/>
                </a:solidFill>
                <a:latin typeface="Segoe UI Semibold" pitchFamily="34" charset="0"/>
                <a:ea typeface="Segoe UI Semibold" pitchFamily="34" charset="-122"/>
                <a:cs typeface="Segoe UI Semibold" pitchFamily="34" charset="-120"/>
              </a:rPr>
              <a:t>Behaviour</a:t>
            </a:r>
            <a:r>
              <a:rPr lang="en-US" sz="1550" noProof="0">
                <a:solidFill>
                  <a:srgbClr val="F2A93B"/>
                </a:solidFill>
                <a:latin typeface="Segoe UI Semibold" pitchFamily="34" charset="0"/>
                <a:ea typeface="Segoe UI Semibold" pitchFamily="34" charset="-122"/>
                <a:cs typeface="Segoe UI Semibold" pitchFamily="34" charset="-120"/>
              </a:rPr>
              <a:t> modules</a:t>
            </a:r>
            <a:endParaRPr lang="en-US" sz="1550" noProof="0"/>
          </a:p>
        </p:txBody>
      </p:sp>
      <p:sp>
        <p:nvSpPr>
          <p:cNvPr id="24" name="Text 22"/>
          <p:cNvSpPr/>
          <p:nvPr/>
        </p:nvSpPr>
        <p:spPr>
          <a:xfrm>
            <a:off x="4114800" y="4251960"/>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blink · listening nod · sway · idle</a:t>
            </a:r>
            <a:endParaRPr lang="en-US" sz="1200" noProof="0"/>
          </a:p>
        </p:txBody>
      </p:sp>
      <p:sp>
        <p:nvSpPr>
          <p:cNvPr id="25" name="Shape 23"/>
          <p:cNvSpPr/>
          <p:nvPr/>
        </p:nvSpPr>
        <p:spPr>
          <a:xfrm>
            <a:off x="731520" y="4700016"/>
            <a:ext cx="7589520" cy="512064"/>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26" name="Text 24"/>
          <p:cNvSpPr/>
          <p:nvPr/>
        </p:nvSpPr>
        <p:spPr>
          <a:xfrm>
            <a:off x="969264" y="4837176"/>
            <a:ext cx="3108960" cy="274320"/>
          </a:xfrm>
          <a:prstGeom prst="rect">
            <a:avLst/>
          </a:prstGeom>
          <a:noFill/>
          <a:ln/>
        </p:spPr>
        <p:txBody>
          <a:bodyPr wrap="square" lIns="0" tIns="0" rIns="0" bIns="0" rtlCol="0" anchor="t"/>
          <a:lstStyle/>
          <a:p>
            <a:pPr marL="0" indent="0">
              <a:buNone/>
            </a:pPr>
            <a:r>
              <a:rPr lang="en-US" sz="1550" noProof="0">
                <a:solidFill>
                  <a:srgbClr val="F2F6FB"/>
                </a:solidFill>
                <a:latin typeface="Segoe UI Semibold" pitchFamily="34" charset="0"/>
                <a:ea typeface="Segoe UI Semibold" pitchFamily="34" charset="-122"/>
                <a:cs typeface="Segoe UI Semibold" pitchFamily="34" charset="-120"/>
              </a:rPr>
              <a:t>Motor mixer</a:t>
            </a:r>
            <a:endParaRPr lang="en-US" sz="1550" noProof="0"/>
          </a:p>
        </p:txBody>
      </p:sp>
      <p:sp>
        <p:nvSpPr>
          <p:cNvPr id="27" name="Text 25"/>
          <p:cNvSpPr/>
          <p:nvPr/>
        </p:nvSpPr>
        <p:spPr>
          <a:xfrm>
            <a:off x="4114800" y="4855464"/>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hardware · sim · virtual · console</a:t>
            </a:r>
            <a:endParaRPr lang="en-US" sz="1200" noProof="0"/>
          </a:p>
        </p:txBody>
      </p:sp>
      <p:sp>
        <p:nvSpPr>
          <p:cNvPr id="29" name="Shape 27"/>
          <p:cNvSpPr/>
          <p:nvPr/>
        </p:nvSpPr>
        <p:spPr>
          <a:xfrm>
            <a:off x="731520" y="5303520"/>
            <a:ext cx="7589520" cy="512064"/>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30" name="Text 28"/>
          <p:cNvSpPr/>
          <p:nvPr/>
        </p:nvSpPr>
        <p:spPr>
          <a:xfrm>
            <a:off x="969264" y="5440680"/>
            <a:ext cx="3108960" cy="274320"/>
          </a:xfrm>
          <a:prstGeom prst="rect">
            <a:avLst/>
          </a:prstGeom>
          <a:noFill/>
          <a:ln/>
        </p:spPr>
        <p:txBody>
          <a:bodyPr wrap="square" lIns="0" tIns="0" rIns="0" bIns="0" rtlCol="0" anchor="t"/>
          <a:lstStyle/>
          <a:p>
            <a:pPr marL="0" indent="0">
              <a:buNone/>
            </a:pPr>
            <a:r>
              <a:rPr lang="en-US" sz="1550" noProof="0">
                <a:solidFill>
                  <a:srgbClr val="F2A93B"/>
                </a:solidFill>
                <a:latin typeface="Segoe UI Semibold" pitchFamily="34" charset="0"/>
                <a:ea typeface="Segoe UI Semibold" pitchFamily="34" charset="-122"/>
                <a:cs typeface="Segoe UI Semibold" pitchFamily="34" charset="-120"/>
              </a:rPr>
              <a:t>Control server + GUI</a:t>
            </a:r>
            <a:endParaRPr lang="en-US" sz="1550" noProof="0"/>
          </a:p>
        </p:txBody>
      </p:sp>
      <p:sp>
        <p:nvSpPr>
          <p:cNvPr id="31" name="Text 29"/>
          <p:cNvSpPr/>
          <p:nvPr/>
        </p:nvSpPr>
        <p:spPr>
          <a:xfrm>
            <a:off x="4114800" y="5458968"/>
            <a:ext cx="3108960" cy="256032"/>
          </a:xfrm>
          <a:prstGeom prst="rect">
            <a:avLst/>
          </a:prstGeom>
          <a:noFill/>
          <a:ln/>
        </p:spPr>
        <p:txBody>
          <a:bodyPr wrap="square" lIns="0" tIns="0" rIns="0" bIns="0" rtlCol="0" anchor="t"/>
          <a:lstStyle/>
          <a:p>
            <a:pPr marL="0" indent="0">
              <a:buNone/>
            </a:pPr>
            <a:r>
              <a:rPr lang="en-US" sz="1200" noProof="0">
                <a:solidFill>
                  <a:srgbClr val="8A97A9"/>
                </a:solidFill>
                <a:latin typeface="Segoe UI" pitchFamily="34" charset="0"/>
                <a:ea typeface="Segoe UI" pitchFamily="34" charset="-122"/>
                <a:cs typeface="Segoe UI" pitchFamily="34" charset="-120"/>
              </a:rPr>
              <a:t>WebSocket RPC, Avalonia client</a:t>
            </a:r>
            <a:endParaRPr lang="en-US" sz="1200" noProof="0"/>
          </a:p>
        </p:txBody>
      </p:sp>
      <p:sp>
        <p:nvSpPr>
          <p:cNvPr id="32" name="Shape 30"/>
          <p:cNvSpPr/>
          <p:nvPr/>
        </p:nvSpPr>
        <p:spPr>
          <a:xfrm>
            <a:off x="8686800" y="4470400"/>
            <a:ext cx="2768600" cy="1219200"/>
          </a:xfrm>
          <a:prstGeom prst="roundRect">
            <a:avLst>
              <a:gd name="adj" fmla="val 5000"/>
            </a:avLst>
          </a:prstGeom>
          <a:solidFill>
            <a:srgbClr val="16243A"/>
          </a:solidFill>
          <a:ln w="12700">
            <a:solidFill>
              <a:srgbClr val="4C9AFF"/>
            </a:solidFill>
            <a:prstDash val="solid"/>
          </a:ln>
        </p:spPr>
        <p:txBody>
          <a:bodyPr/>
          <a:lstStyle/>
          <a:p>
            <a:endParaRPr lang="en-US" noProof="0"/>
          </a:p>
        </p:txBody>
      </p:sp>
      <p:sp>
        <p:nvSpPr>
          <p:cNvPr id="33" name="Text 31"/>
          <p:cNvSpPr/>
          <p:nvPr/>
        </p:nvSpPr>
        <p:spPr>
          <a:xfrm>
            <a:off x="8890000" y="4622800"/>
            <a:ext cx="2374900" cy="215900"/>
          </a:xfrm>
          <a:prstGeom prst="rect">
            <a:avLst/>
          </a:prstGeom>
          <a:noFill/>
          <a:ln/>
        </p:spPr>
        <p:txBody>
          <a:bodyPr wrap="square" lIns="0" tIns="0" rIns="0" bIns="0" rtlCol="0" anchor="t"/>
          <a:lstStyle/>
          <a:p>
            <a:pPr marL="0" indent="0">
              <a:buNone/>
            </a:pPr>
            <a:r>
              <a:rPr lang="en-US" sz="950" b="1" kern="0" spc="110" noProof="0">
                <a:solidFill>
                  <a:srgbClr val="4C9AFF"/>
                </a:solidFill>
                <a:latin typeface="Segoe UI" pitchFamily="34" charset="0"/>
                <a:ea typeface="Segoe UI" pitchFamily="34" charset="-122"/>
                <a:cs typeface="Segoe UI" pitchFamily="34" charset="-120"/>
              </a:rPr>
              <a:t>AI GESTURE MODEL</a:t>
            </a:r>
            <a:endParaRPr lang="en-US" sz="950" noProof="0"/>
          </a:p>
        </p:txBody>
      </p:sp>
      <p:sp>
        <p:nvSpPr>
          <p:cNvPr id="34" name="Text 32"/>
          <p:cNvSpPr/>
          <p:nvPr/>
        </p:nvSpPr>
        <p:spPr>
          <a:xfrm>
            <a:off x="8890000" y="4889500"/>
            <a:ext cx="2374900" cy="736600"/>
          </a:xfrm>
          <a:prstGeom prst="rect">
            <a:avLst/>
          </a:prstGeom>
          <a:noFill/>
          <a:ln/>
        </p:spPr>
        <p:txBody>
          <a:bodyPr wrap="square" lIns="0" tIns="0" rIns="0" bIns="0" rtlCol="0" anchor="t"/>
          <a:lstStyle/>
          <a:p>
            <a:pPr marL="0" indent="0">
              <a:lnSpc>
                <a:spcPct val="110000"/>
              </a:lnSpc>
              <a:buNone/>
            </a:pPr>
            <a:r>
              <a:rPr lang="en-US" sz="1200" noProof="0">
                <a:solidFill>
                  <a:srgbClr val="C7CDD4"/>
                </a:solidFill>
                <a:latin typeface="Segoe UI" pitchFamily="34" charset="0"/>
                <a:ea typeface="Segoe UI" pitchFamily="34" charset="-122"/>
                <a:cs typeface="Segoe UI" pitchFamily="34" charset="-120"/>
              </a:rPr>
              <a:t>Robin's Conv1d + GRU, trained on BEAT2 mocap. drives absolute joint targets into the mixer.</a:t>
            </a:r>
            <a:endParaRPr lang="en-US" sz="1200" noProof="0"/>
          </a:p>
        </p:txBody>
      </p:sp>
      <p:sp>
        <p:nvSpPr>
          <p:cNvPr id="35" name="Shape 33"/>
          <p:cNvSpPr/>
          <p:nvPr/>
        </p:nvSpPr>
        <p:spPr>
          <a:xfrm>
            <a:off x="8407400" y="4953000"/>
            <a:ext cx="254000" cy="0"/>
          </a:xfrm>
          <a:prstGeom prst="line">
            <a:avLst/>
          </a:prstGeom>
          <a:noFill/>
          <a:ln w="22225">
            <a:solidFill>
              <a:srgbClr val="4C9AFF"/>
            </a:solidFill>
            <a:prstDash val="solid"/>
            <a:headEnd type="triangle"/>
            <a:tailEnd type="none"/>
          </a:ln>
        </p:spPr>
        <p:txBody>
          <a:bodyPr/>
          <a:lstStyle/>
          <a:p>
            <a:endParaRPr lang="en-US" noProof="0"/>
          </a:p>
        </p:txBody>
      </p:sp>
      <p:sp>
        <p:nvSpPr>
          <p:cNvPr id="36" name="Shape 34"/>
          <p:cNvSpPr/>
          <p:nvPr/>
        </p:nvSpPr>
        <p:spPr>
          <a:xfrm>
            <a:off x="8631936" y="2231135"/>
            <a:ext cx="1724176" cy="2053131"/>
          </a:xfrm>
          <a:prstGeom prst="roundRect">
            <a:avLst>
              <a:gd name="adj" fmla="val 3947"/>
            </a:avLst>
          </a:prstGeom>
          <a:solidFill>
            <a:srgbClr val="0F1826"/>
          </a:solidFill>
          <a:ln w="12700">
            <a:solidFill>
              <a:srgbClr val="26344A"/>
            </a:solidFill>
            <a:prstDash val="solid"/>
          </a:ln>
        </p:spPr>
        <p:txBody>
          <a:bodyPr/>
          <a:lstStyle/>
          <a:p>
            <a:endParaRPr lang="en-US" noProof="0"/>
          </a:p>
        </p:txBody>
      </p:sp>
      <p:pic>
        <p:nvPicPr>
          <p:cNvPr id="37" name="Image 0" descr="/root/work2/img/face.png"/>
          <p:cNvPicPr>
            <a:picLocks noChangeAspect="1"/>
          </p:cNvPicPr>
          <p:nvPr/>
        </p:nvPicPr>
        <p:blipFill>
          <a:blip r:embed="rId3"/>
          <a:stretch>
            <a:fillRect/>
          </a:stretch>
        </p:blipFill>
        <p:spPr>
          <a:xfrm>
            <a:off x="8686800" y="2286000"/>
            <a:ext cx="1596136" cy="1926764"/>
          </a:xfrm>
          <a:prstGeom prst="rect">
            <a:avLst/>
          </a:prstGeom>
        </p:spPr>
      </p:pic>
      <p:sp>
        <p:nvSpPr>
          <p:cNvPr id="38" name="Text 35"/>
          <p:cNvSpPr/>
          <p:nvPr/>
        </p:nvSpPr>
        <p:spPr>
          <a:xfrm>
            <a:off x="8686800" y="5765800"/>
            <a:ext cx="2768600" cy="330200"/>
          </a:xfrm>
          <a:prstGeom prst="rect">
            <a:avLst/>
          </a:prstGeom>
          <a:noFill/>
          <a:ln/>
        </p:spPr>
        <p:txBody>
          <a:bodyPr wrap="square" lIns="0" tIns="0" rIns="0" bIns="0" rtlCol="0" anchor="t"/>
          <a:lstStyle/>
          <a:p>
            <a:pPr marL="0" indent="0">
              <a:lnSpc>
                <a:spcPct val="115000"/>
              </a:lnSpc>
              <a:buNone/>
            </a:pPr>
            <a:r>
              <a:rPr lang="en-US" sz="1100" noProof="0">
                <a:solidFill>
                  <a:srgbClr val="8A97A9"/>
                </a:solidFill>
                <a:latin typeface="Segoe UI" pitchFamily="34" charset="0"/>
                <a:ea typeface="Segoe UI" pitchFamily="34" charset="-122"/>
                <a:cs typeface="Segoe UI" pitchFamily="34" charset="-120"/>
              </a:rPr>
              <a:t>The mixer's output is what the face preview and the servos both read.</a:t>
            </a:r>
            <a:endParaRPr lang="en-US" sz="1150" noProof="0"/>
          </a:p>
        </p:txBody>
      </p:sp>
      <p:sp>
        <p:nvSpPr>
          <p:cNvPr id="39"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a:t>
            </a:fld>
            <a:endParaRPr lang="en-US" noProof="0"/>
          </a:p>
        </p:txBody>
      </p:sp>
      <p:sp>
        <p:nvSpPr>
          <p:cNvPr id="200" name="Badge 200"/>
          <p:cNvSpPr/>
          <p:nvPr/>
        </p:nvSpPr>
        <p:spPr>
          <a:xfrm>
            <a:off x="7137400" y="2438400"/>
            <a:ext cx="965200" cy="228600"/>
          </a:xfrm>
          <a:prstGeom prst="rect">
            <a:avLst/>
          </a:prstGeom>
          <a:noFill/>
          <a:ln/>
        </p:spPr>
        <p:txBody>
          <a:bodyPr wrap="none" lIns="0" tIns="0" rIns="0" bIns="0" rtlCol="0" anchor="t"/>
          <a:lstStyle/>
          <a:p>
            <a:pPr marL="0" indent="0" algn="r">
              <a:buNone/>
            </a:pPr>
            <a:r>
              <a:rPr lang="en-US" sz="1100" b="1" spc="100" noProof="0">
                <a:solidFill>
                  <a:srgbClr val="8A97A9"/>
                </a:solidFill>
                <a:latin typeface="Segoe UI" pitchFamily="34" charset="0"/>
                <a:ea typeface="Segoe UI" pitchFamily="34" charset="-122"/>
                <a:cs typeface="Segoe UI" pitchFamily="34" charset="-120"/>
              </a:rPr>
              <a:t>SAME</a:t>
            </a:r>
          </a:p>
        </p:txBody>
      </p:sp>
      <p:sp>
        <p:nvSpPr>
          <p:cNvPr id="201" name="Badge 201"/>
          <p:cNvSpPr/>
          <p:nvPr/>
        </p:nvSpPr>
        <p:spPr>
          <a:xfrm>
            <a:off x="7137400" y="3048000"/>
            <a:ext cx="965200" cy="228600"/>
          </a:xfrm>
          <a:prstGeom prst="rect">
            <a:avLst/>
          </a:prstGeom>
          <a:noFill/>
          <a:ln/>
        </p:spPr>
        <p:txBody>
          <a:bodyPr wrap="none" lIns="0" tIns="0" rIns="0" bIns="0" rtlCol="0" anchor="t"/>
          <a:lstStyle/>
          <a:p>
            <a:pPr marL="0" indent="0" algn="r">
              <a:buNone/>
            </a:pPr>
            <a:r>
              <a:rPr lang="en-US" sz="1100" b="1" spc="100" noProof="0">
                <a:solidFill>
                  <a:srgbClr val="8A97A9"/>
                </a:solidFill>
                <a:latin typeface="Segoe UI" pitchFamily="34" charset="0"/>
                <a:ea typeface="Segoe UI" pitchFamily="34" charset="-122"/>
                <a:cs typeface="Segoe UI" pitchFamily="34" charset="-120"/>
              </a:rPr>
              <a:t>SAME</a:t>
            </a:r>
          </a:p>
        </p:txBody>
      </p:sp>
      <p:sp>
        <p:nvSpPr>
          <p:cNvPr id="202" name="Badge 202"/>
          <p:cNvSpPr/>
          <p:nvPr/>
        </p:nvSpPr>
        <p:spPr>
          <a:xfrm>
            <a:off x="7137400" y="3644900"/>
            <a:ext cx="965200" cy="228600"/>
          </a:xfrm>
          <a:prstGeom prst="rect">
            <a:avLst/>
          </a:prstGeom>
          <a:noFill/>
          <a:ln/>
        </p:spPr>
        <p:txBody>
          <a:bodyPr wrap="none" lIns="0" tIns="0" rIns="0" bIns="0" rtlCol="0" anchor="t"/>
          <a:lstStyle/>
          <a:p>
            <a:pPr marL="0" indent="0" algn="r">
              <a:buNone/>
            </a:pPr>
            <a:r>
              <a:rPr lang="en-US" sz="1100" b="1" spc="100" noProof="0">
                <a:solidFill>
                  <a:srgbClr val="F2A93B"/>
                </a:solidFill>
                <a:latin typeface="Segoe UI" pitchFamily="34" charset="0"/>
                <a:ea typeface="Segoe UI" pitchFamily="34" charset="-122"/>
                <a:cs typeface="Segoe UI" pitchFamily="34" charset="-120"/>
              </a:rPr>
              <a:t>UPGRADED</a:t>
            </a:r>
          </a:p>
        </p:txBody>
      </p:sp>
      <p:sp>
        <p:nvSpPr>
          <p:cNvPr id="203" name="Badge 203"/>
          <p:cNvSpPr/>
          <p:nvPr/>
        </p:nvSpPr>
        <p:spPr>
          <a:xfrm>
            <a:off x="7137400" y="4254500"/>
            <a:ext cx="965200" cy="228600"/>
          </a:xfrm>
          <a:prstGeom prst="rect">
            <a:avLst/>
          </a:prstGeom>
          <a:noFill/>
          <a:ln/>
        </p:spPr>
        <p:txBody>
          <a:bodyPr wrap="none" lIns="0" tIns="0" rIns="0" bIns="0" rtlCol="0" anchor="t"/>
          <a:lstStyle/>
          <a:p>
            <a:pPr marL="0" indent="0" algn="r">
              <a:buNone/>
            </a:pPr>
            <a:r>
              <a:rPr lang="en-US" sz="1100" b="1" spc="100" noProof="0">
                <a:solidFill>
                  <a:srgbClr val="F2A93B"/>
                </a:solidFill>
                <a:latin typeface="Segoe UI" pitchFamily="34" charset="0"/>
                <a:ea typeface="Segoe UI" pitchFamily="34" charset="-122"/>
                <a:cs typeface="Segoe UI" pitchFamily="34" charset="-120"/>
              </a:rPr>
              <a:t>NEW</a:t>
            </a:r>
          </a:p>
        </p:txBody>
      </p:sp>
      <p:sp>
        <p:nvSpPr>
          <p:cNvPr id="204" name="Badge 204"/>
          <p:cNvSpPr/>
          <p:nvPr/>
        </p:nvSpPr>
        <p:spPr>
          <a:xfrm>
            <a:off x="7137400" y="4851400"/>
            <a:ext cx="965200" cy="228600"/>
          </a:xfrm>
          <a:prstGeom prst="rect">
            <a:avLst/>
          </a:prstGeom>
          <a:noFill/>
          <a:ln/>
        </p:spPr>
        <p:txBody>
          <a:bodyPr wrap="none" lIns="0" tIns="0" rIns="0" bIns="0" rtlCol="0" anchor="t"/>
          <a:lstStyle/>
          <a:p>
            <a:pPr marL="0" indent="0" algn="r">
              <a:buNone/>
            </a:pPr>
            <a:r>
              <a:rPr lang="en-US" sz="1100" b="1" spc="100" noProof="0">
                <a:solidFill>
                  <a:srgbClr val="F2A93B"/>
                </a:solidFill>
                <a:latin typeface="Segoe UI" pitchFamily="34" charset="0"/>
                <a:ea typeface="Segoe UI" pitchFamily="34" charset="-122"/>
                <a:cs typeface="Segoe UI" pitchFamily="34" charset="-120"/>
              </a:rPr>
              <a:t>UPGRADED</a:t>
            </a:r>
          </a:p>
        </p:txBody>
      </p:sp>
      <p:sp>
        <p:nvSpPr>
          <p:cNvPr id="205" name="Badge 205"/>
          <p:cNvSpPr/>
          <p:nvPr/>
        </p:nvSpPr>
        <p:spPr>
          <a:xfrm>
            <a:off x="7137400" y="5461000"/>
            <a:ext cx="965200" cy="228600"/>
          </a:xfrm>
          <a:prstGeom prst="rect">
            <a:avLst/>
          </a:prstGeom>
          <a:noFill/>
          <a:ln/>
        </p:spPr>
        <p:txBody>
          <a:bodyPr wrap="none" lIns="0" tIns="0" rIns="0" bIns="0" rtlCol="0" anchor="t"/>
          <a:lstStyle/>
          <a:p>
            <a:pPr marL="0" indent="0" algn="r">
              <a:buNone/>
            </a:pPr>
            <a:r>
              <a:rPr lang="en-US" sz="1100" b="1" spc="100" noProof="0">
                <a:solidFill>
                  <a:srgbClr val="F2A93B"/>
                </a:solidFill>
                <a:latin typeface="Segoe UI" pitchFamily="34" charset="0"/>
                <a:ea typeface="Segoe UI" pitchFamily="34" charset="-122"/>
                <a:cs typeface="Segoe UI" pitchFamily="34" charset="-120"/>
              </a:rPr>
              <a:t>NEW</a:t>
            </a:r>
          </a:p>
        </p:txBody>
      </p:sp>
    </p:spTree>
    <p:extLst>
      <p:ext uri="{BB962C8B-B14F-4D97-AF65-F5344CB8AC3E}">
        <p14:creationId xmlns:p14="http://schemas.microsoft.com/office/powerpoint/2010/main" val="144677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457200"/>
            <a:ext cx="2271827" cy="274320"/>
          </a:xfrm>
          <a:prstGeom prst="roundRect">
            <a:avLst>
              <a:gd name="adj" fmla="val 166667"/>
            </a:avLst>
          </a:prstGeom>
          <a:solidFill>
            <a:srgbClr val="0F1826"/>
          </a:solidFill>
          <a:ln w="12700">
            <a:solidFill>
              <a:srgbClr val="C00000"/>
            </a:solidFill>
            <a:prstDash val="solid"/>
          </a:ln>
        </p:spPr>
        <p:txBody>
          <a:bodyPr/>
          <a:lstStyle/>
          <a:p>
            <a:endParaRPr lang="en-US" noProof="0"/>
          </a:p>
        </p:txBody>
      </p:sp>
      <p:sp>
        <p:nvSpPr>
          <p:cNvPr id="3" name="Text 1"/>
          <p:cNvSpPr/>
          <p:nvPr/>
        </p:nvSpPr>
        <p:spPr>
          <a:xfrm>
            <a:off x="731520" y="502920"/>
            <a:ext cx="2271827" cy="182880"/>
          </a:xfrm>
          <a:prstGeom prst="rect">
            <a:avLst/>
          </a:prstGeom>
          <a:noFill/>
          <a:ln/>
        </p:spPr>
        <p:txBody>
          <a:bodyPr wrap="square" lIns="0" tIns="0" rIns="0" bIns="0" rtlCol="0" anchor="t"/>
          <a:lstStyle/>
          <a:p>
            <a:pPr marL="0" indent="0" algn="ctr">
              <a:buNone/>
            </a:pPr>
            <a:r>
              <a:rPr lang="en-US" sz="1050" b="1" kern="0" spc="110" noProof="0">
                <a:solidFill>
                  <a:srgbClr val="EE0000"/>
                </a:solidFill>
                <a:latin typeface="Segoe UI" pitchFamily="34" charset="0"/>
                <a:ea typeface="Segoe UI" pitchFamily="34" charset="-122"/>
                <a:cs typeface="Segoe UI" pitchFamily="34" charset="-120"/>
              </a:rPr>
              <a:t>RECAP · THE THESIS</a:t>
            </a:r>
            <a:endParaRPr lang="en-US" sz="1050" noProof="0">
              <a:solidFill>
                <a:srgbClr val="EE0000"/>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3200" b="1" noProof="0">
                <a:solidFill>
                  <a:srgbClr val="F2F6FB"/>
                </a:solidFill>
                <a:latin typeface="Segoe UI Semibold" pitchFamily="34" charset="0"/>
                <a:ea typeface="Segoe UI Semibold" pitchFamily="34" charset="-122"/>
                <a:cs typeface="Segoe UI Semibold" pitchFamily="34" charset="-120"/>
              </a:rPr>
              <a:t>Every midterm promise</a:t>
            </a:r>
            <a:r>
              <a:rPr lang="en-US" sz="3200" b="1">
                <a:solidFill>
                  <a:srgbClr val="F2F6FB"/>
                </a:solidFill>
                <a:latin typeface="Segoe UI Semibold" pitchFamily="34" charset="0"/>
                <a:ea typeface="Segoe UI Semibold" pitchFamily="34" charset="-122"/>
                <a:cs typeface="Segoe UI Semibold" pitchFamily="34" charset="-120"/>
              </a:rPr>
              <a:t> </a:t>
            </a:r>
            <a:r>
              <a:rPr lang="en-US" sz="3200" b="1" err="1">
                <a:solidFill>
                  <a:srgbClr val="F2F6FB"/>
                </a:solidFill>
                <a:latin typeface="Segoe UI Semibold" pitchFamily="34" charset="0"/>
                <a:ea typeface="Segoe UI Semibold" pitchFamily="34" charset="-122"/>
                <a:cs typeface="Segoe UI Semibold" pitchFamily="34" charset="-120"/>
              </a:rPr>
              <a:t>delievered</a:t>
            </a:r>
            <a:endParaRPr lang="en-US" sz="3200" b="1" noProof="0">
              <a:solidFill>
                <a:srgbClr val="F2F6FB"/>
              </a:solidFill>
              <a:latin typeface="Segoe UI Semibold" pitchFamily="34" charset="0"/>
              <a:ea typeface="Segoe UI Semibold" pitchFamily="34" charset="-122"/>
              <a:cs typeface="Segoe UI Semibold" pitchFamily="34" charset="-120"/>
            </a:endParaRPr>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The midterm ended on a slide called "Problems and future stuff". We </a:t>
            </a:r>
            <a:r>
              <a:rPr lang="en-US" sz="1550" i="1">
                <a:solidFill>
                  <a:srgbClr val="8A97A9"/>
                </a:solidFill>
                <a:latin typeface="Segoe UI" pitchFamily="34" charset="0"/>
                <a:ea typeface="Segoe UI" pitchFamily="34" charset="-122"/>
                <a:cs typeface="Segoe UI" pitchFamily="34" charset="-120"/>
              </a:rPr>
              <a:t>did it all.</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Recap</a:t>
            </a:r>
            <a:endParaRPr lang="en-US" sz="1000" noProof="0"/>
          </a:p>
        </p:txBody>
      </p:sp>
      <p:sp>
        <p:nvSpPr>
          <p:cNvPr id="7" name="Shape 5"/>
          <p:cNvSpPr/>
          <p:nvPr/>
        </p:nvSpPr>
        <p:spPr>
          <a:xfrm>
            <a:off x="531860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184400"/>
            <a:ext cx="10728655" cy="457200"/>
          </a:xfrm>
          <a:prstGeom prst="roundRect">
            <a:avLst>
              <a:gd name="adj" fmla="val 11667"/>
            </a:avLst>
          </a:prstGeom>
          <a:solidFill>
            <a:srgbClr val="131E2E"/>
          </a:solidFill>
          <a:ln w="12700">
            <a:solidFill>
              <a:srgbClr val="26344A"/>
            </a:solidFill>
            <a:prstDash val="solid"/>
          </a:ln>
        </p:spPr>
        <p:txBody>
          <a:bodyPr/>
          <a:lstStyle/>
          <a:p>
            <a:endParaRPr lang="en-US" noProof="0"/>
          </a:p>
        </p:txBody>
      </p:sp>
      <p:sp>
        <p:nvSpPr>
          <p:cNvPr id="14" name="Text 12"/>
          <p:cNvSpPr/>
          <p:nvPr/>
        </p:nvSpPr>
        <p:spPr>
          <a:xfrm>
            <a:off x="914400" y="2273300"/>
            <a:ext cx="329184" cy="256032"/>
          </a:xfrm>
          <a:prstGeom prst="rect">
            <a:avLst/>
          </a:prstGeom>
          <a:noFill/>
          <a:ln/>
        </p:spPr>
        <p:txBody>
          <a:bodyPr wrap="square" lIns="0" tIns="0" rIns="0" bIns="0" rtlCol="0" anchor="t"/>
          <a:lstStyle/>
          <a:p>
            <a:pPr marL="0" indent="0" algn="ctr">
              <a:buNone/>
            </a:pPr>
            <a:r>
              <a:rPr lang="en-US" sz="1500" noProof="0">
                <a:solidFill>
                  <a:srgbClr val="5FD08A"/>
                </a:solidFill>
                <a:latin typeface="Segoe UI Semibold" pitchFamily="34" charset="0"/>
                <a:ea typeface="Segoe UI Semibold" pitchFamily="34" charset="-122"/>
                <a:cs typeface="Segoe UI Semibold" pitchFamily="34" charset="-120"/>
              </a:rPr>
              <a:t>✓</a:t>
            </a:r>
            <a:endParaRPr lang="en-US" sz="1500" noProof="0"/>
          </a:p>
        </p:txBody>
      </p:sp>
      <p:sp>
        <p:nvSpPr>
          <p:cNvPr id="15" name="Text 13"/>
          <p:cNvSpPr/>
          <p:nvPr/>
        </p:nvSpPr>
        <p:spPr>
          <a:xfrm>
            <a:off x="1389888" y="2273300"/>
            <a:ext cx="4023360" cy="274320"/>
          </a:xfrm>
          <a:prstGeom prst="rect">
            <a:avLst/>
          </a:prstGeom>
          <a:noFill/>
          <a:ln/>
        </p:spPr>
        <p:txBody>
          <a:bodyPr wrap="square" lIns="0" tIns="0" rIns="0" bIns="0" rtlCol="0" anchor="t"/>
          <a:lstStyle/>
          <a:p>
            <a:pPr marL="0" indent="0">
              <a:buNone/>
            </a:pPr>
            <a:r>
              <a:rPr lang="en-US" sz="1500" noProof="0">
                <a:solidFill>
                  <a:srgbClr val="8A97A9"/>
                </a:solidFill>
                <a:latin typeface="Segoe UI" pitchFamily="34" charset="0"/>
                <a:ea typeface="Segoe UI" pitchFamily="34" charset="-122"/>
                <a:cs typeface="Segoe UI" pitchFamily="34" charset="-120"/>
              </a:rPr>
              <a:t>“Custom </a:t>
            </a:r>
            <a:r>
              <a:rPr lang="en-US" sz="1500" noProof="0" err="1">
                <a:solidFill>
                  <a:srgbClr val="8A97A9"/>
                </a:solidFill>
                <a:latin typeface="Segoe UI" pitchFamily="34" charset="0"/>
                <a:ea typeface="Segoe UI" pitchFamily="34" charset="-122"/>
                <a:cs typeface="Segoe UI" pitchFamily="34" charset="-120"/>
              </a:rPr>
              <a:t>ohbot.say</a:t>
            </a:r>
            <a:r>
              <a:rPr lang="en-US" sz="1500" noProof="0">
                <a:solidFill>
                  <a:srgbClr val="8A97A9"/>
                </a:solidFill>
                <a:latin typeface="Segoe UI" pitchFamily="34" charset="0"/>
                <a:ea typeface="Segoe UI" pitchFamily="34" charset="-122"/>
                <a:cs typeface="Segoe UI" pitchFamily="34" charset="-120"/>
              </a:rPr>
              <a:t>()”</a:t>
            </a:r>
            <a:endParaRPr lang="en-US" sz="1500" noProof="0"/>
          </a:p>
        </p:txBody>
      </p:sp>
      <p:sp>
        <p:nvSpPr>
          <p:cNvPr id="16" name="Shape 14"/>
          <p:cNvSpPr/>
          <p:nvPr/>
        </p:nvSpPr>
        <p:spPr>
          <a:xfrm>
            <a:off x="5029200" y="2413000"/>
            <a:ext cx="365760" cy="0"/>
          </a:xfrm>
          <a:prstGeom prst="line">
            <a:avLst/>
          </a:prstGeom>
          <a:noFill/>
          <a:ln w="15875">
            <a:solidFill>
              <a:srgbClr val="26344A"/>
            </a:solidFill>
            <a:prstDash val="solid"/>
            <a:headEnd type="none"/>
            <a:tailEnd type="triangle"/>
          </a:ln>
        </p:spPr>
        <p:txBody>
          <a:bodyPr/>
          <a:lstStyle/>
          <a:p>
            <a:endParaRPr lang="en-US" noProof="0"/>
          </a:p>
        </p:txBody>
      </p:sp>
      <p:sp>
        <p:nvSpPr>
          <p:cNvPr id="17" name="Text 15"/>
          <p:cNvSpPr/>
          <p:nvPr/>
        </p:nvSpPr>
        <p:spPr>
          <a:xfrm>
            <a:off x="5577840" y="2260600"/>
            <a:ext cx="5760720" cy="292608"/>
          </a:xfrm>
          <a:prstGeom prst="rect">
            <a:avLst/>
          </a:prstGeom>
          <a:noFill/>
          <a:ln/>
        </p:spPr>
        <p:txBody>
          <a:bodyPr wrap="square" lIns="0" tIns="0" rIns="0" bIns="0" rtlCol="0" anchor="t"/>
          <a:lstStyle/>
          <a:p>
            <a:pPr marL="0" indent="0">
              <a:buNone/>
            </a:pPr>
            <a:r>
              <a:rPr lang="en-US" sz="1600" noProof="0">
                <a:solidFill>
                  <a:srgbClr val="F2F6FB"/>
                </a:solidFill>
                <a:latin typeface="Segoe UI Semibold" pitchFamily="34" charset="0"/>
                <a:ea typeface="Segoe UI Semibold" pitchFamily="34" charset="-122"/>
                <a:cs typeface="Segoe UI Semibold" pitchFamily="34" charset="-120"/>
              </a:rPr>
              <a:t>A six-engine speech engine</a:t>
            </a:r>
            <a:endParaRPr lang="en-US" sz="1600" noProof="0"/>
          </a:p>
        </p:txBody>
      </p:sp>
      <p:sp>
        <p:nvSpPr>
          <p:cNvPr id="18" name="Shape 16"/>
          <p:cNvSpPr/>
          <p:nvPr/>
        </p:nvSpPr>
        <p:spPr>
          <a:xfrm>
            <a:off x="731520" y="2692400"/>
            <a:ext cx="10728655" cy="457200"/>
          </a:xfrm>
          <a:prstGeom prst="roundRect">
            <a:avLst>
              <a:gd name="adj" fmla="val 11667"/>
            </a:avLst>
          </a:prstGeom>
          <a:solidFill>
            <a:srgbClr val="131E2E"/>
          </a:solidFill>
          <a:ln w="12700">
            <a:solidFill>
              <a:srgbClr val="26344A"/>
            </a:solidFill>
            <a:prstDash val="solid"/>
          </a:ln>
        </p:spPr>
        <p:txBody>
          <a:bodyPr/>
          <a:lstStyle/>
          <a:p>
            <a:endParaRPr lang="en-US" noProof="0"/>
          </a:p>
        </p:txBody>
      </p:sp>
      <p:sp>
        <p:nvSpPr>
          <p:cNvPr id="19" name="Text 17"/>
          <p:cNvSpPr/>
          <p:nvPr/>
        </p:nvSpPr>
        <p:spPr>
          <a:xfrm>
            <a:off x="914400" y="2781300"/>
            <a:ext cx="329184" cy="256032"/>
          </a:xfrm>
          <a:prstGeom prst="rect">
            <a:avLst/>
          </a:prstGeom>
          <a:noFill/>
          <a:ln/>
        </p:spPr>
        <p:txBody>
          <a:bodyPr wrap="square" lIns="0" tIns="0" rIns="0" bIns="0" rtlCol="0" anchor="t"/>
          <a:lstStyle/>
          <a:p>
            <a:pPr marL="0" indent="0" algn="ctr">
              <a:buNone/>
            </a:pPr>
            <a:r>
              <a:rPr lang="en-US" sz="1500" noProof="0">
                <a:solidFill>
                  <a:srgbClr val="5FD08A"/>
                </a:solidFill>
                <a:latin typeface="Segoe UI Semibold" pitchFamily="34" charset="0"/>
                <a:ea typeface="Segoe UI Semibold" pitchFamily="34" charset="-122"/>
                <a:cs typeface="Segoe UI Semibold" pitchFamily="34" charset="-120"/>
              </a:rPr>
              <a:t>✓</a:t>
            </a:r>
            <a:endParaRPr lang="en-US" sz="1500" noProof="0"/>
          </a:p>
        </p:txBody>
      </p:sp>
      <p:sp>
        <p:nvSpPr>
          <p:cNvPr id="20" name="Text 18"/>
          <p:cNvSpPr/>
          <p:nvPr/>
        </p:nvSpPr>
        <p:spPr>
          <a:xfrm>
            <a:off x="1389888" y="2781300"/>
            <a:ext cx="4023360" cy="274320"/>
          </a:xfrm>
          <a:prstGeom prst="rect">
            <a:avLst/>
          </a:prstGeom>
          <a:noFill/>
          <a:ln/>
        </p:spPr>
        <p:txBody>
          <a:bodyPr wrap="square" lIns="0" tIns="0" rIns="0" bIns="0" rtlCol="0" anchor="t"/>
          <a:lstStyle/>
          <a:p>
            <a:pPr marL="0" indent="0">
              <a:buNone/>
            </a:pPr>
            <a:r>
              <a:rPr lang="en-US" sz="1500" noProof="0">
                <a:solidFill>
                  <a:srgbClr val="8A97A9"/>
                </a:solidFill>
                <a:latin typeface="Segoe UI" pitchFamily="34" charset="0"/>
                <a:ea typeface="Segoe UI" pitchFamily="34" charset="-122"/>
                <a:cs typeface="Segoe UI" pitchFamily="34" charset="-120"/>
              </a:rPr>
              <a:t>“More fluent interrupting”</a:t>
            </a:r>
            <a:endParaRPr lang="en-US" sz="1500" noProof="0"/>
          </a:p>
        </p:txBody>
      </p:sp>
      <p:sp>
        <p:nvSpPr>
          <p:cNvPr id="21" name="Shape 19"/>
          <p:cNvSpPr/>
          <p:nvPr/>
        </p:nvSpPr>
        <p:spPr>
          <a:xfrm>
            <a:off x="5029200" y="2921000"/>
            <a:ext cx="365760" cy="0"/>
          </a:xfrm>
          <a:prstGeom prst="line">
            <a:avLst/>
          </a:prstGeom>
          <a:noFill/>
          <a:ln w="15875">
            <a:solidFill>
              <a:srgbClr val="26344A"/>
            </a:solidFill>
            <a:prstDash val="solid"/>
            <a:headEnd type="none"/>
            <a:tailEnd type="triangle"/>
          </a:ln>
        </p:spPr>
        <p:txBody>
          <a:bodyPr/>
          <a:lstStyle/>
          <a:p>
            <a:endParaRPr lang="en-US" noProof="0"/>
          </a:p>
        </p:txBody>
      </p:sp>
      <p:sp>
        <p:nvSpPr>
          <p:cNvPr id="22" name="Text 20"/>
          <p:cNvSpPr/>
          <p:nvPr/>
        </p:nvSpPr>
        <p:spPr>
          <a:xfrm>
            <a:off x="5577840" y="2768600"/>
            <a:ext cx="5760720" cy="292608"/>
          </a:xfrm>
          <a:prstGeom prst="rect">
            <a:avLst/>
          </a:prstGeom>
          <a:noFill/>
          <a:ln/>
        </p:spPr>
        <p:txBody>
          <a:bodyPr wrap="square" lIns="0" tIns="0" rIns="0" bIns="0" rtlCol="0" anchor="t"/>
          <a:lstStyle/>
          <a:p>
            <a:pPr marL="0" indent="0">
              <a:buNone/>
            </a:pPr>
            <a:r>
              <a:rPr lang="en-US" sz="1600" noProof="0">
                <a:solidFill>
                  <a:srgbClr val="F2F6FB"/>
                </a:solidFill>
                <a:latin typeface="Segoe UI Semibold" pitchFamily="34" charset="0"/>
                <a:ea typeface="Segoe UI Semibold" pitchFamily="34" charset="-122"/>
                <a:cs typeface="Segoe UI Semibold" pitchFamily="34" charset="-120"/>
              </a:rPr>
              <a:t>Word-boundary stop with a fade</a:t>
            </a:r>
            <a:endParaRPr lang="en-US" sz="1600" noProof="0"/>
          </a:p>
        </p:txBody>
      </p:sp>
      <p:sp>
        <p:nvSpPr>
          <p:cNvPr id="23" name="Shape 21"/>
          <p:cNvSpPr/>
          <p:nvPr/>
        </p:nvSpPr>
        <p:spPr>
          <a:xfrm>
            <a:off x="731520" y="3200400"/>
            <a:ext cx="10728655" cy="457200"/>
          </a:xfrm>
          <a:prstGeom prst="roundRect">
            <a:avLst>
              <a:gd name="adj" fmla="val 11667"/>
            </a:avLst>
          </a:prstGeom>
          <a:solidFill>
            <a:srgbClr val="131E2E"/>
          </a:solidFill>
          <a:ln w="12700">
            <a:solidFill>
              <a:srgbClr val="26344A"/>
            </a:solidFill>
            <a:prstDash val="solid"/>
          </a:ln>
        </p:spPr>
        <p:txBody>
          <a:bodyPr/>
          <a:lstStyle/>
          <a:p>
            <a:endParaRPr lang="en-US" noProof="0"/>
          </a:p>
        </p:txBody>
      </p:sp>
      <p:sp>
        <p:nvSpPr>
          <p:cNvPr id="24" name="Text 22"/>
          <p:cNvSpPr/>
          <p:nvPr/>
        </p:nvSpPr>
        <p:spPr>
          <a:xfrm>
            <a:off x="914400" y="3289300"/>
            <a:ext cx="329184" cy="256032"/>
          </a:xfrm>
          <a:prstGeom prst="rect">
            <a:avLst/>
          </a:prstGeom>
          <a:noFill/>
          <a:ln/>
        </p:spPr>
        <p:txBody>
          <a:bodyPr wrap="square" lIns="0" tIns="0" rIns="0" bIns="0" rtlCol="0" anchor="t"/>
          <a:lstStyle/>
          <a:p>
            <a:pPr marL="0" indent="0" algn="ctr">
              <a:buNone/>
            </a:pPr>
            <a:r>
              <a:rPr lang="en-US" sz="1500" noProof="0">
                <a:solidFill>
                  <a:srgbClr val="5FD08A"/>
                </a:solidFill>
                <a:latin typeface="Segoe UI Semibold" pitchFamily="34" charset="0"/>
                <a:ea typeface="Segoe UI Semibold" pitchFamily="34" charset="-122"/>
                <a:cs typeface="Segoe UI Semibold" pitchFamily="34" charset="-120"/>
              </a:rPr>
              <a:t>✓</a:t>
            </a:r>
            <a:endParaRPr lang="en-US" sz="1500" noProof="0"/>
          </a:p>
        </p:txBody>
      </p:sp>
      <p:sp>
        <p:nvSpPr>
          <p:cNvPr id="25" name="Text 23"/>
          <p:cNvSpPr/>
          <p:nvPr/>
        </p:nvSpPr>
        <p:spPr>
          <a:xfrm>
            <a:off x="1389888" y="3289300"/>
            <a:ext cx="4023360" cy="274320"/>
          </a:xfrm>
          <a:prstGeom prst="rect">
            <a:avLst/>
          </a:prstGeom>
          <a:noFill/>
          <a:ln/>
        </p:spPr>
        <p:txBody>
          <a:bodyPr wrap="square" lIns="0" tIns="0" rIns="0" bIns="0" rtlCol="0" anchor="t"/>
          <a:lstStyle/>
          <a:p>
            <a:pPr marL="0" indent="0">
              <a:buNone/>
            </a:pPr>
            <a:r>
              <a:rPr lang="en-US" sz="1500" noProof="0">
                <a:solidFill>
                  <a:srgbClr val="8A97A9"/>
                </a:solidFill>
                <a:latin typeface="Segoe UI" pitchFamily="34" charset="0"/>
                <a:ea typeface="Segoe UI" pitchFamily="34" charset="-122"/>
                <a:cs typeface="Segoe UI" pitchFamily="34" charset="-120"/>
              </a:rPr>
              <a:t>“Proper emotion keys”</a:t>
            </a:r>
            <a:endParaRPr lang="en-US" sz="1500" noProof="0"/>
          </a:p>
        </p:txBody>
      </p:sp>
      <p:sp>
        <p:nvSpPr>
          <p:cNvPr id="26" name="Shape 24"/>
          <p:cNvSpPr/>
          <p:nvPr/>
        </p:nvSpPr>
        <p:spPr>
          <a:xfrm>
            <a:off x="5029200" y="3429000"/>
            <a:ext cx="365760" cy="0"/>
          </a:xfrm>
          <a:prstGeom prst="line">
            <a:avLst/>
          </a:prstGeom>
          <a:noFill/>
          <a:ln w="15875">
            <a:solidFill>
              <a:srgbClr val="26344A"/>
            </a:solidFill>
            <a:prstDash val="solid"/>
            <a:headEnd type="none"/>
            <a:tailEnd type="triangle"/>
          </a:ln>
        </p:spPr>
        <p:txBody>
          <a:bodyPr/>
          <a:lstStyle/>
          <a:p>
            <a:endParaRPr lang="en-US" noProof="0"/>
          </a:p>
        </p:txBody>
      </p:sp>
      <p:sp>
        <p:nvSpPr>
          <p:cNvPr id="27" name="Text 25"/>
          <p:cNvSpPr/>
          <p:nvPr/>
        </p:nvSpPr>
        <p:spPr>
          <a:xfrm>
            <a:off x="5577840" y="3276600"/>
            <a:ext cx="5760720" cy="292608"/>
          </a:xfrm>
          <a:prstGeom prst="rect">
            <a:avLst/>
          </a:prstGeom>
          <a:noFill/>
          <a:ln/>
        </p:spPr>
        <p:txBody>
          <a:bodyPr wrap="square" lIns="0" tIns="0" rIns="0" bIns="0" rtlCol="0" anchor="t"/>
          <a:lstStyle/>
          <a:p>
            <a:pPr marL="0" indent="0">
              <a:buNone/>
            </a:pPr>
            <a:r>
              <a:rPr lang="en-US" sz="1600" noProof="0">
                <a:solidFill>
                  <a:srgbClr val="F2F6FB"/>
                </a:solidFill>
                <a:latin typeface="Segoe UI Semibold" pitchFamily="34" charset="0"/>
                <a:ea typeface="Segoe UI Semibold" pitchFamily="34" charset="-122"/>
                <a:cs typeface="Segoe UI Semibold" pitchFamily="34" charset="-120"/>
              </a:rPr>
              <a:t>emotions.py, an RPC, GUI control</a:t>
            </a:r>
            <a:endParaRPr lang="en-US" sz="1600" noProof="0"/>
          </a:p>
        </p:txBody>
      </p:sp>
      <p:sp>
        <p:nvSpPr>
          <p:cNvPr id="28" name="Shape 26"/>
          <p:cNvSpPr/>
          <p:nvPr/>
        </p:nvSpPr>
        <p:spPr>
          <a:xfrm>
            <a:off x="731520" y="3708400"/>
            <a:ext cx="10728655" cy="457200"/>
          </a:xfrm>
          <a:prstGeom prst="roundRect">
            <a:avLst>
              <a:gd name="adj" fmla="val 11667"/>
            </a:avLst>
          </a:prstGeom>
          <a:solidFill>
            <a:srgbClr val="131E2E"/>
          </a:solidFill>
          <a:ln w="12700">
            <a:solidFill>
              <a:srgbClr val="26344A"/>
            </a:solidFill>
            <a:prstDash val="solid"/>
          </a:ln>
        </p:spPr>
        <p:txBody>
          <a:bodyPr/>
          <a:lstStyle/>
          <a:p>
            <a:endParaRPr lang="en-US" noProof="0"/>
          </a:p>
        </p:txBody>
      </p:sp>
      <p:sp>
        <p:nvSpPr>
          <p:cNvPr id="29" name="Text 27"/>
          <p:cNvSpPr/>
          <p:nvPr/>
        </p:nvSpPr>
        <p:spPr>
          <a:xfrm>
            <a:off x="914400" y="3797300"/>
            <a:ext cx="329184" cy="256032"/>
          </a:xfrm>
          <a:prstGeom prst="rect">
            <a:avLst/>
          </a:prstGeom>
          <a:noFill/>
          <a:ln/>
        </p:spPr>
        <p:txBody>
          <a:bodyPr wrap="square" lIns="0" tIns="0" rIns="0" bIns="0" rtlCol="0" anchor="t"/>
          <a:lstStyle/>
          <a:p>
            <a:pPr marL="0" indent="0" algn="ctr">
              <a:buNone/>
            </a:pPr>
            <a:r>
              <a:rPr lang="en-US" sz="1500" noProof="0">
                <a:solidFill>
                  <a:srgbClr val="5FD08A"/>
                </a:solidFill>
                <a:latin typeface="Segoe UI Semibold" pitchFamily="34" charset="0"/>
                <a:ea typeface="Segoe UI Semibold" pitchFamily="34" charset="-122"/>
                <a:cs typeface="Segoe UI Semibold" pitchFamily="34" charset="-120"/>
              </a:rPr>
              <a:t>✓</a:t>
            </a:r>
            <a:endParaRPr lang="en-US" sz="1500" noProof="0"/>
          </a:p>
        </p:txBody>
      </p:sp>
      <p:sp>
        <p:nvSpPr>
          <p:cNvPr id="30" name="Text 28"/>
          <p:cNvSpPr/>
          <p:nvPr/>
        </p:nvSpPr>
        <p:spPr>
          <a:xfrm>
            <a:off x="1389888" y="3797300"/>
            <a:ext cx="4023360" cy="274320"/>
          </a:xfrm>
          <a:prstGeom prst="rect">
            <a:avLst/>
          </a:prstGeom>
          <a:noFill/>
          <a:ln/>
        </p:spPr>
        <p:txBody>
          <a:bodyPr wrap="square" lIns="0" tIns="0" rIns="0" bIns="0" rtlCol="0" anchor="t"/>
          <a:lstStyle/>
          <a:p>
            <a:pPr marL="0" indent="0">
              <a:buNone/>
            </a:pPr>
            <a:r>
              <a:rPr lang="en-US" sz="1500" noProof="0">
                <a:solidFill>
                  <a:srgbClr val="8A97A9"/>
                </a:solidFill>
                <a:latin typeface="Segoe UI" pitchFamily="34" charset="0"/>
                <a:ea typeface="Segoe UI" pitchFamily="34" charset="-122"/>
                <a:cs typeface="Segoe UI" pitchFamily="34" charset="-120"/>
              </a:rPr>
              <a:t>“Better action definitions”</a:t>
            </a:r>
            <a:endParaRPr lang="en-US" sz="1500" noProof="0"/>
          </a:p>
        </p:txBody>
      </p:sp>
      <p:sp>
        <p:nvSpPr>
          <p:cNvPr id="31" name="Shape 29"/>
          <p:cNvSpPr/>
          <p:nvPr/>
        </p:nvSpPr>
        <p:spPr>
          <a:xfrm>
            <a:off x="5029200" y="3937000"/>
            <a:ext cx="365760" cy="0"/>
          </a:xfrm>
          <a:prstGeom prst="line">
            <a:avLst/>
          </a:prstGeom>
          <a:noFill/>
          <a:ln w="15875">
            <a:solidFill>
              <a:srgbClr val="26344A"/>
            </a:solidFill>
            <a:prstDash val="solid"/>
            <a:headEnd type="none"/>
            <a:tailEnd type="triangle"/>
          </a:ln>
        </p:spPr>
        <p:txBody>
          <a:bodyPr/>
          <a:lstStyle/>
          <a:p>
            <a:endParaRPr lang="en-US" noProof="0"/>
          </a:p>
        </p:txBody>
      </p:sp>
      <p:sp>
        <p:nvSpPr>
          <p:cNvPr id="32" name="Text 30"/>
          <p:cNvSpPr/>
          <p:nvPr/>
        </p:nvSpPr>
        <p:spPr>
          <a:xfrm>
            <a:off x="5577840" y="3784600"/>
            <a:ext cx="5760720" cy="292608"/>
          </a:xfrm>
          <a:prstGeom prst="rect">
            <a:avLst/>
          </a:prstGeom>
          <a:noFill/>
          <a:ln/>
        </p:spPr>
        <p:txBody>
          <a:bodyPr wrap="square" lIns="0" tIns="0" rIns="0" bIns="0" rtlCol="0" anchor="t"/>
          <a:lstStyle/>
          <a:p>
            <a:pPr marL="0" indent="0">
              <a:buNone/>
            </a:pPr>
            <a:r>
              <a:rPr lang="en-US" sz="1600" noProof="0">
                <a:solidFill>
                  <a:srgbClr val="F2F6FB"/>
                </a:solidFill>
                <a:latin typeface="Segoe UI Semibold" pitchFamily="34" charset="0"/>
                <a:ea typeface="Segoe UI Semibold" pitchFamily="34" charset="-122"/>
                <a:cs typeface="Segoe UI Semibold" pitchFamily="34" charset="-120"/>
              </a:rPr>
              <a:t>behaviors.py ambient modules</a:t>
            </a:r>
            <a:endParaRPr lang="en-US" sz="1600" noProof="0"/>
          </a:p>
        </p:txBody>
      </p:sp>
      <p:sp>
        <p:nvSpPr>
          <p:cNvPr id="33" name="Shape 31"/>
          <p:cNvSpPr/>
          <p:nvPr/>
        </p:nvSpPr>
        <p:spPr>
          <a:xfrm>
            <a:off x="731520" y="4216400"/>
            <a:ext cx="10728655" cy="457200"/>
          </a:xfrm>
          <a:prstGeom prst="roundRect">
            <a:avLst>
              <a:gd name="adj" fmla="val 11667"/>
            </a:avLst>
          </a:prstGeom>
          <a:solidFill>
            <a:srgbClr val="131E2E"/>
          </a:solidFill>
          <a:ln w="12700">
            <a:solidFill>
              <a:srgbClr val="26344A"/>
            </a:solidFill>
            <a:prstDash val="solid"/>
          </a:ln>
        </p:spPr>
        <p:txBody>
          <a:bodyPr/>
          <a:lstStyle/>
          <a:p>
            <a:endParaRPr lang="en-US" noProof="0"/>
          </a:p>
        </p:txBody>
      </p:sp>
      <p:sp>
        <p:nvSpPr>
          <p:cNvPr id="34" name="Text 32"/>
          <p:cNvSpPr/>
          <p:nvPr/>
        </p:nvSpPr>
        <p:spPr>
          <a:xfrm>
            <a:off x="914400" y="4305300"/>
            <a:ext cx="329184" cy="256032"/>
          </a:xfrm>
          <a:prstGeom prst="rect">
            <a:avLst/>
          </a:prstGeom>
          <a:noFill/>
          <a:ln/>
        </p:spPr>
        <p:txBody>
          <a:bodyPr wrap="square" lIns="0" tIns="0" rIns="0" bIns="0" rtlCol="0" anchor="t"/>
          <a:lstStyle/>
          <a:p>
            <a:pPr marL="0" indent="0" algn="ctr">
              <a:buNone/>
            </a:pPr>
            <a:r>
              <a:rPr lang="en-US" sz="1500" noProof="0">
                <a:solidFill>
                  <a:srgbClr val="5FD08A"/>
                </a:solidFill>
                <a:latin typeface="Segoe UI Semibold" pitchFamily="34" charset="0"/>
                <a:ea typeface="Segoe UI Semibold" pitchFamily="34" charset="-122"/>
                <a:cs typeface="Segoe UI Semibold" pitchFamily="34" charset="-120"/>
              </a:rPr>
              <a:t>✓</a:t>
            </a:r>
            <a:endParaRPr lang="en-US" sz="1500" noProof="0"/>
          </a:p>
        </p:txBody>
      </p:sp>
      <p:sp>
        <p:nvSpPr>
          <p:cNvPr id="35" name="Text 33"/>
          <p:cNvSpPr/>
          <p:nvPr/>
        </p:nvSpPr>
        <p:spPr>
          <a:xfrm>
            <a:off x="1389888" y="4305300"/>
            <a:ext cx="4023360" cy="274320"/>
          </a:xfrm>
          <a:prstGeom prst="rect">
            <a:avLst/>
          </a:prstGeom>
          <a:noFill/>
          <a:ln/>
        </p:spPr>
        <p:txBody>
          <a:bodyPr wrap="square" lIns="0" tIns="0" rIns="0" bIns="0" rtlCol="0" anchor="t"/>
          <a:lstStyle/>
          <a:p>
            <a:pPr marL="0" indent="0">
              <a:buNone/>
            </a:pPr>
            <a:r>
              <a:rPr lang="en-US" sz="1500" noProof="0">
                <a:solidFill>
                  <a:srgbClr val="8A97A9"/>
                </a:solidFill>
                <a:latin typeface="Segoe UI" pitchFamily="34" charset="0"/>
                <a:ea typeface="Segoe UI" pitchFamily="34" charset="-122"/>
                <a:cs typeface="Segoe UI" pitchFamily="34" charset="-120"/>
              </a:rPr>
              <a:t>“Lag on LLM receive”</a:t>
            </a:r>
            <a:endParaRPr lang="en-US" sz="1500" noProof="0"/>
          </a:p>
        </p:txBody>
      </p:sp>
      <p:sp>
        <p:nvSpPr>
          <p:cNvPr id="36" name="Shape 34"/>
          <p:cNvSpPr/>
          <p:nvPr/>
        </p:nvSpPr>
        <p:spPr>
          <a:xfrm>
            <a:off x="5029200" y="4445000"/>
            <a:ext cx="365760" cy="0"/>
          </a:xfrm>
          <a:prstGeom prst="line">
            <a:avLst/>
          </a:prstGeom>
          <a:noFill/>
          <a:ln w="15875">
            <a:solidFill>
              <a:srgbClr val="26344A"/>
            </a:solidFill>
            <a:prstDash val="solid"/>
            <a:headEnd type="none"/>
            <a:tailEnd type="triangle"/>
          </a:ln>
        </p:spPr>
        <p:txBody>
          <a:bodyPr/>
          <a:lstStyle/>
          <a:p>
            <a:endParaRPr lang="en-US" noProof="0"/>
          </a:p>
        </p:txBody>
      </p:sp>
      <p:sp>
        <p:nvSpPr>
          <p:cNvPr id="37" name="Text 35"/>
          <p:cNvSpPr/>
          <p:nvPr/>
        </p:nvSpPr>
        <p:spPr>
          <a:xfrm>
            <a:off x="5577840" y="4292600"/>
            <a:ext cx="5760720" cy="292608"/>
          </a:xfrm>
          <a:prstGeom prst="rect">
            <a:avLst/>
          </a:prstGeom>
          <a:noFill/>
          <a:ln/>
        </p:spPr>
        <p:txBody>
          <a:bodyPr wrap="square" lIns="0" tIns="0" rIns="0" bIns="0" rtlCol="0" anchor="t"/>
          <a:lstStyle/>
          <a:p>
            <a:pPr marL="0" indent="0">
              <a:buNone/>
            </a:pPr>
            <a:r>
              <a:rPr lang="en-US" sz="1600" noProof="0">
                <a:solidFill>
                  <a:srgbClr val="F2F6FB"/>
                </a:solidFill>
                <a:latin typeface="Segoe UI Semibold" pitchFamily="34" charset="0"/>
                <a:ea typeface="Segoe UI Semibold" pitchFamily="34" charset="-122"/>
                <a:cs typeface="Segoe UI Semibold" pitchFamily="34" charset="-120"/>
              </a:rPr>
              <a:t>Synthesis prefetch</a:t>
            </a:r>
            <a:endParaRPr lang="en-US" sz="1600" noProof="0"/>
          </a:p>
        </p:txBody>
      </p:sp>
      <p:sp>
        <p:nvSpPr>
          <p:cNvPr id="38" name="Shape 36"/>
          <p:cNvSpPr/>
          <p:nvPr/>
        </p:nvSpPr>
        <p:spPr>
          <a:xfrm>
            <a:off x="736600" y="4851400"/>
            <a:ext cx="10731500" cy="939800"/>
          </a:xfrm>
          <a:prstGeom prst="roundRect">
            <a:avLst>
              <a:gd name="adj" fmla="val 9722"/>
            </a:avLst>
          </a:prstGeom>
          <a:solidFill>
            <a:srgbClr val="131E2E"/>
          </a:solidFill>
          <a:ln w="12700">
            <a:solidFill>
              <a:srgbClr val="26344A"/>
            </a:solidFill>
            <a:prstDash val="solid"/>
          </a:ln>
        </p:spPr>
        <p:txBody>
          <a:bodyPr/>
          <a:lstStyle/>
          <a:p>
            <a:endParaRPr lang="en-US" noProof="0"/>
          </a:p>
        </p:txBody>
      </p:sp>
      <p:sp>
        <p:nvSpPr>
          <p:cNvPr id="41" name="Text 39"/>
          <p:cNvSpPr/>
          <p:nvPr/>
        </p:nvSpPr>
        <p:spPr>
          <a:xfrm>
            <a:off x="736600" y="5842000"/>
            <a:ext cx="9906000" cy="215900"/>
          </a:xfrm>
          <a:prstGeom prst="rect">
            <a:avLst/>
          </a:prstGeom>
          <a:noFill/>
          <a:ln/>
        </p:spPr>
        <p:txBody>
          <a:bodyPr wrap="square" lIns="0" tIns="0" rIns="0" bIns="0" rtlCol="0" anchor="t"/>
          <a:lstStyle/>
          <a:p>
            <a:pPr marL="0" indent="0">
              <a:buNone/>
            </a:pPr>
            <a:r>
              <a:rPr lang="en-US" sz="1200" i="1" noProof="0">
                <a:solidFill>
                  <a:srgbClr val="8A97A9"/>
                </a:solidFill>
                <a:latin typeface="Segoe UI" pitchFamily="34" charset="0"/>
                <a:ea typeface="Segoe UI" pitchFamily="34" charset="-122"/>
                <a:cs typeface="Segoe UI" pitchFamily="34" charset="-120"/>
              </a:rPr>
              <a:t>The GUI and Robin's AI gesture model </a:t>
            </a:r>
            <a:r>
              <a:rPr lang="en-US" sz="1200" i="1" noProof="0" err="1">
                <a:solidFill>
                  <a:srgbClr val="8A97A9"/>
                </a:solidFill>
                <a:latin typeface="Segoe UI" pitchFamily="34" charset="0"/>
                <a:ea typeface="Segoe UI" pitchFamily="34" charset="-122"/>
                <a:cs typeface="Segoe UI" pitchFamily="34" charset="-120"/>
              </a:rPr>
              <a:t>ar</a:t>
            </a:r>
            <a:r>
              <a:rPr lang="en-US" sz="1200" i="1">
                <a:solidFill>
                  <a:srgbClr val="8A97A9"/>
                </a:solidFill>
                <a:latin typeface="Segoe UI" pitchFamily="34" charset="0"/>
                <a:ea typeface="Segoe UI" pitchFamily="34" charset="-122"/>
                <a:cs typeface="Segoe UI" pitchFamily="34" charset="-120"/>
              </a:rPr>
              <a:t>e also included.</a:t>
            </a:r>
            <a:endParaRPr lang="en-US" sz="1200" i="1" noProof="0">
              <a:solidFill>
                <a:srgbClr val="8A97A9"/>
              </a:solidFill>
              <a:latin typeface="Segoe UI" pitchFamily="34" charset="0"/>
              <a:ea typeface="Segoe UI" pitchFamily="34" charset="-122"/>
              <a:cs typeface="Segoe UI" pitchFamily="34" charset="-120"/>
            </a:endParaRPr>
          </a:p>
        </p:txBody>
      </p:sp>
      <p:sp>
        <p:nvSpPr>
          <p:cNvPr id="42"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a:t>
            </a:fld>
            <a:endParaRPr lang="en-US" noProof="0"/>
          </a:p>
        </p:txBody>
      </p:sp>
      <p:sp>
        <p:nvSpPr>
          <p:cNvPr id="300" name="Metric 300"/>
          <p:cNvSpPr/>
          <p:nvPr/>
        </p:nvSpPr>
        <p:spPr>
          <a:xfrm>
            <a:off x="914400" y="4978400"/>
            <a:ext cx="1968500" cy="165100"/>
          </a:xfrm>
          <a:prstGeom prst="rect">
            <a:avLst/>
          </a:prstGeom>
          <a:noFill/>
          <a:ln/>
        </p:spPr>
        <p:txBody>
          <a:bodyPr wrap="square" lIns="0" tIns="0" rIns="0" bIns="0" rtlCol="0" anchor="t"/>
          <a:lstStyle/>
          <a:p>
            <a:pPr marL="0" indent="0">
              <a:buNone/>
            </a:pPr>
            <a:r>
              <a:rPr lang="en-US" sz="1000" b="1" spc="100" noProof="0">
                <a:solidFill>
                  <a:srgbClr val="8A97A9"/>
                </a:solidFill>
                <a:latin typeface="Segoe UI" pitchFamily="34" charset="0"/>
                <a:ea typeface="Segoe UI" pitchFamily="34" charset="-122"/>
                <a:cs typeface="Segoe UI" pitchFamily="34" charset="-120"/>
              </a:rPr>
              <a:t>TTS VOICES</a:t>
            </a:r>
          </a:p>
        </p:txBody>
      </p:sp>
      <p:sp>
        <p:nvSpPr>
          <p:cNvPr id="301" name="Metric 301"/>
          <p:cNvSpPr/>
          <p:nvPr/>
        </p:nvSpPr>
        <p:spPr>
          <a:xfrm>
            <a:off x="914400" y="5181600"/>
            <a:ext cx="1968500" cy="27940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1 → </a:t>
            </a:r>
            <a:r>
              <a:rPr lang="en-US" sz="1600" b="1" noProof="0">
                <a:solidFill>
                  <a:srgbClr val="F2A93B"/>
                </a:solidFill>
                <a:latin typeface="Segoe UI Semibold" pitchFamily="34" charset="0"/>
                <a:ea typeface="Segoe UI Semibold" pitchFamily="34" charset="-122"/>
                <a:cs typeface="Segoe UI Semibold" pitchFamily="34" charset="-120"/>
              </a:rPr>
              <a:t>6</a:t>
            </a:r>
          </a:p>
        </p:txBody>
      </p:sp>
      <p:sp>
        <p:nvSpPr>
          <p:cNvPr id="302" name="Metric 302"/>
          <p:cNvSpPr/>
          <p:nvPr/>
        </p:nvSpPr>
        <p:spPr>
          <a:xfrm>
            <a:off x="914400" y="5486400"/>
            <a:ext cx="1968500" cy="254000"/>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espeak → six engines, auto fallback</a:t>
            </a:r>
          </a:p>
        </p:txBody>
      </p:sp>
      <p:sp>
        <p:nvSpPr>
          <p:cNvPr id="303" name="Metric 303"/>
          <p:cNvSpPr/>
          <p:nvPr/>
        </p:nvSpPr>
        <p:spPr>
          <a:xfrm>
            <a:off x="3048000" y="4978400"/>
            <a:ext cx="1968500" cy="165100"/>
          </a:xfrm>
          <a:prstGeom prst="rect">
            <a:avLst/>
          </a:prstGeom>
          <a:noFill/>
          <a:ln/>
        </p:spPr>
        <p:txBody>
          <a:bodyPr wrap="square" lIns="0" tIns="0" rIns="0" bIns="0" rtlCol="0" anchor="t"/>
          <a:lstStyle/>
          <a:p>
            <a:pPr marL="0" indent="0">
              <a:buNone/>
            </a:pPr>
            <a:r>
              <a:rPr lang="en-US" sz="1000" b="1" spc="100" noProof="0">
                <a:solidFill>
                  <a:srgbClr val="8A97A9"/>
                </a:solidFill>
                <a:latin typeface="Segoe UI" pitchFamily="34" charset="0"/>
                <a:ea typeface="Segoe UI" pitchFamily="34" charset="-122"/>
                <a:cs typeface="Segoe UI" pitchFamily="34" charset="-120"/>
              </a:rPr>
              <a:t>DESKTOP GUI</a:t>
            </a:r>
          </a:p>
        </p:txBody>
      </p:sp>
      <p:sp>
        <p:nvSpPr>
          <p:cNvPr id="304" name="Metric 304"/>
          <p:cNvSpPr/>
          <p:nvPr/>
        </p:nvSpPr>
        <p:spPr>
          <a:xfrm>
            <a:off x="3048000" y="5181600"/>
            <a:ext cx="1968500" cy="27940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none → </a:t>
            </a:r>
            <a:r>
              <a:rPr lang="en-US" sz="1600" b="1" noProof="0">
                <a:solidFill>
                  <a:srgbClr val="F2A93B"/>
                </a:solidFill>
                <a:latin typeface="Segoe UI Semibold" pitchFamily="34" charset="0"/>
                <a:ea typeface="Segoe UI Semibold" pitchFamily="34" charset="-122"/>
                <a:cs typeface="Segoe UI Semibold" pitchFamily="34" charset="-120"/>
              </a:rPr>
              <a:t>yes</a:t>
            </a:r>
          </a:p>
        </p:txBody>
      </p:sp>
      <p:sp>
        <p:nvSpPr>
          <p:cNvPr id="305" name="Metric 305"/>
          <p:cNvSpPr/>
          <p:nvPr/>
        </p:nvSpPr>
        <p:spPr>
          <a:xfrm>
            <a:off x="3048000" y="5486400"/>
            <a:ext cx="1968500" cy="254000"/>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Avalonia, cross-platform client</a:t>
            </a:r>
          </a:p>
        </p:txBody>
      </p:sp>
      <p:sp>
        <p:nvSpPr>
          <p:cNvPr id="306" name="Metric 306"/>
          <p:cNvSpPr/>
          <p:nvPr/>
        </p:nvSpPr>
        <p:spPr>
          <a:xfrm>
            <a:off x="5181600" y="4978400"/>
            <a:ext cx="1968500" cy="165100"/>
          </a:xfrm>
          <a:prstGeom prst="rect">
            <a:avLst/>
          </a:prstGeom>
          <a:noFill/>
          <a:ln/>
        </p:spPr>
        <p:txBody>
          <a:bodyPr wrap="square" lIns="0" tIns="0" rIns="0" bIns="0" rtlCol="0" anchor="t"/>
          <a:lstStyle/>
          <a:p>
            <a:pPr marL="0" indent="0">
              <a:buNone/>
            </a:pPr>
            <a:r>
              <a:rPr lang="en-US" sz="1000" b="1" spc="100" noProof="0">
                <a:solidFill>
                  <a:srgbClr val="8A97A9"/>
                </a:solidFill>
                <a:latin typeface="Segoe UI" pitchFamily="34" charset="0"/>
                <a:ea typeface="Segoe UI" pitchFamily="34" charset="-122"/>
                <a:cs typeface="Segoe UI" pitchFamily="34" charset="-120"/>
              </a:rPr>
              <a:t>AUTOMATED TESTS</a:t>
            </a:r>
          </a:p>
        </p:txBody>
      </p:sp>
      <p:sp>
        <p:nvSpPr>
          <p:cNvPr id="307" name="Metric 307"/>
          <p:cNvSpPr/>
          <p:nvPr/>
        </p:nvSpPr>
        <p:spPr>
          <a:xfrm>
            <a:off x="5181600" y="5181600"/>
            <a:ext cx="1968500" cy="27940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0 → </a:t>
            </a:r>
            <a:r>
              <a:rPr lang="en-US" sz="1600" b="1" noProof="0">
                <a:solidFill>
                  <a:srgbClr val="F2A93B"/>
                </a:solidFill>
                <a:latin typeface="Segoe UI Semibold" pitchFamily="34" charset="0"/>
                <a:ea typeface="Segoe UI Semibold" pitchFamily="34" charset="-122"/>
                <a:cs typeface="Segoe UI Semibold" pitchFamily="34" charset="-120"/>
              </a:rPr>
              <a:t>29</a:t>
            </a:r>
          </a:p>
        </p:txBody>
      </p:sp>
      <p:sp>
        <p:nvSpPr>
          <p:cNvPr id="308" name="Metric 308"/>
          <p:cNvSpPr/>
          <p:nvPr/>
        </p:nvSpPr>
        <p:spPr>
          <a:xfrm>
            <a:off x="5181600" y="5486400"/>
            <a:ext cx="1968500" cy="254000"/>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incl. agentic work</a:t>
            </a:r>
          </a:p>
        </p:txBody>
      </p:sp>
      <p:sp>
        <p:nvSpPr>
          <p:cNvPr id="309" name="Metric 309"/>
          <p:cNvSpPr/>
          <p:nvPr/>
        </p:nvSpPr>
        <p:spPr>
          <a:xfrm>
            <a:off x="7315200" y="4978400"/>
            <a:ext cx="1968500" cy="165100"/>
          </a:xfrm>
          <a:prstGeom prst="rect">
            <a:avLst/>
          </a:prstGeom>
          <a:noFill/>
          <a:ln/>
        </p:spPr>
        <p:txBody>
          <a:bodyPr wrap="square" lIns="0" tIns="0" rIns="0" bIns="0" rtlCol="0" anchor="t"/>
          <a:lstStyle/>
          <a:p>
            <a:pPr marL="0" indent="0">
              <a:buNone/>
            </a:pPr>
            <a:r>
              <a:rPr lang="en-US" sz="1000" b="1" spc="100" noProof="0">
                <a:solidFill>
                  <a:srgbClr val="8A97A9"/>
                </a:solidFill>
                <a:latin typeface="Segoe UI" pitchFamily="34" charset="0"/>
                <a:ea typeface="Segoe UI" pitchFamily="34" charset="-122"/>
                <a:cs typeface="Segoe UI" pitchFamily="34" charset="-120"/>
              </a:rPr>
              <a:t>PLATFORMS</a:t>
            </a:r>
          </a:p>
        </p:txBody>
      </p:sp>
      <p:sp>
        <p:nvSpPr>
          <p:cNvPr id="310" name="Metric 310"/>
          <p:cNvSpPr/>
          <p:nvPr/>
        </p:nvSpPr>
        <p:spPr>
          <a:xfrm>
            <a:off x="7315200" y="5181600"/>
            <a:ext cx="1968500" cy="27940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1 → </a:t>
            </a:r>
            <a:r>
              <a:rPr lang="en-US" sz="1600" b="1" noProof="0">
                <a:solidFill>
                  <a:srgbClr val="F2A93B"/>
                </a:solidFill>
                <a:latin typeface="Segoe UI Semibold" pitchFamily="34" charset="0"/>
                <a:ea typeface="Segoe UI Semibold" pitchFamily="34" charset="-122"/>
                <a:cs typeface="Segoe UI Semibold" pitchFamily="34" charset="-120"/>
              </a:rPr>
              <a:t>3</a:t>
            </a:r>
          </a:p>
        </p:txBody>
      </p:sp>
      <p:sp>
        <p:nvSpPr>
          <p:cNvPr id="311" name="Metric 311"/>
          <p:cNvSpPr/>
          <p:nvPr/>
        </p:nvSpPr>
        <p:spPr>
          <a:xfrm>
            <a:off x="7315200" y="5486400"/>
            <a:ext cx="1968500" cy="254000"/>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Windows · Linux · Pi</a:t>
            </a:r>
          </a:p>
        </p:txBody>
      </p:sp>
      <p:sp>
        <p:nvSpPr>
          <p:cNvPr id="312" name="Metric 312"/>
          <p:cNvSpPr/>
          <p:nvPr/>
        </p:nvSpPr>
        <p:spPr>
          <a:xfrm>
            <a:off x="9448800" y="4978400"/>
            <a:ext cx="1968500" cy="165100"/>
          </a:xfrm>
          <a:prstGeom prst="rect">
            <a:avLst/>
          </a:prstGeom>
          <a:noFill/>
          <a:ln/>
        </p:spPr>
        <p:txBody>
          <a:bodyPr wrap="square" lIns="0" tIns="0" rIns="0" bIns="0" rtlCol="0" anchor="t"/>
          <a:lstStyle/>
          <a:p>
            <a:pPr marL="0" indent="0">
              <a:buNone/>
            </a:pPr>
            <a:r>
              <a:rPr lang="en-US" sz="1000" b="1" spc="100" noProof="0">
                <a:solidFill>
                  <a:srgbClr val="8A97A9"/>
                </a:solidFill>
                <a:latin typeface="Segoe UI" pitchFamily="34" charset="0"/>
                <a:ea typeface="Segoe UI" pitchFamily="34" charset="-122"/>
                <a:cs typeface="Segoe UI" pitchFamily="34" charset="-120"/>
              </a:rPr>
              <a:t>MACHINE SETUP</a:t>
            </a:r>
          </a:p>
        </p:txBody>
      </p:sp>
      <p:sp>
        <p:nvSpPr>
          <p:cNvPr id="313" name="Metric 313"/>
          <p:cNvSpPr/>
          <p:nvPr/>
        </p:nvSpPr>
        <p:spPr>
          <a:xfrm>
            <a:off x="9448800" y="5181600"/>
            <a:ext cx="1968500" cy="27940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by hand → </a:t>
            </a:r>
            <a:r>
              <a:rPr lang="en-US" sz="1600" b="1" noProof="0">
                <a:solidFill>
                  <a:srgbClr val="F2A93B"/>
                </a:solidFill>
                <a:latin typeface="Segoe UI Semibold" pitchFamily="34" charset="0"/>
                <a:ea typeface="Segoe UI Semibold" pitchFamily="34" charset="-122"/>
                <a:cs typeface="Segoe UI Semibold" pitchFamily="34" charset="-120"/>
              </a:rPr>
              <a:t>1 button</a:t>
            </a:r>
          </a:p>
        </p:txBody>
      </p:sp>
      <p:sp>
        <p:nvSpPr>
          <p:cNvPr id="314" name="Metric 314"/>
          <p:cNvSpPr/>
          <p:nvPr/>
        </p:nvSpPr>
        <p:spPr>
          <a:xfrm>
            <a:off x="9448800" y="5486400"/>
            <a:ext cx="1968500" cy="254000"/>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for the core setup</a:t>
            </a:r>
          </a:p>
        </p:txBody>
      </p:sp>
    </p:spTree>
    <p:extLst>
      <p:ext uri="{BB962C8B-B14F-4D97-AF65-F5344CB8AC3E}">
        <p14:creationId xmlns:p14="http://schemas.microsoft.com/office/powerpoint/2010/main" val="346621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F87D-1298-DD68-ABDA-CD2FBD9217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868B70-1285-CBA6-A243-709A2DD2829A}"/>
              </a:ext>
            </a:extLst>
          </p:cNvPr>
          <p:cNvSpPr/>
          <p:nvPr/>
        </p:nvSpPr>
        <p:spPr>
          <a:xfrm>
            <a:off x="731520" y="1828800"/>
            <a:ext cx="1263701" cy="310896"/>
          </a:xfrm>
          <a:prstGeom prst="roundRect">
            <a:avLst>
              <a:gd name="adj" fmla="val 147059"/>
            </a:avLst>
          </a:prstGeom>
          <a:solidFill>
            <a:srgbClr val="0F1826"/>
          </a:solidFill>
          <a:ln w="12700">
            <a:solidFill>
              <a:srgbClr val="F2A93B"/>
            </a:solidFill>
            <a:prstDash val="solid"/>
          </a:ln>
        </p:spPr>
        <p:txBody>
          <a:bodyPr/>
          <a:lstStyle/>
          <a:p>
            <a:endParaRPr lang="en-US" noProof="0"/>
          </a:p>
        </p:txBody>
      </p:sp>
      <p:sp>
        <p:nvSpPr>
          <p:cNvPr id="3" name="Text 1">
            <a:extLst>
              <a:ext uri="{FF2B5EF4-FFF2-40B4-BE49-F238E27FC236}">
                <a16:creationId xmlns:a16="http://schemas.microsoft.com/office/drawing/2014/main" id="{007230F1-40AE-ECB1-C0B4-8B28A43C031D}"/>
              </a:ext>
            </a:extLst>
          </p:cNvPr>
          <p:cNvSpPr/>
          <p:nvPr/>
        </p:nvSpPr>
        <p:spPr>
          <a:xfrm>
            <a:off x="731520" y="1892808"/>
            <a:ext cx="1263701" cy="182880"/>
          </a:xfrm>
          <a:prstGeom prst="rect">
            <a:avLst/>
          </a:prstGeom>
          <a:noFill/>
          <a:ln/>
        </p:spPr>
        <p:txBody>
          <a:bodyPr wrap="square" lIns="0" tIns="0" rIns="0" bIns="0" rtlCol="0" anchor="t"/>
          <a:lstStyle/>
          <a:p>
            <a:pPr marL="0" indent="0" algn="ctr">
              <a:buNone/>
            </a:pPr>
            <a:r>
              <a:rPr lang="en-US" sz="1050" b="1" kern="0" spc="110" noProof="0">
                <a:solidFill>
                  <a:schemeClr val="accent2"/>
                </a:solidFill>
                <a:latin typeface="Segoe UI" pitchFamily="34" charset="0"/>
                <a:ea typeface="Segoe UI" pitchFamily="34" charset="-122"/>
                <a:cs typeface="Segoe UI" pitchFamily="34" charset="-120"/>
              </a:rPr>
              <a:t>Part One</a:t>
            </a:r>
            <a:endParaRPr lang="en-US" sz="1050" noProof="0">
              <a:solidFill>
                <a:schemeClr val="accent2"/>
              </a:solidFill>
            </a:endParaRPr>
          </a:p>
        </p:txBody>
      </p:sp>
      <p:sp>
        <p:nvSpPr>
          <p:cNvPr id="4" name="Text 2">
            <a:extLst>
              <a:ext uri="{FF2B5EF4-FFF2-40B4-BE49-F238E27FC236}">
                <a16:creationId xmlns:a16="http://schemas.microsoft.com/office/drawing/2014/main" id="{3CB13414-3B87-66C3-03B0-457C2D42AFC1}"/>
              </a:ext>
            </a:extLst>
          </p:cNvPr>
          <p:cNvSpPr/>
          <p:nvPr/>
        </p:nvSpPr>
        <p:spPr>
          <a:xfrm>
            <a:off x="731520" y="2331720"/>
            <a:ext cx="7863840" cy="1371600"/>
          </a:xfrm>
          <a:prstGeom prst="rect">
            <a:avLst/>
          </a:prstGeom>
          <a:noFill/>
          <a:ln/>
        </p:spPr>
        <p:txBody>
          <a:bodyPr wrap="square" lIns="0" tIns="0" rIns="0" bIns="0" rtlCol="0" anchor="t"/>
          <a:lstStyle/>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Architecture, LLM </a:t>
            </a:r>
          </a:p>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and more</a:t>
            </a:r>
            <a:endParaRPr lang="en-US" sz="4400" noProof="0"/>
          </a:p>
        </p:txBody>
      </p:sp>
      <p:sp>
        <p:nvSpPr>
          <p:cNvPr id="5" name="Text 3">
            <a:extLst>
              <a:ext uri="{FF2B5EF4-FFF2-40B4-BE49-F238E27FC236}">
                <a16:creationId xmlns:a16="http://schemas.microsoft.com/office/drawing/2014/main" id="{E41ABCC5-5DBA-E1E3-5FA4-9382A69FE2BB}"/>
              </a:ext>
            </a:extLst>
          </p:cNvPr>
          <p:cNvSpPr/>
          <p:nvPr/>
        </p:nvSpPr>
        <p:spPr>
          <a:xfrm>
            <a:off x="731520" y="3840480"/>
            <a:ext cx="7863840" cy="402336"/>
          </a:xfrm>
          <a:prstGeom prst="rect">
            <a:avLst/>
          </a:prstGeom>
          <a:noFill/>
          <a:ln/>
        </p:spPr>
        <p:txBody>
          <a:bodyPr wrap="square" lIns="0" tIns="0" rIns="0" bIns="0" rtlCol="0" anchor="t"/>
          <a:lstStyle/>
          <a:p>
            <a:pPr marL="0" indent="0">
              <a:buNone/>
            </a:pPr>
            <a:r>
              <a:rPr lang="en-US" sz="2000">
                <a:solidFill>
                  <a:schemeClr val="accent2"/>
                </a:solidFill>
                <a:latin typeface="Segoe UI"/>
                <a:ea typeface="Calibri" panose="020F0502020204030204"/>
                <a:cs typeface="Segoe UI"/>
              </a:rPr>
              <a:t>Sebastian &amp; </a:t>
            </a:r>
            <a:r>
              <a:rPr lang="en-US" sz="2000">
                <a:solidFill>
                  <a:srgbClr val="92D050"/>
                </a:solidFill>
                <a:latin typeface="Segoe UI"/>
                <a:ea typeface="Calibri" panose="020F0502020204030204"/>
                <a:cs typeface="Segoe UI"/>
              </a:rPr>
              <a:t>Jason</a:t>
            </a:r>
            <a:endParaRPr lang="en-US" sz="2000" noProof="0">
              <a:solidFill>
                <a:srgbClr val="92D050"/>
              </a:solidFill>
              <a:latin typeface="Segoe UI"/>
              <a:ea typeface="Calibri" panose="020F0502020204030204"/>
              <a:cs typeface="Segoe UI"/>
            </a:endParaRPr>
          </a:p>
        </p:txBody>
      </p:sp>
      <p:sp>
        <p:nvSpPr>
          <p:cNvPr id="6" name="Text 4">
            <a:extLst>
              <a:ext uri="{FF2B5EF4-FFF2-40B4-BE49-F238E27FC236}">
                <a16:creationId xmlns:a16="http://schemas.microsoft.com/office/drawing/2014/main" id="{FFB80EE8-3BF9-174F-B79F-5CB5B6F75D8D}"/>
              </a:ext>
            </a:extLst>
          </p:cNvPr>
          <p:cNvSpPr/>
          <p:nvPr/>
        </p:nvSpPr>
        <p:spPr>
          <a:xfrm>
            <a:off x="731520" y="4315968"/>
            <a:ext cx="7863840" cy="457200"/>
          </a:xfrm>
          <a:prstGeom prst="rect">
            <a:avLst/>
          </a:prstGeom>
          <a:noFill/>
          <a:ln/>
        </p:spPr>
        <p:txBody>
          <a:bodyPr wrap="square" lIns="0" tIns="0" rIns="0" bIns="0" rtlCol="0" anchor="t"/>
          <a:lstStyle/>
          <a:p>
            <a:pPr marL="0" indent="0">
              <a:lnSpc>
                <a:spcPct val="110000"/>
              </a:lnSpc>
              <a:buNone/>
            </a:pPr>
            <a:endParaRPr lang="en-US" sz="1450" noProof="0">
              <a:solidFill>
                <a:srgbClr val="8A97A9"/>
              </a:solidFill>
              <a:latin typeface="Segoe UI"/>
              <a:cs typeface="Segoe UI"/>
            </a:endParaRPr>
          </a:p>
        </p:txBody>
      </p:sp>
      <p:sp>
        <p:nvSpPr>
          <p:cNvPr id="7" name="Shape 5">
            <a:extLst>
              <a:ext uri="{FF2B5EF4-FFF2-40B4-BE49-F238E27FC236}">
                <a16:creationId xmlns:a16="http://schemas.microsoft.com/office/drawing/2014/main" id="{987B4956-1FF4-5C49-1BC2-75646DBF4EE5}"/>
              </a:ext>
            </a:extLst>
          </p:cNvPr>
          <p:cNvSpPr/>
          <p:nvPr/>
        </p:nvSpPr>
        <p:spPr>
          <a:xfrm>
            <a:off x="8123426" y="2194560"/>
            <a:ext cx="3196121" cy="2651760"/>
          </a:xfrm>
          <a:prstGeom prst="roundRect">
            <a:avLst>
              <a:gd name="adj" fmla="val 2827"/>
            </a:avLst>
          </a:prstGeom>
          <a:solidFill>
            <a:srgbClr val="0B1320"/>
          </a:solidFill>
          <a:ln w="12700">
            <a:solidFill>
              <a:srgbClr val="4C9AFF"/>
            </a:solidFill>
            <a:prstDash val="dash"/>
          </a:ln>
        </p:spPr>
        <p:txBody>
          <a:bodyPr/>
          <a:lstStyle/>
          <a:p>
            <a:endParaRPr lang="en-US" noProof="0"/>
          </a:p>
        </p:txBody>
      </p:sp>
      <p:sp>
        <p:nvSpPr>
          <p:cNvPr id="9" name="Text 7">
            <a:extLst>
              <a:ext uri="{FF2B5EF4-FFF2-40B4-BE49-F238E27FC236}">
                <a16:creationId xmlns:a16="http://schemas.microsoft.com/office/drawing/2014/main" id="{6155C069-163F-F0CE-07E5-513F0F853B9D}"/>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a:t>
            </a:r>
            <a:endParaRPr lang="en-US" sz="1000" noProof="0"/>
          </a:p>
        </p:txBody>
      </p:sp>
      <p:sp>
        <p:nvSpPr>
          <p:cNvPr id="10" name="Shape 8">
            <a:extLst>
              <a:ext uri="{FF2B5EF4-FFF2-40B4-BE49-F238E27FC236}">
                <a16:creationId xmlns:a16="http://schemas.microsoft.com/office/drawing/2014/main" id="{60F3D5AA-79FC-E18C-978E-25AE7E192DF8}"/>
              </a:ext>
            </a:extLst>
          </p:cNvPr>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a:extLst>
              <a:ext uri="{FF2B5EF4-FFF2-40B4-BE49-F238E27FC236}">
                <a16:creationId xmlns:a16="http://schemas.microsoft.com/office/drawing/2014/main" id="{1C2CE78D-50C2-B6CB-7502-EF70DEB6AC0C}"/>
              </a:ext>
            </a:extLst>
          </p:cNvPr>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a:extLst>
              <a:ext uri="{FF2B5EF4-FFF2-40B4-BE49-F238E27FC236}">
                <a16:creationId xmlns:a16="http://schemas.microsoft.com/office/drawing/2014/main" id="{2DD0A15E-7ACA-5365-10C0-93CC7BEA6DD9}"/>
              </a:ext>
            </a:extLst>
          </p:cNvPr>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a:extLst>
              <a:ext uri="{FF2B5EF4-FFF2-40B4-BE49-F238E27FC236}">
                <a16:creationId xmlns:a16="http://schemas.microsoft.com/office/drawing/2014/main" id="{2F012300-14F1-3B3F-84E1-47087A21F570}"/>
              </a:ext>
            </a:extLst>
          </p:cNvPr>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4" name="Shape 12">
            <a:extLst>
              <a:ext uri="{FF2B5EF4-FFF2-40B4-BE49-F238E27FC236}">
                <a16:creationId xmlns:a16="http://schemas.microsoft.com/office/drawing/2014/main" id="{AB31B191-D79E-76CC-0AB0-D72F07AADF5D}"/>
              </a:ext>
            </a:extLst>
          </p:cNvPr>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5" name="Shape 13">
            <a:extLst>
              <a:ext uri="{FF2B5EF4-FFF2-40B4-BE49-F238E27FC236}">
                <a16:creationId xmlns:a16="http://schemas.microsoft.com/office/drawing/2014/main" id="{B1737D11-CF83-0214-FCEF-1398060852CB}"/>
              </a:ext>
            </a:extLst>
          </p:cNvPr>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25" name="Slide Number Placeholder 0">
            <a:extLst>
              <a:ext uri="{FF2B5EF4-FFF2-40B4-BE49-F238E27FC236}">
                <a16:creationId xmlns:a16="http://schemas.microsoft.com/office/drawing/2014/main" id="{49A1C5F2-5F7E-CFC1-7509-2BD270B1DE25}"/>
              </a:ext>
            </a:extLst>
          </p:cNvPr>
          <p:cNvSpPr>
            <a:spLocks noGrp="1"/>
          </p:cNvSpPr>
          <p:nvPr>
            <p:ph type="sldNum" sz="quarter" idx="4294967295"/>
          </p:nvPr>
        </p:nvSpPr>
        <p:spPr>
          <a:xfrm>
            <a:off x="10820094" y="6126480"/>
            <a:ext cx="1020213" cy="475488"/>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r>
              <a:rPr lang="en-US"/>
              <a:t>Imagine a page number here</a:t>
            </a:r>
            <a:endParaRPr lang="en-US" noProof="0"/>
          </a:p>
        </p:txBody>
      </p:sp>
      <p:pic>
        <p:nvPicPr>
          <p:cNvPr id="19" name="Graphic 18" descr="Rabbit with solid fill">
            <a:extLst>
              <a:ext uri="{FF2B5EF4-FFF2-40B4-BE49-F238E27FC236}">
                <a16:creationId xmlns:a16="http://schemas.microsoft.com/office/drawing/2014/main" id="{09C8DFF9-9F81-B1EA-208C-E47F095CA2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0302" y="1984248"/>
            <a:ext cx="2922367" cy="2922367"/>
          </a:xfrm>
          <a:prstGeom prst="rect">
            <a:avLst/>
          </a:prstGeom>
        </p:spPr>
      </p:pic>
    </p:spTree>
    <p:extLst>
      <p:ext uri="{BB962C8B-B14F-4D97-AF65-F5344CB8AC3E}">
        <p14:creationId xmlns:p14="http://schemas.microsoft.com/office/powerpoint/2010/main" val="544348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457200"/>
            <a:ext cx="1062076"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SPEECH</a:t>
            </a:r>
            <a:endParaRPr lang="en-US" sz="1050" noProof="0">
              <a:solidFill>
                <a:srgbClr val="5FD08A"/>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err="1">
                <a:solidFill>
                  <a:srgbClr val="F2F6FB"/>
                </a:solidFill>
                <a:latin typeface="Segoe UI Semibold" pitchFamily="34" charset="0"/>
                <a:ea typeface="Segoe UI Semibold" pitchFamily="34" charset="-122"/>
                <a:cs typeface="Segoe UI Semibold" pitchFamily="34" charset="-120"/>
              </a:rPr>
              <a:t>ohbot.say</a:t>
            </a:r>
            <a:r>
              <a:rPr lang="en-US" sz="4000" noProof="0">
                <a:solidFill>
                  <a:srgbClr val="F2F6FB"/>
                </a:solidFill>
                <a:latin typeface="Segoe UI Semibold" pitchFamily="34" charset="0"/>
                <a:ea typeface="Segoe UI Semibold" pitchFamily="34" charset="-122"/>
                <a:cs typeface="Segoe UI Semibold" pitchFamily="34" charset="-120"/>
              </a:rPr>
              <a:t>() is gone</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err="1">
                <a:solidFill>
                  <a:srgbClr val="8A97A9"/>
                </a:solidFill>
                <a:latin typeface="Segoe UI" pitchFamily="34" charset="0"/>
                <a:ea typeface="Segoe UI" pitchFamily="34" charset="-122"/>
                <a:cs typeface="Segoe UI" pitchFamily="34" charset="-120"/>
              </a:rPr>
              <a:t>src</a:t>
            </a:r>
            <a:r>
              <a:rPr lang="en-US" sz="1550" i="1" noProof="0">
                <a:solidFill>
                  <a:srgbClr val="8A97A9"/>
                </a:solidFill>
                <a:latin typeface="Segoe UI" pitchFamily="34" charset="0"/>
                <a:ea typeface="Segoe UI" pitchFamily="34" charset="-122"/>
                <a:cs typeface="Segoe UI" pitchFamily="34" charset="-120"/>
              </a:rPr>
              <a:t>/</a:t>
            </a:r>
            <a:r>
              <a:rPr lang="en-US" sz="1550" i="1" noProof="0" err="1">
                <a:solidFill>
                  <a:srgbClr val="8A97A9"/>
                </a:solidFill>
                <a:latin typeface="Segoe UI" pitchFamily="34" charset="0"/>
                <a:ea typeface="Segoe UI" pitchFamily="34" charset="-122"/>
                <a:cs typeface="Segoe UI" pitchFamily="34" charset="-120"/>
              </a:rPr>
              <a:t>obot</a:t>
            </a:r>
            <a:r>
              <a:rPr lang="en-US" sz="1550" i="1" noProof="0">
                <a:solidFill>
                  <a:srgbClr val="8A97A9"/>
                </a:solidFill>
                <a:latin typeface="Segoe UI" pitchFamily="34" charset="0"/>
                <a:ea typeface="Segoe UI" pitchFamily="34" charset="-122"/>
                <a:cs typeface="Segoe UI" pitchFamily="34" charset="-120"/>
              </a:rPr>
              <a:t>/speech/ did not exist in June. </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286000"/>
            <a:ext cx="5230368" cy="3200400"/>
          </a:xfrm>
          <a:prstGeom prst="roundRect">
            <a:avLst>
              <a:gd name="adj" fmla="val 2000"/>
            </a:avLst>
          </a:prstGeom>
          <a:solidFill>
            <a:srgbClr val="0F1826"/>
          </a:solidFill>
          <a:ln w="12700">
            <a:solidFill>
              <a:srgbClr val="26344A"/>
            </a:solidFill>
            <a:prstDash val="solid"/>
          </a:ln>
        </p:spPr>
        <p:txBody>
          <a:bodyPr/>
          <a:lstStyle/>
          <a:p>
            <a:endParaRPr lang="en-US" noProof="0"/>
          </a:p>
        </p:txBody>
      </p:sp>
      <p:sp>
        <p:nvSpPr>
          <p:cNvPr id="14" name="Shape 12"/>
          <p:cNvSpPr/>
          <p:nvPr/>
        </p:nvSpPr>
        <p:spPr>
          <a:xfrm>
            <a:off x="6227064" y="2286000"/>
            <a:ext cx="5230368" cy="3200400"/>
          </a:xfrm>
          <a:prstGeom prst="roundRect">
            <a:avLst>
              <a:gd name="adj" fmla="val 2000"/>
            </a:avLst>
          </a:prstGeom>
          <a:solidFill>
            <a:srgbClr val="131E2E"/>
          </a:solidFill>
          <a:ln w="12700">
            <a:solidFill>
              <a:srgbClr val="F2A93B"/>
            </a:solidFill>
            <a:prstDash val="solid"/>
          </a:ln>
        </p:spPr>
        <p:txBody>
          <a:bodyPr/>
          <a:lstStyle/>
          <a:p>
            <a:endParaRPr lang="en-US" noProof="0"/>
          </a:p>
        </p:txBody>
      </p:sp>
      <p:sp>
        <p:nvSpPr>
          <p:cNvPr id="15" name="Shape 13"/>
          <p:cNvSpPr/>
          <p:nvPr/>
        </p:nvSpPr>
        <p:spPr>
          <a:xfrm>
            <a:off x="969264" y="2487168"/>
            <a:ext cx="1005840" cy="274320"/>
          </a:xfrm>
          <a:prstGeom prst="roundRect">
            <a:avLst>
              <a:gd name="adj" fmla="val 166667"/>
            </a:avLst>
          </a:prstGeom>
          <a:solidFill>
            <a:srgbClr val="0F1826"/>
          </a:solidFill>
          <a:ln w="12700">
            <a:solidFill>
              <a:srgbClr val="8A97A9"/>
            </a:solidFill>
            <a:prstDash val="solid"/>
          </a:ln>
        </p:spPr>
        <p:txBody>
          <a:bodyPr/>
          <a:lstStyle/>
          <a:p>
            <a:endParaRPr lang="en-US" noProof="0"/>
          </a:p>
        </p:txBody>
      </p:sp>
      <p:sp>
        <p:nvSpPr>
          <p:cNvPr id="16" name="Text 14"/>
          <p:cNvSpPr/>
          <p:nvPr/>
        </p:nvSpPr>
        <p:spPr>
          <a:xfrm>
            <a:off x="969264" y="2532888"/>
            <a:ext cx="1005840" cy="182880"/>
          </a:xfrm>
          <a:prstGeom prst="rect">
            <a:avLst/>
          </a:prstGeom>
          <a:noFill/>
          <a:ln/>
        </p:spPr>
        <p:txBody>
          <a:bodyPr wrap="square" lIns="0" tIns="0" rIns="0" bIns="0" rtlCol="0" anchor="t"/>
          <a:lstStyle/>
          <a:p>
            <a:pPr marL="0" indent="0" algn="ctr">
              <a:buNone/>
            </a:pPr>
            <a:r>
              <a:rPr lang="en-US" sz="950" b="1" kern="0" spc="110" noProof="0">
                <a:solidFill>
                  <a:srgbClr val="8A97A9"/>
                </a:solidFill>
                <a:latin typeface="Segoe UI" pitchFamily="34" charset="0"/>
                <a:ea typeface="Segoe UI" pitchFamily="34" charset="-122"/>
                <a:cs typeface="Segoe UI" pitchFamily="34" charset="-120"/>
              </a:rPr>
              <a:t>MIDTERM</a:t>
            </a:r>
            <a:endParaRPr lang="en-US" sz="950" noProof="0"/>
          </a:p>
        </p:txBody>
      </p:sp>
      <p:sp>
        <p:nvSpPr>
          <p:cNvPr id="17" name="Shape 15"/>
          <p:cNvSpPr/>
          <p:nvPr/>
        </p:nvSpPr>
        <p:spPr>
          <a:xfrm>
            <a:off x="6464808" y="2487168"/>
            <a:ext cx="731520"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18" name="Text 16"/>
          <p:cNvSpPr/>
          <p:nvPr/>
        </p:nvSpPr>
        <p:spPr>
          <a:xfrm>
            <a:off x="6464808" y="2532888"/>
            <a:ext cx="731520" cy="182880"/>
          </a:xfrm>
          <a:prstGeom prst="rect">
            <a:avLst/>
          </a:prstGeom>
          <a:noFill/>
          <a:ln/>
        </p:spPr>
        <p:txBody>
          <a:bodyPr wrap="square" lIns="0" tIns="0" rIns="0" bIns="0" rtlCol="0" anchor="t"/>
          <a:lstStyle/>
          <a:p>
            <a:pPr marL="0" indent="0" algn="ctr">
              <a:buNone/>
            </a:pPr>
            <a:r>
              <a:rPr lang="en-US" sz="950" b="1" kern="0" spc="110" noProof="0">
                <a:solidFill>
                  <a:srgbClr val="F2A93B"/>
                </a:solidFill>
                <a:latin typeface="Segoe UI" pitchFamily="34" charset="0"/>
                <a:ea typeface="Segoe UI" pitchFamily="34" charset="-122"/>
                <a:cs typeface="Segoe UI" pitchFamily="34" charset="-120"/>
              </a:rPr>
              <a:t>NOW</a:t>
            </a:r>
            <a:endParaRPr lang="en-US" sz="950" noProof="0"/>
          </a:p>
        </p:txBody>
      </p:sp>
      <p:sp>
        <p:nvSpPr>
          <p:cNvPr id="19" name="Shape 17"/>
          <p:cNvSpPr/>
          <p:nvPr/>
        </p:nvSpPr>
        <p:spPr>
          <a:xfrm>
            <a:off x="969264" y="2944368"/>
            <a:ext cx="4754880" cy="495808"/>
          </a:xfrm>
          <a:prstGeom prst="roundRect">
            <a:avLst>
              <a:gd name="adj" fmla="val 9221"/>
            </a:avLst>
          </a:prstGeom>
          <a:solidFill>
            <a:srgbClr val="0F1826"/>
          </a:solidFill>
          <a:ln w="12700">
            <a:solidFill>
              <a:srgbClr val="26344A"/>
            </a:solidFill>
            <a:prstDash val="solid"/>
          </a:ln>
        </p:spPr>
        <p:txBody>
          <a:bodyPr/>
          <a:lstStyle/>
          <a:p>
            <a:endParaRPr lang="en-US" noProof="0"/>
          </a:p>
        </p:txBody>
      </p:sp>
      <p:sp>
        <p:nvSpPr>
          <p:cNvPr id="20" name="Text 18"/>
          <p:cNvSpPr/>
          <p:nvPr/>
        </p:nvSpPr>
        <p:spPr>
          <a:xfrm>
            <a:off x="1115568" y="3090672"/>
            <a:ext cx="4462272" cy="258064"/>
          </a:xfrm>
          <a:prstGeom prst="rect">
            <a:avLst/>
          </a:prstGeom>
          <a:noFill/>
          <a:ln/>
        </p:spPr>
        <p:txBody>
          <a:bodyPr wrap="square" lIns="0" tIns="0" rIns="0" bIns="0" rtlCol="0" anchor="t"/>
          <a:lstStyle/>
          <a:p>
            <a:pPr marL="0" indent="0">
              <a:buNone/>
            </a:pPr>
            <a:r>
              <a:rPr lang="en-US" sz="1250" noProof="0" err="1">
                <a:solidFill>
                  <a:srgbClr val="8A97A9"/>
                </a:solidFill>
                <a:latin typeface="Consolas" pitchFamily="34" charset="0"/>
                <a:ea typeface="Consolas" pitchFamily="34" charset="-122"/>
                <a:cs typeface="Consolas" pitchFamily="34" charset="-120"/>
              </a:rPr>
              <a:t>ohbot.say</a:t>
            </a:r>
            <a:r>
              <a:rPr lang="en-US" sz="1250" noProof="0">
                <a:solidFill>
                  <a:srgbClr val="8A97A9"/>
                </a:solidFill>
                <a:latin typeface="Consolas" pitchFamily="34" charset="0"/>
                <a:ea typeface="Consolas" pitchFamily="34" charset="-122"/>
                <a:cs typeface="Consolas" pitchFamily="34" charset="-120"/>
              </a:rPr>
              <a:t>(sentence, False, True)</a:t>
            </a:r>
            <a:endParaRPr lang="en-US" sz="1250" noProof="0"/>
          </a:p>
        </p:txBody>
      </p:sp>
      <p:sp>
        <p:nvSpPr>
          <p:cNvPr id="21" name="Shape 19"/>
          <p:cNvSpPr/>
          <p:nvPr/>
        </p:nvSpPr>
        <p:spPr>
          <a:xfrm>
            <a:off x="996696" y="3738067"/>
            <a:ext cx="100584" cy="100584"/>
          </a:xfrm>
          <a:prstGeom prst="roundRect">
            <a:avLst>
              <a:gd name="adj" fmla="val 454545"/>
            </a:avLst>
          </a:prstGeom>
          <a:solidFill>
            <a:srgbClr val="26344A"/>
          </a:solidFill>
          <a:ln w="6350">
            <a:solidFill>
              <a:srgbClr val="26344A"/>
            </a:solidFill>
            <a:prstDash val="solid"/>
          </a:ln>
        </p:spPr>
        <p:txBody>
          <a:bodyPr/>
          <a:lstStyle/>
          <a:p>
            <a:endParaRPr lang="en-US" noProof="0"/>
          </a:p>
        </p:txBody>
      </p:sp>
      <p:sp>
        <p:nvSpPr>
          <p:cNvPr id="22" name="Text 20"/>
          <p:cNvSpPr/>
          <p:nvPr/>
        </p:nvSpPr>
        <p:spPr>
          <a:xfrm>
            <a:off x="1280160" y="3639312"/>
            <a:ext cx="4443984" cy="353568"/>
          </a:xfrm>
          <a:prstGeom prst="rect">
            <a:avLst/>
          </a:prstGeom>
          <a:noFill/>
          <a:ln/>
        </p:spPr>
        <p:txBody>
          <a:bodyPr wrap="square" lIns="0" tIns="0" rIns="0" bIns="0" rtlCol="0" anchor="t"/>
          <a:lstStyle/>
          <a:p>
            <a:pPr marL="0" indent="0">
              <a:lnSpc>
                <a:spcPct val="108000"/>
              </a:lnSpc>
              <a:buNone/>
            </a:pPr>
            <a:r>
              <a:rPr lang="en-US" sz="1500" noProof="0">
                <a:solidFill>
                  <a:srgbClr val="8A97A9"/>
                </a:solidFill>
                <a:latin typeface="Segoe UI" pitchFamily="34" charset="0"/>
                <a:ea typeface="Segoe UI" pitchFamily="34" charset="-122"/>
                <a:cs typeface="Segoe UI" pitchFamily="34" charset="-120"/>
              </a:rPr>
              <a:t>One </a:t>
            </a:r>
            <a:r>
              <a:rPr lang="en-US" sz="1500" b="1" noProof="0">
                <a:solidFill>
                  <a:srgbClr val="F2A93B"/>
                </a:solidFill>
                <a:latin typeface="Segoe UI" pitchFamily="34" charset="0"/>
                <a:ea typeface="Segoe UI" pitchFamily="34" charset="-122"/>
                <a:cs typeface="Segoe UI" pitchFamily="34" charset="-120"/>
              </a:rPr>
              <a:t>blocking</a:t>
            </a:r>
            <a:r>
              <a:rPr lang="en-US" sz="1500" noProof="0">
                <a:solidFill>
                  <a:srgbClr val="8A97A9"/>
                </a:solidFill>
                <a:latin typeface="Segoe UI" pitchFamily="34" charset="0"/>
                <a:ea typeface="Segoe UI" pitchFamily="34" charset="-122"/>
                <a:cs typeface="Segoe UI" pitchFamily="34" charset="-120"/>
              </a:rPr>
              <a:t> call into stock </a:t>
            </a:r>
            <a:r>
              <a:rPr lang="en-US" sz="1500" noProof="0" err="1">
                <a:solidFill>
                  <a:srgbClr val="8A97A9"/>
                </a:solidFill>
                <a:latin typeface="Segoe UI" pitchFamily="34" charset="0"/>
                <a:ea typeface="Segoe UI" pitchFamily="34" charset="-122"/>
                <a:cs typeface="Segoe UI" pitchFamily="34" charset="-120"/>
              </a:rPr>
              <a:t>espeak</a:t>
            </a:r>
            <a:r>
              <a:rPr lang="en-US" sz="1500" noProof="0">
                <a:solidFill>
                  <a:srgbClr val="8A97A9"/>
                </a:solidFill>
                <a:latin typeface="Segoe UI" pitchFamily="34" charset="0"/>
                <a:ea typeface="Segoe UI" pitchFamily="34" charset="-122"/>
                <a:cs typeface="Segoe UI" pitchFamily="34" charset="-120"/>
              </a:rPr>
              <a:t>.</a:t>
            </a:r>
            <a:endParaRPr lang="en-US" sz="1500" noProof="0"/>
          </a:p>
        </p:txBody>
      </p:sp>
      <p:sp>
        <p:nvSpPr>
          <p:cNvPr id="23" name="Shape 21"/>
          <p:cNvSpPr/>
          <p:nvPr/>
        </p:nvSpPr>
        <p:spPr>
          <a:xfrm>
            <a:off x="996696" y="4237939"/>
            <a:ext cx="100584" cy="100584"/>
          </a:xfrm>
          <a:prstGeom prst="roundRect">
            <a:avLst>
              <a:gd name="adj" fmla="val 454545"/>
            </a:avLst>
          </a:prstGeom>
          <a:solidFill>
            <a:srgbClr val="26344A"/>
          </a:solidFill>
          <a:ln w="6350">
            <a:solidFill>
              <a:srgbClr val="26344A"/>
            </a:solidFill>
            <a:prstDash val="solid"/>
          </a:ln>
        </p:spPr>
        <p:txBody>
          <a:bodyPr/>
          <a:lstStyle/>
          <a:p>
            <a:endParaRPr lang="en-US" noProof="0"/>
          </a:p>
        </p:txBody>
      </p:sp>
      <p:sp>
        <p:nvSpPr>
          <p:cNvPr id="24" name="Text 22"/>
          <p:cNvSpPr/>
          <p:nvPr/>
        </p:nvSpPr>
        <p:spPr>
          <a:xfrm>
            <a:off x="1280160" y="4139184"/>
            <a:ext cx="4443984" cy="353568"/>
          </a:xfrm>
          <a:prstGeom prst="rect">
            <a:avLst/>
          </a:prstGeom>
          <a:noFill/>
          <a:ln/>
        </p:spPr>
        <p:txBody>
          <a:bodyPr wrap="square" lIns="0" tIns="0" rIns="0" bIns="0" rtlCol="0" anchor="t"/>
          <a:lstStyle/>
          <a:p>
            <a:pPr marL="0" indent="0">
              <a:lnSpc>
                <a:spcPct val="108000"/>
              </a:lnSpc>
              <a:buNone/>
            </a:pPr>
            <a:r>
              <a:rPr lang="en-US" sz="1500" noProof="0">
                <a:solidFill>
                  <a:srgbClr val="8A97A9"/>
                </a:solidFill>
                <a:latin typeface="Segoe UI" pitchFamily="34" charset="0"/>
                <a:ea typeface="Segoe UI" pitchFamily="34" charset="-122"/>
                <a:cs typeface="Segoe UI" pitchFamily="34" charset="-120"/>
              </a:rPr>
              <a:t>Duration was guessed: </a:t>
            </a:r>
            <a:r>
              <a:rPr lang="en-US" sz="1400" noProof="0">
                <a:solidFill>
                  <a:srgbClr val="4C9AFF"/>
                </a:solidFill>
                <a:latin typeface="Consolas" pitchFamily="34" charset="0"/>
                <a:ea typeface="Consolas" pitchFamily="34" charset="-122"/>
                <a:cs typeface="Consolas" pitchFamily="34" charset="-120"/>
              </a:rPr>
              <a:t>words / 2.5 + 0.4</a:t>
            </a:r>
            <a:r>
              <a:rPr lang="en-US" sz="1500" noProof="0">
                <a:solidFill>
                  <a:srgbClr val="8A97A9"/>
                </a:solidFill>
                <a:latin typeface="Segoe UI" pitchFamily="34" charset="0"/>
                <a:ea typeface="Segoe UI" pitchFamily="34" charset="-122"/>
                <a:cs typeface="Segoe UI" pitchFamily="34" charset="-120"/>
              </a:rPr>
              <a:t>.</a:t>
            </a:r>
            <a:endParaRPr lang="en-US" sz="1500" noProof="0"/>
          </a:p>
        </p:txBody>
      </p:sp>
      <p:sp>
        <p:nvSpPr>
          <p:cNvPr id="25" name="Shape 23"/>
          <p:cNvSpPr/>
          <p:nvPr/>
        </p:nvSpPr>
        <p:spPr>
          <a:xfrm>
            <a:off x="996696" y="4737811"/>
            <a:ext cx="100584" cy="100584"/>
          </a:xfrm>
          <a:prstGeom prst="roundRect">
            <a:avLst>
              <a:gd name="adj" fmla="val 454545"/>
            </a:avLst>
          </a:prstGeom>
          <a:solidFill>
            <a:srgbClr val="26344A"/>
          </a:solidFill>
          <a:ln w="6350">
            <a:solidFill>
              <a:srgbClr val="26344A"/>
            </a:solidFill>
            <a:prstDash val="solid"/>
          </a:ln>
        </p:spPr>
        <p:txBody>
          <a:bodyPr/>
          <a:lstStyle/>
          <a:p>
            <a:endParaRPr lang="en-US" noProof="0"/>
          </a:p>
        </p:txBody>
      </p:sp>
      <p:sp>
        <p:nvSpPr>
          <p:cNvPr id="26" name="Text 24"/>
          <p:cNvSpPr/>
          <p:nvPr/>
        </p:nvSpPr>
        <p:spPr>
          <a:xfrm>
            <a:off x="1280160" y="4639056"/>
            <a:ext cx="4443984" cy="353568"/>
          </a:xfrm>
          <a:prstGeom prst="rect">
            <a:avLst/>
          </a:prstGeom>
          <a:noFill/>
          <a:ln/>
        </p:spPr>
        <p:txBody>
          <a:bodyPr wrap="square" lIns="0" tIns="0" rIns="0" bIns="0" rtlCol="0" anchor="t"/>
          <a:lstStyle/>
          <a:p>
            <a:pPr marL="0" indent="0">
              <a:lnSpc>
                <a:spcPct val="108000"/>
              </a:lnSpc>
              <a:buNone/>
            </a:pPr>
            <a:r>
              <a:rPr lang="en-US" sz="1500" noProof="0">
                <a:solidFill>
                  <a:srgbClr val="8A97A9"/>
                </a:solidFill>
                <a:latin typeface="Segoe UI" pitchFamily="34" charset="0"/>
                <a:ea typeface="Segoe UI" pitchFamily="34" charset="-122"/>
                <a:cs typeface="Segoe UI" pitchFamily="34" charset="-120"/>
              </a:rPr>
              <a:t>"Stop" meant </a:t>
            </a:r>
            <a:r>
              <a:rPr lang="en-US" sz="1400" noProof="0" err="1">
                <a:solidFill>
                  <a:srgbClr val="4C9AFF"/>
                </a:solidFill>
                <a:latin typeface="Consolas" pitchFamily="34" charset="0"/>
                <a:ea typeface="Consolas" pitchFamily="34" charset="-122"/>
                <a:cs typeface="Consolas" pitchFamily="34" charset="-120"/>
              </a:rPr>
              <a:t>taskkill</a:t>
            </a:r>
            <a:r>
              <a:rPr lang="en-US" sz="1500" noProof="0">
                <a:solidFill>
                  <a:srgbClr val="8A97A9"/>
                </a:solidFill>
                <a:latin typeface="Segoe UI" pitchFamily="34" charset="0"/>
                <a:ea typeface="Segoe UI" pitchFamily="34" charset="-122"/>
                <a:cs typeface="Segoe UI" pitchFamily="34" charset="-120"/>
              </a:rPr>
              <a:t> on the process.</a:t>
            </a:r>
            <a:endParaRPr lang="en-US" sz="1500" noProof="0"/>
          </a:p>
        </p:txBody>
      </p:sp>
      <p:sp>
        <p:nvSpPr>
          <p:cNvPr id="27" name="Shape 25"/>
          <p:cNvSpPr/>
          <p:nvPr/>
        </p:nvSpPr>
        <p:spPr>
          <a:xfrm>
            <a:off x="6464808" y="2944368"/>
            <a:ext cx="4754880" cy="495808"/>
          </a:xfrm>
          <a:prstGeom prst="roundRect">
            <a:avLst>
              <a:gd name="adj" fmla="val 9221"/>
            </a:avLst>
          </a:prstGeom>
          <a:solidFill>
            <a:srgbClr val="0F1826"/>
          </a:solidFill>
          <a:ln w="12700">
            <a:solidFill>
              <a:srgbClr val="26344A"/>
            </a:solidFill>
            <a:prstDash val="solid"/>
          </a:ln>
        </p:spPr>
        <p:txBody>
          <a:bodyPr/>
          <a:lstStyle/>
          <a:p>
            <a:endParaRPr lang="en-US" noProof="0"/>
          </a:p>
        </p:txBody>
      </p:sp>
      <p:sp>
        <p:nvSpPr>
          <p:cNvPr id="28" name="Text 26"/>
          <p:cNvSpPr/>
          <p:nvPr/>
        </p:nvSpPr>
        <p:spPr>
          <a:xfrm>
            <a:off x="6611112" y="3090672"/>
            <a:ext cx="4462272" cy="258064"/>
          </a:xfrm>
          <a:prstGeom prst="rect">
            <a:avLst/>
          </a:prstGeom>
          <a:noFill/>
          <a:ln/>
        </p:spPr>
        <p:txBody>
          <a:bodyPr wrap="square" lIns="0" tIns="0" rIns="0" bIns="0" rtlCol="0" anchor="t"/>
          <a:lstStyle/>
          <a:p>
            <a:pPr marL="0" indent="0">
              <a:buNone/>
            </a:pPr>
            <a:r>
              <a:rPr lang="en-US" sz="1250" noProof="0" err="1">
                <a:solidFill>
                  <a:srgbClr val="4C9AFF"/>
                </a:solidFill>
                <a:latin typeface="Consolas" pitchFamily="34" charset="0"/>
                <a:ea typeface="Consolas" pitchFamily="34" charset="-122"/>
                <a:cs typeface="Consolas" pitchFamily="34" charset="-120"/>
              </a:rPr>
              <a:t>obot.speech.SpeechEngine</a:t>
            </a:r>
            <a:endParaRPr lang="en-US" sz="1250" noProof="0"/>
          </a:p>
        </p:txBody>
      </p:sp>
      <p:sp>
        <p:nvSpPr>
          <p:cNvPr id="29" name="Shape 27"/>
          <p:cNvSpPr/>
          <p:nvPr/>
        </p:nvSpPr>
        <p:spPr>
          <a:xfrm>
            <a:off x="6492240" y="3738067"/>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0" name="Text 28"/>
          <p:cNvSpPr/>
          <p:nvPr/>
        </p:nvSpPr>
        <p:spPr>
          <a:xfrm>
            <a:off x="6775704" y="3639312"/>
            <a:ext cx="4443984" cy="353568"/>
          </a:xfrm>
          <a:prstGeom prst="rect">
            <a:avLst/>
          </a:prstGeom>
          <a:noFill/>
          <a:ln/>
        </p:spPr>
        <p:txBody>
          <a:bodyPr wrap="square" lIns="0" tIns="0" rIns="0" bIns="0" rtlCol="0" anchor="t"/>
          <a:lstStyle/>
          <a:p>
            <a:pPr marL="0" indent="0">
              <a:lnSpc>
                <a:spcPct val="108000"/>
              </a:lnSpc>
              <a:buNone/>
            </a:pPr>
            <a:r>
              <a:rPr lang="en-US" sz="1500" b="1" noProof="0">
                <a:solidFill>
                  <a:srgbClr val="F2A93B"/>
                </a:solidFill>
                <a:latin typeface="Segoe UI" pitchFamily="34" charset="0"/>
                <a:ea typeface="Segoe UI" pitchFamily="34" charset="-122"/>
                <a:cs typeface="Segoe UI" pitchFamily="34" charset="-120"/>
              </a:rPr>
              <a:t>Six engines</a:t>
            </a:r>
            <a:r>
              <a:rPr lang="en-US" sz="1500" noProof="0">
                <a:solidFill>
                  <a:srgbClr val="F2F6FB"/>
                </a:solidFill>
                <a:latin typeface="Segoe UI" pitchFamily="34" charset="0"/>
                <a:ea typeface="Segoe UI" pitchFamily="34" charset="-122"/>
                <a:cs typeface="Segoe UI" pitchFamily="34" charset="-120"/>
              </a:rPr>
              <a:t>, with automatic fallback.</a:t>
            </a:r>
            <a:endParaRPr lang="en-US" sz="1500" noProof="0"/>
          </a:p>
        </p:txBody>
      </p:sp>
      <p:sp>
        <p:nvSpPr>
          <p:cNvPr id="31" name="Shape 29"/>
          <p:cNvSpPr/>
          <p:nvPr/>
        </p:nvSpPr>
        <p:spPr>
          <a:xfrm>
            <a:off x="6492240" y="4237939"/>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2" name="Text 30"/>
          <p:cNvSpPr/>
          <p:nvPr/>
        </p:nvSpPr>
        <p:spPr>
          <a:xfrm>
            <a:off x="6775704" y="4139184"/>
            <a:ext cx="4443984" cy="353568"/>
          </a:xfrm>
          <a:prstGeom prst="rect">
            <a:avLst/>
          </a:prstGeom>
          <a:noFill/>
          <a:ln/>
        </p:spPr>
        <p:txBody>
          <a:bodyPr wrap="square" lIns="0" tIns="0" rIns="0" bIns="0" rtlCol="0" anchor="t"/>
          <a:lstStyle/>
          <a:p>
            <a:pPr marL="0" indent="0">
              <a:lnSpc>
                <a:spcPct val="108000"/>
              </a:lnSpc>
              <a:buNone/>
            </a:pPr>
            <a:r>
              <a:rPr lang="en-US" sz="1500" noProof="0">
                <a:solidFill>
                  <a:srgbClr val="F2F6FB"/>
                </a:solidFill>
                <a:latin typeface="Segoe UI" pitchFamily="34" charset="0"/>
                <a:ea typeface="Segoe UI" pitchFamily="34" charset="-122"/>
                <a:cs typeface="Segoe UI" pitchFamily="34" charset="-120"/>
              </a:rPr>
              <a:t>Stops on a </a:t>
            </a:r>
            <a:r>
              <a:rPr lang="en-US" sz="1500" b="1" noProof="0">
                <a:solidFill>
                  <a:srgbClr val="F2A93B"/>
                </a:solidFill>
                <a:latin typeface="Segoe UI" pitchFamily="34" charset="0"/>
                <a:ea typeface="Segoe UI" pitchFamily="34" charset="-122"/>
                <a:cs typeface="Segoe UI" pitchFamily="34" charset="-120"/>
              </a:rPr>
              <a:t>word boundary</a:t>
            </a:r>
            <a:r>
              <a:rPr lang="en-US" sz="1500" noProof="0">
                <a:solidFill>
                  <a:srgbClr val="F2F6FB"/>
                </a:solidFill>
                <a:latin typeface="Segoe UI" pitchFamily="34" charset="0"/>
                <a:ea typeface="Segoe UI" pitchFamily="34" charset="-122"/>
                <a:cs typeface="Segoe UI" pitchFamily="34" charset="-120"/>
              </a:rPr>
              <a:t>, then fades.</a:t>
            </a:r>
            <a:endParaRPr lang="en-US" sz="1500" noProof="0"/>
          </a:p>
        </p:txBody>
      </p:sp>
      <p:sp>
        <p:nvSpPr>
          <p:cNvPr id="33" name="Shape 31"/>
          <p:cNvSpPr/>
          <p:nvPr/>
        </p:nvSpPr>
        <p:spPr>
          <a:xfrm>
            <a:off x="6492240" y="4737811"/>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4" name="Text 32"/>
          <p:cNvSpPr/>
          <p:nvPr/>
        </p:nvSpPr>
        <p:spPr>
          <a:xfrm>
            <a:off x="6775704" y="4639056"/>
            <a:ext cx="4443984" cy="353568"/>
          </a:xfrm>
          <a:prstGeom prst="rect">
            <a:avLst/>
          </a:prstGeom>
          <a:noFill/>
          <a:ln/>
        </p:spPr>
        <p:txBody>
          <a:bodyPr wrap="square" lIns="0" tIns="0" rIns="0" bIns="0" rtlCol="0" anchor="t"/>
          <a:lstStyle/>
          <a:p>
            <a:pPr marL="0" indent="0">
              <a:lnSpc>
                <a:spcPct val="108000"/>
              </a:lnSpc>
              <a:buNone/>
            </a:pPr>
            <a:r>
              <a:rPr lang="en-US" sz="1500" noProof="0">
                <a:solidFill>
                  <a:srgbClr val="F2F6FB"/>
                </a:solidFill>
                <a:latin typeface="Segoe UI" pitchFamily="34" charset="0"/>
                <a:ea typeface="Segoe UI" pitchFamily="34" charset="-122"/>
                <a:cs typeface="Segoe UI" pitchFamily="34" charset="-120"/>
              </a:rPr>
              <a:t>Lips and markers driven by </a:t>
            </a:r>
            <a:r>
              <a:rPr lang="en-US" sz="1500" b="1" noProof="0">
                <a:solidFill>
                  <a:srgbClr val="F2A93B"/>
                </a:solidFill>
                <a:latin typeface="Segoe UI" pitchFamily="34" charset="0"/>
                <a:ea typeface="Segoe UI" pitchFamily="34" charset="-122"/>
                <a:cs typeface="Segoe UI" pitchFamily="34" charset="-120"/>
              </a:rPr>
              <a:t>the real audio</a:t>
            </a:r>
            <a:r>
              <a:rPr lang="en-US" sz="1500" noProof="0">
                <a:solidFill>
                  <a:srgbClr val="F2F6FB"/>
                </a:solidFill>
                <a:latin typeface="Segoe UI" pitchFamily="34" charset="0"/>
                <a:ea typeface="Segoe UI" pitchFamily="34" charset="-122"/>
                <a:cs typeface="Segoe UI" pitchFamily="34" charset="-120"/>
              </a:rPr>
              <a:t>.</a:t>
            </a:r>
            <a:endParaRPr lang="en-US" sz="1500" noProof="0"/>
          </a:p>
        </p:txBody>
      </p:sp>
      <p:sp>
        <p:nvSpPr>
          <p:cNvPr id="3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5</a:t>
            </a:fld>
            <a:endParaRPr lang="en-US" noProof="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457200"/>
            <a:ext cx="1062076"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SPEECH</a:t>
            </a:r>
            <a:endParaRPr lang="en-US" sz="1050" noProof="0">
              <a:solidFill>
                <a:srgbClr val="5FD08A"/>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Six voices in a chain</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731520"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3" name="Text 11"/>
          <p:cNvSpPr/>
          <p:nvPr/>
        </p:nvSpPr>
        <p:spPr>
          <a:xfrm>
            <a:off x="731520" y="2286000"/>
            <a:ext cx="1650492" cy="292608"/>
          </a:xfrm>
          <a:prstGeom prst="rect">
            <a:avLst/>
          </a:prstGeom>
          <a:noFill/>
          <a:ln/>
        </p:spPr>
        <p:txBody>
          <a:bodyPr wrap="square" lIns="0" tIns="0" rIns="0" bIns="0" rtlCol="0" anchor="t"/>
          <a:lstStyle/>
          <a:p>
            <a:pPr marL="0" indent="0" algn="ctr">
              <a:buNone/>
            </a:pPr>
            <a:r>
              <a:rPr lang="en-US" sz="1700" noProof="0">
                <a:solidFill>
                  <a:srgbClr val="F2F6FB"/>
                </a:solidFill>
                <a:latin typeface="Segoe UI Semibold" pitchFamily="34" charset="0"/>
                <a:ea typeface="Segoe UI Semibold" pitchFamily="34" charset="-122"/>
                <a:cs typeface="Segoe UI Semibold" pitchFamily="34" charset="-120"/>
              </a:rPr>
              <a:t>Edge</a:t>
            </a:r>
            <a:endParaRPr lang="en-US" sz="1700" noProof="0"/>
          </a:p>
        </p:txBody>
      </p:sp>
      <p:sp>
        <p:nvSpPr>
          <p:cNvPr id="14" name="Shape 12"/>
          <p:cNvSpPr/>
          <p:nvPr/>
        </p:nvSpPr>
        <p:spPr>
          <a:xfrm>
            <a:off x="1099566" y="2633472"/>
            <a:ext cx="914400" cy="274320"/>
          </a:xfrm>
          <a:prstGeom prst="roundRect">
            <a:avLst>
              <a:gd name="adj" fmla="val 166667"/>
            </a:avLst>
          </a:prstGeom>
          <a:solidFill>
            <a:srgbClr val="0F1826"/>
          </a:solidFill>
          <a:ln w="12700">
            <a:solidFill>
              <a:srgbClr val="4C9AFF"/>
            </a:solidFill>
            <a:prstDash val="solid"/>
          </a:ln>
        </p:spPr>
        <p:txBody>
          <a:bodyPr/>
          <a:lstStyle/>
          <a:p>
            <a:endParaRPr lang="en-US" noProof="0"/>
          </a:p>
        </p:txBody>
      </p:sp>
      <p:sp>
        <p:nvSpPr>
          <p:cNvPr id="15" name="Text 13"/>
          <p:cNvSpPr/>
          <p:nvPr/>
        </p:nvSpPr>
        <p:spPr>
          <a:xfrm>
            <a:off x="1099566"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4C9AFF"/>
                </a:solidFill>
                <a:latin typeface="Segoe UI" pitchFamily="34" charset="0"/>
                <a:ea typeface="Segoe UI" pitchFamily="34" charset="-122"/>
                <a:cs typeface="Segoe UI" pitchFamily="34" charset="-120"/>
              </a:rPr>
              <a:t>ONLINE</a:t>
            </a:r>
            <a:endParaRPr lang="en-US" sz="900" noProof="0"/>
          </a:p>
        </p:txBody>
      </p:sp>
      <p:sp>
        <p:nvSpPr>
          <p:cNvPr id="16" name="Shape 14"/>
          <p:cNvSpPr/>
          <p:nvPr/>
        </p:nvSpPr>
        <p:spPr>
          <a:xfrm>
            <a:off x="2546604"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7" name="Text 15"/>
          <p:cNvSpPr/>
          <p:nvPr/>
        </p:nvSpPr>
        <p:spPr>
          <a:xfrm>
            <a:off x="2546604" y="2286000"/>
            <a:ext cx="1650492" cy="292608"/>
          </a:xfrm>
          <a:prstGeom prst="rect">
            <a:avLst/>
          </a:prstGeom>
          <a:noFill/>
          <a:ln/>
        </p:spPr>
        <p:txBody>
          <a:bodyPr wrap="square" lIns="0" tIns="0" rIns="0" bIns="0" rtlCol="0" anchor="t"/>
          <a:lstStyle/>
          <a:p>
            <a:pPr marL="0" indent="0" algn="ctr">
              <a:buNone/>
            </a:pPr>
            <a:r>
              <a:rPr lang="en-US" sz="1700" noProof="0">
                <a:solidFill>
                  <a:srgbClr val="F2F6FB"/>
                </a:solidFill>
                <a:latin typeface="Segoe UI Semibold" pitchFamily="34" charset="0"/>
                <a:ea typeface="Segoe UI Semibold" pitchFamily="34" charset="-122"/>
                <a:cs typeface="Segoe UI Semibold" pitchFamily="34" charset="-120"/>
              </a:rPr>
              <a:t>Kokoro</a:t>
            </a:r>
            <a:endParaRPr lang="en-US" sz="1700" noProof="0"/>
          </a:p>
        </p:txBody>
      </p:sp>
      <p:sp>
        <p:nvSpPr>
          <p:cNvPr id="18" name="Shape 16"/>
          <p:cNvSpPr/>
          <p:nvPr/>
        </p:nvSpPr>
        <p:spPr>
          <a:xfrm>
            <a:off x="2914650" y="2633472"/>
            <a:ext cx="914400"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19" name="Text 17"/>
          <p:cNvSpPr/>
          <p:nvPr/>
        </p:nvSpPr>
        <p:spPr>
          <a:xfrm>
            <a:off x="2914650"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5FD08A"/>
                </a:solidFill>
                <a:latin typeface="Segoe UI" pitchFamily="34" charset="0"/>
                <a:ea typeface="Segoe UI" pitchFamily="34" charset="-122"/>
                <a:cs typeface="Segoe UI" pitchFamily="34" charset="-120"/>
              </a:rPr>
              <a:t>OFFLINE</a:t>
            </a:r>
            <a:endParaRPr lang="en-US" sz="900" noProof="0"/>
          </a:p>
        </p:txBody>
      </p:sp>
      <p:sp>
        <p:nvSpPr>
          <p:cNvPr id="20" name="Shape 18"/>
          <p:cNvSpPr/>
          <p:nvPr/>
        </p:nvSpPr>
        <p:spPr>
          <a:xfrm>
            <a:off x="4361688"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1" name="Text 19"/>
          <p:cNvSpPr/>
          <p:nvPr/>
        </p:nvSpPr>
        <p:spPr>
          <a:xfrm>
            <a:off x="4361688" y="2286000"/>
            <a:ext cx="1650492" cy="292608"/>
          </a:xfrm>
          <a:prstGeom prst="rect">
            <a:avLst/>
          </a:prstGeom>
          <a:noFill/>
          <a:ln/>
        </p:spPr>
        <p:txBody>
          <a:bodyPr wrap="square" lIns="0" tIns="0" rIns="0" bIns="0" rtlCol="0" anchor="t"/>
          <a:lstStyle/>
          <a:p>
            <a:pPr marL="0" indent="0" algn="ctr">
              <a:buNone/>
            </a:pPr>
            <a:r>
              <a:rPr lang="en-US" sz="1700" noProof="0" err="1">
                <a:solidFill>
                  <a:srgbClr val="F2F6FB"/>
                </a:solidFill>
                <a:latin typeface="Segoe UI Semibold" pitchFamily="34" charset="0"/>
                <a:ea typeface="Segoe UI Semibold" pitchFamily="34" charset="-122"/>
                <a:cs typeface="Segoe UI Semibold" pitchFamily="34" charset="-120"/>
              </a:rPr>
              <a:t>gTTS</a:t>
            </a:r>
            <a:endParaRPr lang="en-US" sz="1700" noProof="0"/>
          </a:p>
        </p:txBody>
      </p:sp>
      <p:sp>
        <p:nvSpPr>
          <p:cNvPr id="22" name="Shape 20"/>
          <p:cNvSpPr/>
          <p:nvPr/>
        </p:nvSpPr>
        <p:spPr>
          <a:xfrm>
            <a:off x="4729734" y="2633472"/>
            <a:ext cx="914400" cy="274320"/>
          </a:xfrm>
          <a:prstGeom prst="roundRect">
            <a:avLst>
              <a:gd name="adj" fmla="val 166667"/>
            </a:avLst>
          </a:prstGeom>
          <a:solidFill>
            <a:srgbClr val="0F1826"/>
          </a:solidFill>
          <a:ln w="12700">
            <a:solidFill>
              <a:srgbClr val="4C9AFF"/>
            </a:solidFill>
            <a:prstDash val="solid"/>
          </a:ln>
        </p:spPr>
        <p:txBody>
          <a:bodyPr/>
          <a:lstStyle/>
          <a:p>
            <a:endParaRPr lang="en-US" noProof="0"/>
          </a:p>
        </p:txBody>
      </p:sp>
      <p:sp>
        <p:nvSpPr>
          <p:cNvPr id="23" name="Text 21"/>
          <p:cNvSpPr/>
          <p:nvPr/>
        </p:nvSpPr>
        <p:spPr>
          <a:xfrm>
            <a:off x="4729734"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4C9AFF"/>
                </a:solidFill>
                <a:latin typeface="Segoe UI" pitchFamily="34" charset="0"/>
                <a:ea typeface="Segoe UI" pitchFamily="34" charset="-122"/>
                <a:cs typeface="Segoe UI" pitchFamily="34" charset="-120"/>
              </a:rPr>
              <a:t>ONLINE</a:t>
            </a:r>
            <a:endParaRPr lang="en-US" sz="900" noProof="0"/>
          </a:p>
        </p:txBody>
      </p:sp>
      <p:sp>
        <p:nvSpPr>
          <p:cNvPr id="24" name="Shape 22"/>
          <p:cNvSpPr/>
          <p:nvPr/>
        </p:nvSpPr>
        <p:spPr>
          <a:xfrm>
            <a:off x="6176772"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5" name="Text 23"/>
          <p:cNvSpPr/>
          <p:nvPr/>
        </p:nvSpPr>
        <p:spPr>
          <a:xfrm>
            <a:off x="6176772" y="2286000"/>
            <a:ext cx="1650492" cy="292608"/>
          </a:xfrm>
          <a:prstGeom prst="rect">
            <a:avLst/>
          </a:prstGeom>
          <a:noFill/>
          <a:ln/>
        </p:spPr>
        <p:txBody>
          <a:bodyPr wrap="square" lIns="0" tIns="0" rIns="0" bIns="0" rtlCol="0" anchor="t"/>
          <a:lstStyle/>
          <a:p>
            <a:pPr marL="0" indent="0" algn="ctr">
              <a:buNone/>
            </a:pPr>
            <a:r>
              <a:rPr lang="en-US" sz="1700" noProof="0">
                <a:solidFill>
                  <a:srgbClr val="F2F6FB"/>
                </a:solidFill>
                <a:latin typeface="Segoe UI Semibold" pitchFamily="34" charset="0"/>
                <a:ea typeface="Segoe UI Semibold" pitchFamily="34" charset="-122"/>
                <a:cs typeface="Segoe UI Semibold" pitchFamily="34" charset="-120"/>
              </a:rPr>
              <a:t>Gemini</a:t>
            </a:r>
            <a:endParaRPr lang="en-US" sz="1700" noProof="0"/>
          </a:p>
        </p:txBody>
      </p:sp>
      <p:sp>
        <p:nvSpPr>
          <p:cNvPr id="26" name="Shape 24"/>
          <p:cNvSpPr/>
          <p:nvPr/>
        </p:nvSpPr>
        <p:spPr>
          <a:xfrm>
            <a:off x="6544818" y="2633472"/>
            <a:ext cx="914400" cy="274320"/>
          </a:xfrm>
          <a:prstGeom prst="roundRect">
            <a:avLst>
              <a:gd name="adj" fmla="val 166667"/>
            </a:avLst>
          </a:prstGeom>
          <a:solidFill>
            <a:srgbClr val="0F1826"/>
          </a:solidFill>
          <a:ln w="12700">
            <a:solidFill>
              <a:srgbClr val="4C9AFF"/>
            </a:solidFill>
            <a:prstDash val="solid"/>
          </a:ln>
        </p:spPr>
        <p:txBody>
          <a:bodyPr/>
          <a:lstStyle/>
          <a:p>
            <a:endParaRPr lang="en-US" noProof="0"/>
          </a:p>
        </p:txBody>
      </p:sp>
      <p:sp>
        <p:nvSpPr>
          <p:cNvPr id="27" name="Text 25"/>
          <p:cNvSpPr/>
          <p:nvPr/>
        </p:nvSpPr>
        <p:spPr>
          <a:xfrm>
            <a:off x="6544818"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4C9AFF"/>
                </a:solidFill>
                <a:latin typeface="Segoe UI" pitchFamily="34" charset="0"/>
                <a:ea typeface="Segoe UI" pitchFamily="34" charset="-122"/>
                <a:cs typeface="Segoe UI" pitchFamily="34" charset="-120"/>
              </a:rPr>
              <a:t>ONLINE</a:t>
            </a:r>
            <a:endParaRPr lang="en-US" sz="900" noProof="0"/>
          </a:p>
        </p:txBody>
      </p:sp>
      <p:sp>
        <p:nvSpPr>
          <p:cNvPr id="28" name="Shape 26"/>
          <p:cNvSpPr/>
          <p:nvPr/>
        </p:nvSpPr>
        <p:spPr>
          <a:xfrm>
            <a:off x="7991856"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9" name="Text 27"/>
          <p:cNvSpPr/>
          <p:nvPr/>
        </p:nvSpPr>
        <p:spPr>
          <a:xfrm>
            <a:off x="7991856" y="2286000"/>
            <a:ext cx="1650492" cy="292608"/>
          </a:xfrm>
          <a:prstGeom prst="rect">
            <a:avLst/>
          </a:prstGeom>
          <a:noFill/>
          <a:ln/>
        </p:spPr>
        <p:txBody>
          <a:bodyPr wrap="square" lIns="0" tIns="0" rIns="0" bIns="0" rtlCol="0" anchor="t"/>
          <a:lstStyle/>
          <a:p>
            <a:pPr marL="0" indent="0" algn="ctr">
              <a:buNone/>
            </a:pPr>
            <a:r>
              <a:rPr lang="en-US" sz="1700" noProof="0">
                <a:solidFill>
                  <a:srgbClr val="F2F6FB"/>
                </a:solidFill>
                <a:latin typeface="Segoe UI Semibold" pitchFamily="34" charset="0"/>
                <a:ea typeface="Segoe UI Semibold" pitchFamily="34" charset="-122"/>
                <a:cs typeface="Segoe UI Semibold" pitchFamily="34" charset="-120"/>
              </a:rPr>
              <a:t>Piper</a:t>
            </a:r>
            <a:endParaRPr lang="en-US" sz="1700" noProof="0"/>
          </a:p>
        </p:txBody>
      </p:sp>
      <p:sp>
        <p:nvSpPr>
          <p:cNvPr id="30" name="Shape 28"/>
          <p:cNvSpPr/>
          <p:nvPr/>
        </p:nvSpPr>
        <p:spPr>
          <a:xfrm>
            <a:off x="8359902" y="2633472"/>
            <a:ext cx="914400"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1" name="Text 29"/>
          <p:cNvSpPr/>
          <p:nvPr/>
        </p:nvSpPr>
        <p:spPr>
          <a:xfrm>
            <a:off x="8359902"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5FD08A"/>
                </a:solidFill>
                <a:latin typeface="Segoe UI" pitchFamily="34" charset="0"/>
                <a:ea typeface="Segoe UI" pitchFamily="34" charset="-122"/>
                <a:cs typeface="Segoe UI" pitchFamily="34" charset="-120"/>
              </a:rPr>
              <a:t>OFFLINE</a:t>
            </a:r>
            <a:endParaRPr lang="en-US" sz="900" noProof="0"/>
          </a:p>
        </p:txBody>
      </p:sp>
      <p:sp>
        <p:nvSpPr>
          <p:cNvPr id="32" name="Shape 30"/>
          <p:cNvSpPr/>
          <p:nvPr/>
        </p:nvSpPr>
        <p:spPr>
          <a:xfrm>
            <a:off x="9806940" y="2103120"/>
            <a:ext cx="1650492"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33" name="Text 31"/>
          <p:cNvSpPr/>
          <p:nvPr/>
        </p:nvSpPr>
        <p:spPr>
          <a:xfrm>
            <a:off x="9806940" y="2286000"/>
            <a:ext cx="1650492" cy="292608"/>
          </a:xfrm>
          <a:prstGeom prst="rect">
            <a:avLst/>
          </a:prstGeom>
          <a:noFill/>
          <a:ln/>
        </p:spPr>
        <p:txBody>
          <a:bodyPr wrap="square" lIns="0" tIns="0" rIns="0" bIns="0" rtlCol="0" anchor="t"/>
          <a:lstStyle/>
          <a:p>
            <a:pPr marL="0" indent="0" algn="ctr">
              <a:buNone/>
            </a:pPr>
            <a:r>
              <a:rPr lang="en-US" sz="1700" noProof="0">
                <a:solidFill>
                  <a:srgbClr val="F2F6FB"/>
                </a:solidFill>
                <a:latin typeface="Segoe UI Semibold" pitchFamily="34" charset="0"/>
                <a:ea typeface="Segoe UI Semibold" pitchFamily="34" charset="-122"/>
                <a:cs typeface="Segoe UI Semibold" pitchFamily="34" charset="-120"/>
              </a:rPr>
              <a:t>Local</a:t>
            </a:r>
            <a:endParaRPr lang="en-US" sz="1700" noProof="0"/>
          </a:p>
        </p:txBody>
      </p:sp>
      <p:sp>
        <p:nvSpPr>
          <p:cNvPr id="34" name="Shape 32"/>
          <p:cNvSpPr/>
          <p:nvPr/>
        </p:nvSpPr>
        <p:spPr>
          <a:xfrm>
            <a:off x="10174986" y="2633472"/>
            <a:ext cx="914400"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5" name="Text 33"/>
          <p:cNvSpPr/>
          <p:nvPr/>
        </p:nvSpPr>
        <p:spPr>
          <a:xfrm>
            <a:off x="10174986" y="2679192"/>
            <a:ext cx="914400" cy="182880"/>
          </a:xfrm>
          <a:prstGeom prst="rect">
            <a:avLst/>
          </a:prstGeom>
          <a:noFill/>
          <a:ln/>
        </p:spPr>
        <p:txBody>
          <a:bodyPr wrap="square" lIns="0" tIns="0" rIns="0" bIns="0" rtlCol="0" anchor="t"/>
          <a:lstStyle/>
          <a:p>
            <a:pPr marL="0" indent="0" algn="ctr">
              <a:buNone/>
            </a:pPr>
            <a:r>
              <a:rPr lang="en-US" sz="900" b="1" kern="0" spc="110" noProof="0">
                <a:solidFill>
                  <a:srgbClr val="5FD08A"/>
                </a:solidFill>
                <a:latin typeface="Segoe UI" pitchFamily="34" charset="0"/>
                <a:ea typeface="Segoe UI" pitchFamily="34" charset="-122"/>
                <a:cs typeface="Segoe UI" pitchFamily="34" charset="-120"/>
              </a:rPr>
              <a:t>OFFLINE</a:t>
            </a:r>
            <a:endParaRPr lang="en-US" sz="900" noProof="0"/>
          </a:p>
        </p:txBody>
      </p:sp>
      <p:sp>
        <p:nvSpPr>
          <p:cNvPr id="36" name="Text 34"/>
          <p:cNvSpPr/>
          <p:nvPr/>
        </p:nvSpPr>
        <p:spPr>
          <a:xfrm>
            <a:off x="731520" y="3547872"/>
            <a:ext cx="1691640" cy="365760"/>
          </a:xfrm>
          <a:prstGeom prst="rect">
            <a:avLst/>
          </a:prstGeom>
          <a:noFill/>
          <a:ln/>
        </p:spPr>
        <p:txBody>
          <a:bodyPr wrap="square" lIns="0" tIns="0" rIns="0" bIns="0" rtlCol="0" anchor="ctr"/>
          <a:lstStyle/>
          <a:p>
            <a:pPr marL="0" indent="0">
              <a:buNone/>
            </a:pPr>
            <a:r>
              <a:rPr lang="en-US" sz="1400" noProof="0">
                <a:solidFill>
                  <a:srgbClr val="8A97A9"/>
                </a:solidFill>
                <a:latin typeface="Segoe UI" pitchFamily="34" charset="0"/>
                <a:ea typeface="Segoe UI" pitchFamily="34" charset="-122"/>
                <a:cs typeface="Segoe UI" pitchFamily="34" charset="-120"/>
              </a:rPr>
              <a:t>the chain</a:t>
            </a:r>
            <a:endParaRPr lang="en-US" sz="1400" noProof="0"/>
          </a:p>
        </p:txBody>
      </p:sp>
      <p:sp>
        <p:nvSpPr>
          <p:cNvPr id="37" name="Shape 35"/>
          <p:cNvSpPr/>
          <p:nvPr/>
        </p:nvSpPr>
        <p:spPr>
          <a:xfrm>
            <a:off x="2514600"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38" name="Text 36"/>
          <p:cNvSpPr/>
          <p:nvPr/>
        </p:nvSpPr>
        <p:spPr>
          <a:xfrm>
            <a:off x="2514600"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pitchFamily="34" charset="0"/>
                <a:ea typeface="Segoe UI Semibold" pitchFamily="34" charset="-122"/>
                <a:cs typeface="Segoe UI Semibold" pitchFamily="34" charset="-120"/>
              </a:rPr>
              <a:t>Edge</a:t>
            </a:r>
            <a:endParaRPr lang="en-US" sz="1500" noProof="0"/>
          </a:p>
        </p:txBody>
      </p:sp>
      <p:sp>
        <p:nvSpPr>
          <p:cNvPr id="39" name="Shape 37"/>
          <p:cNvSpPr/>
          <p:nvPr/>
        </p:nvSpPr>
        <p:spPr>
          <a:xfrm>
            <a:off x="4343400" y="3730752"/>
            <a:ext cx="329184" cy="0"/>
          </a:xfrm>
          <a:prstGeom prst="line">
            <a:avLst/>
          </a:prstGeom>
          <a:noFill/>
          <a:ln w="19050">
            <a:solidFill>
              <a:srgbClr val="C7CDD4"/>
            </a:solidFill>
            <a:prstDash val="solid"/>
            <a:headEnd type="none"/>
            <a:tailEnd type="triangle"/>
          </a:ln>
        </p:spPr>
        <p:txBody>
          <a:bodyPr/>
          <a:lstStyle/>
          <a:p>
            <a:endParaRPr lang="en-US" noProof="0"/>
          </a:p>
        </p:txBody>
      </p:sp>
      <p:sp>
        <p:nvSpPr>
          <p:cNvPr id="40" name="Shape 38"/>
          <p:cNvSpPr/>
          <p:nvPr/>
        </p:nvSpPr>
        <p:spPr>
          <a:xfrm>
            <a:off x="4727448"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1" name="Text 39"/>
          <p:cNvSpPr/>
          <p:nvPr/>
        </p:nvSpPr>
        <p:spPr>
          <a:xfrm>
            <a:off x="4727448"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pitchFamily="34" charset="0"/>
                <a:ea typeface="Segoe UI Semibold" pitchFamily="34" charset="-122"/>
                <a:cs typeface="Segoe UI Semibold" pitchFamily="34" charset="-120"/>
              </a:rPr>
              <a:t>Kokoro</a:t>
            </a:r>
            <a:endParaRPr lang="en-US" sz="1500" noProof="0"/>
          </a:p>
        </p:txBody>
      </p:sp>
      <p:sp>
        <p:nvSpPr>
          <p:cNvPr id="42" name="Shape 40"/>
          <p:cNvSpPr/>
          <p:nvPr/>
        </p:nvSpPr>
        <p:spPr>
          <a:xfrm>
            <a:off x="6556248" y="3730752"/>
            <a:ext cx="329184" cy="0"/>
          </a:xfrm>
          <a:prstGeom prst="line">
            <a:avLst/>
          </a:prstGeom>
          <a:noFill/>
          <a:ln w="19050">
            <a:solidFill>
              <a:srgbClr val="C7CDD4"/>
            </a:solidFill>
            <a:prstDash val="solid"/>
            <a:headEnd type="none"/>
            <a:tailEnd type="triangle"/>
          </a:ln>
        </p:spPr>
        <p:txBody>
          <a:bodyPr/>
          <a:lstStyle/>
          <a:p>
            <a:endParaRPr lang="en-US" noProof="0"/>
          </a:p>
        </p:txBody>
      </p:sp>
      <p:sp>
        <p:nvSpPr>
          <p:cNvPr id="43" name="Shape 41"/>
          <p:cNvSpPr/>
          <p:nvPr/>
        </p:nvSpPr>
        <p:spPr>
          <a:xfrm>
            <a:off x="6940296"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4" name="Text 42"/>
          <p:cNvSpPr/>
          <p:nvPr/>
        </p:nvSpPr>
        <p:spPr>
          <a:xfrm>
            <a:off x="6940296"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pitchFamily="34" charset="0"/>
                <a:ea typeface="Segoe UI Semibold" pitchFamily="34" charset="-122"/>
                <a:cs typeface="Segoe UI Semibold" pitchFamily="34" charset="-120"/>
              </a:rPr>
              <a:t>Piper</a:t>
            </a:r>
            <a:endParaRPr lang="en-US" sz="1500" noProof="0"/>
          </a:p>
        </p:txBody>
      </p:sp>
      <p:sp>
        <p:nvSpPr>
          <p:cNvPr id="45" name="Shape 43"/>
          <p:cNvSpPr/>
          <p:nvPr/>
        </p:nvSpPr>
        <p:spPr>
          <a:xfrm>
            <a:off x="8769096" y="3730752"/>
            <a:ext cx="329184" cy="0"/>
          </a:xfrm>
          <a:prstGeom prst="line">
            <a:avLst/>
          </a:prstGeom>
          <a:noFill/>
          <a:ln w="19050">
            <a:solidFill>
              <a:srgbClr val="C7CDD4"/>
            </a:solidFill>
            <a:prstDash val="solid"/>
            <a:headEnd type="none"/>
            <a:tailEnd type="triangle"/>
          </a:ln>
        </p:spPr>
        <p:txBody>
          <a:bodyPr/>
          <a:lstStyle/>
          <a:p>
            <a:endParaRPr lang="en-US" noProof="0"/>
          </a:p>
        </p:txBody>
      </p:sp>
      <p:sp>
        <p:nvSpPr>
          <p:cNvPr id="46" name="Shape 44"/>
          <p:cNvSpPr/>
          <p:nvPr/>
        </p:nvSpPr>
        <p:spPr>
          <a:xfrm>
            <a:off x="9153144"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7" name="Text 45"/>
          <p:cNvSpPr/>
          <p:nvPr/>
        </p:nvSpPr>
        <p:spPr>
          <a:xfrm>
            <a:off x="9153144"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pitchFamily="34" charset="0"/>
                <a:ea typeface="Segoe UI Semibold" pitchFamily="34" charset="-122"/>
                <a:cs typeface="Segoe UI Semibold" pitchFamily="34" charset="-120"/>
              </a:rPr>
              <a:t>Local</a:t>
            </a:r>
            <a:endParaRPr lang="en-US" sz="1500" noProof="0"/>
          </a:p>
        </p:txBody>
      </p:sp>
      <p:sp>
        <p:nvSpPr>
          <p:cNvPr id="48" name="Shape 46"/>
          <p:cNvSpPr/>
          <p:nvPr/>
        </p:nvSpPr>
        <p:spPr>
          <a:xfrm>
            <a:off x="731520" y="4315968"/>
            <a:ext cx="2743200" cy="1463040"/>
          </a:xfrm>
          <a:prstGeom prst="roundRect">
            <a:avLst>
              <a:gd name="adj" fmla="val 4375"/>
            </a:avLst>
          </a:prstGeom>
          <a:solidFill>
            <a:srgbClr val="131E2E"/>
          </a:solidFill>
          <a:ln w="12700">
            <a:solidFill>
              <a:srgbClr val="26344A"/>
            </a:solidFill>
            <a:prstDash val="solid"/>
          </a:ln>
        </p:spPr>
        <p:txBody>
          <a:bodyPr/>
          <a:lstStyle/>
          <a:p>
            <a:endParaRPr lang="en-US" noProof="0"/>
          </a:p>
        </p:txBody>
      </p:sp>
      <p:sp>
        <p:nvSpPr>
          <p:cNvPr id="49" name="Text 47"/>
          <p:cNvSpPr/>
          <p:nvPr/>
        </p:nvSpPr>
        <p:spPr>
          <a:xfrm>
            <a:off x="1362456" y="4767072"/>
            <a:ext cx="2304288" cy="676656"/>
          </a:xfrm>
          <a:prstGeom prst="rect">
            <a:avLst/>
          </a:prstGeom>
          <a:noFill/>
          <a:ln/>
        </p:spPr>
        <p:txBody>
          <a:bodyPr wrap="square" lIns="0" tIns="0" rIns="0" bIns="0" rtlCol="0" anchor="t"/>
          <a:lstStyle/>
          <a:p>
            <a:pPr marL="0" indent="0">
              <a:buNone/>
            </a:pPr>
            <a:r>
              <a:rPr lang="en-US" sz="4400" noProof="0">
                <a:solidFill>
                  <a:srgbClr val="F2A93B"/>
                </a:solidFill>
                <a:latin typeface="Segoe UI Semibold" pitchFamily="34" charset="0"/>
                <a:ea typeface="Segoe UI Semibold" pitchFamily="34" charset="-122"/>
                <a:cs typeface="Segoe UI Semibold" pitchFamily="34" charset="-120"/>
              </a:rPr>
              <a:t>For 90 s</a:t>
            </a:r>
            <a:endParaRPr lang="en-US" sz="4400" noProof="0"/>
          </a:p>
        </p:txBody>
      </p:sp>
      <p:sp>
        <p:nvSpPr>
          <p:cNvPr id="50" name="Text 48"/>
          <p:cNvSpPr/>
          <p:nvPr/>
        </p:nvSpPr>
        <p:spPr>
          <a:xfrm>
            <a:off x="861822" y="4434840"/>
            <a:ext cx="2304288" cy="512064"/>
          </a:xfrm>
          <a:prstGeom prst="rect">
            <a:avLst/>
          </a:prstGeom>
          <a:noFill/>
          <a:ln/>
        </p:spPr>
        <p:txBody>
          <a:bodyPr wrap="square" lIns="0" tIns="0" rIns="0" bIns="0" rtlCol="0" anchor="t"/>
          <a:lstStyle/>
          <a:p>
            <a:pPr marL="0" indent="0">
              <a:lnSpc>
                <a:spcPct val="108000"/>
              </a:lnSpc>
              <a:buNone/>
            </a:pPr>
            <a:r>
              <a:rPr lang="en-US" sz="1250" noProof="0">
                <a:solidFill>
                  <a:srgbClr val="8A97A9"/>
                </a:solidFill>
                <a:latin typeface="Segoe UI" pitchFamily="34" charset="0"/>
                <a:ea typeface="Segoe UI" pitchFamily="34" charset="-122"/>
                <a:cs typeface="Segoe UI" pitchFamily="34" charset="-120"/>
              </a:rPr>
              <a:t>An engine that throws is benched</a:t>
            </a:r>
            <a:endParaRPr lang="en-US" sz="1250" noProof="0"/>
          </a:p>
        </p:txBody>
      </p:sp>
      <p:sp>
        <p:nvSpPr>
          <p:cNvPr id="51" name="Shape 49"/>
          <p:cNvSpPr/>
          <p:nvPr/>
        </p:nvSpPr>
        <p:spPr>
          <a:xfrm>
            <a:off x="3776472" y="448787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52" name="Text 50"/>
          <p:cNvSpPr/>
          <p:nvPr/>
        </p:nvSpPr>
        <p:spPr>
          <a:xfrm>
            <a:off x="4059936" y="4389120"/>
            <a:ext cx="7397496" cy="597408"/>
          </a:xfrm>
          <a:prstGeom prst="rect">
            <a:avLst/>
          </a:prstGeom>
          <a:noFill/>
          <a:ln/>
        </p:spPr>
        <p:txBody>
          <a:bodyPr wrap="square" lIns="0" tIns="0" rIns="0" bIns="0" rtlCol="0" anchor="t"/>
          <a:lstStyle/>
          <a:p>
            <a:pPr marL="0" indent="0">
              <a:lnSpc>
                <a:spcPct val="108000"/>
              </a:lnSpc>
              <a:buNone/>
            </a:pPr>
            <a:r>
              <a:rPr lang="en-US" sz="1500" noProof="0">
                <a:solidFill>
                  <a:srgbClr val="F2F6FB"/>
                </a:solidFill>
                <a:latin typeface="Segoe UI" pitchFamily="34" charset="0"/>
                <a:ea typeface="Segoe UI" pitchFamily="34" charset="-122"/>
                <a:cs typeface="Segoe UI" pitchFamily="34" charset="-120"/>
              </a:rPr>
              <a:t>Without the bench, a dead network makes </a:t>
            </a:r>
            <a:r>
              <a:rPr lang="en-US" sz="1500" b="1" noProof="0">
                <a:solidFill>
                  <a:srgbClr val="F2A93B"/>
                </a:solidFill>
                <a:latin typeface="Segoe UI" pitchFamily="34" charset="0"/>
                <a:ea typeface="Segoe UI" pitchFamily="34" charset="-122"/>
                <a:cs typeface="Segoe UI" pitchFamily="34" charset="-120"/>
              </a:rPr>
              <a:t>every sentence</a:t>
            </a:r>
            <a:r>
              <a:rPr lang="en-US" sz="1500" noProof="0">
                <a:solidFill>
                  <a:srgbClr val="F2F6FB"/>
                </a:solidFill>
                <a:latin typeface="Segoe UI" pitchFamily="34" charset="0"/>
                <a:ea typeface="Segoe UI" pitchFamily="34" charset="-122"/>
                <a:cs typeface="Segoe UI" pitchFamily="34" charset="-120"/>
              </a:rPr>
              <a:t> pay a full timeout before falling through.</a:t>
            </a:r>
            <a:endParaRPr lang="en-US" sz="1500" noProof="0"/>
          </a:p>
        </p:txBody>
      </p:sp>
      <p:sp>
        <p:nvSpPr>
          <p:cNvPr id="5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6</a:t>
            </a:fld>
            <a:endParaRPr lang="en-US" noProof="0"/>
          </a:p>
        </p:txBody>
      </p:sp>
      <p:sp>
        <p:nvSpPr>
          <p:cNvPr id="57" name="Text 48">
            <a:extLst>
              <a:ext uri="{FF2B5EF4-FFF2-40B4-BE49-F238E27FC236}">
                <a16:creationId xmlns:a16="http://schemas.microsoft.com/office/drawing/2014/main" id="{D4B8B2C1-F942-A6BD-1198-5A9077A4FD23}"/>
              </a:ext>
            </a:extLst>
          </p:cNvPr>
          <p:cNvSpPr/>
          <p:nvPr/>
        </p:nvSpPr>
        <p:spPr>
          <a:xfrm>
            <a:off x="861822" y="5443728"/>
            <a:ext cx="2304288" cy="512064"/>
          </a:xfrm>
          <a:prstGeom prst="rect">
            <a:avLst/>
          </a:prstGeom>
          <a:noFill/>
          <a:ln/>
        </p:spPr>
        <p:txBody>
          <a:bodyPr wrap="square" lIns="0" tIns="0" rIns="0" bIns="0" rtlCol="0" anchor="t"/>
          <a:lstStyle/>
          <a:p>
            <a:pPr marL="0" indent="0">
              <a:lnSpc>
                <a:spcPct val="108000"/>
              </a:lnSpc>
              <a:buNone/>
            </a:pPr>
            <a:r>
              <a:rPr lang="en-US" sz="1250" noProof="0">
                <a:solidFill>
                  <a:srgbClr val="8A97A9"/>
                </a:solidFill>
                <a:latin typeface="Segoe UI" pitchFamily="34" charset="0"/>
                <a:ea typeface="Segoe UI" pitchFamily="34" charset="-122"/>
                <a:cs typeface="Segoe UI" pitchFamily="34" charset="-120"/>
              </a:rPr>
              <a:t>then quietly retried.</a:t>
            </a:r>
            <a:endParaRPr lang="en-US" sz="1250" noProof="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457200"/>
            <a:ext cx="1062076"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SPEECH</a:t>
            </a:r>
            <a:endParaRPr lang="en-US" sz="1050" noProof="0">
              <a:solidFill>
                <a:srgbClr val="5FD08A"/>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Hiding the latency</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Fixing the Lag and Delay issues in the Talking</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Text 11"/>
          <p:cNvSpPr/>
          <p:nvPr/>
        </p:nvSpPr>
        <p:spPr>
          <a:xfrm>
            <a:off x="731520" y="2377440"/>
            <a:ext cx="5486400" cy="219456"/>
          </a:xfrm>
          <a:prstGeom prst="rect">
            <a:avLst/>
          </a:prstGeom>
          <a:noFill/>
          <a:ln/>
        </p:spPr>
        <p:txBody>
          <a:bodyPr wrap="square" lIns="0" tIns="0" rIns="0" bIns="0" rtlCol="0" anchor="t"/>
          <a:lstStyle/>
          <a:p>
            <a:pPr marL="0" indent="0">
              <a:buNone/>
            </a:pPr>
            <a:r>
              <a:rPr lang="en-US" sz="1000" b="1" kern="0" spc="110" noProof="0">
                <a:solidFill>
                  <a:srgbClr val="8A97A9"/>
                </a:solidFill>
                <a:latin typeface="Segoe UI"/>
                <a:ea typeface="Segoe UI" pitchFamily="34" charset="-122"/>
                <a:cs typeface="Segoe UI"/>
              </a:rPr>
              <a:t>BEFORE</a:t>
            </a:r>
            <a:r>
              <a:rPr lang="en-US" sz="1000" b="1" kern="0" spc="110">
                <a:solidFill>
                  <a:srgbClr val="8A97A9"/>
                </a:solidFill>
                <a:latin typeface="Segoe UI"/>
                <a:ea typeface="Segoe UI" pitchFamily="34" charset="-122"/>
                <a:cs typeface="Segoe UI"/>
              </a:rPr>
              <a:t>:</a:t>
            </a:r>
            <a:r>
              <a:rPr lang="en-US" sz="1000" b="1" kern="0" spc="110" noProof="0">
                <a:solidFill>
                  <a:srgbClr val="8A97A9"/>
                </a:solidFill>
                <a:latin typeface="Segoe UI"/>
                <a:ea typeface="Segoe UI" pitchFamily="34" charset="-122"/>
                <a:cs typeface="Segoe UI"/>
              </a:rPr>
              <a:t> THEY TAKE TURNS</a:t>
            </a:r>
            <a:endParaRPr lang="en-US" sz="1000" noProof="0">
              <a:latin typeface="Segoe UI"/>
              <a:cs typeface="Segoe UI"/>
            </a:endParaRPr>
          </a:p>
        </p:txBody>
      </p:sp>
      <p:sp>
        <p:nvSpPr>
          <p:cNvPr id="14" name="Shape 12"/>
          <p:cNvSpPr/>
          <p:nvPr/>
        </p:nvSpPr>
        <p:spPr>
          <a:xfrm>
            <a:off x="731520" y="2651760"/>
            <a:ext cx="822960" cy="420624"/>
          </a:xfrm>
          <a:prstGeom prst="roundRect">
            <a:avLst>
              <a:gd name="adj" fmla="val 10870"/>
            </a:avLst>
          </a:prstGeom>
          <a:solidFill>
            <a:srgbClr val="0F1826"/>
          </a:solidFill>
          <a:ln w="12700">
            <a:solidFill>
              <a:srgbClr val="26344A"/>
            </a:solidFill>
            <a:prstDash val="solid"/>
          </a:ln>
        </p:spPr>
        <p:txBody>
          <a:bodyPr/>
          <a:lstStyle/>
          <a:p>
            <a:endParaRPr lang="en-US" noProof="0"/>
          </a:p>
        </p:txBody>
      </p:sp>
      <p:sp>
        <p:nvSpPr>
          <p:cNvPr id="15" name="Text 13"/>
          <p:cNvSpPr/>
          <p:nvPr/>
        </p:nvSpPr>
        <p:spPr>
          <a:xfrm>
            <a:off x="786384" y="2761488"/>
            <a:ext cx="713232"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synth</a:t>
            </a:r>
            <a:endParaRPr lang="en-US" sz="1000" noProof="0"/>
          </a:p>
        </p:txBody>
      </p:sp>
      <p:sp>
        <p:nvSpPr>
          <p:cNvPr id="16" name="Shape 14"/>
          <p:cNvSpPr/>
          <p:nvPr/>
        </p:nvSpPr>
        <p:spPr>
          <a:xfrm>
            <a:off x="1591056" y="2651760"/>
            <a:ext cx="1399032" cy="420624"/>
          </a:xfrm>
          <a:prstGeom prst="roundRect">
            <a:avLst>
              <a:gd name="adj" fmla="val 10870"/>
            </a:avLst>
          </a:prstGeom>
          <a:solidFill>
            <a:srgbClr val="131E2E"/>
          </a:solidFill>
          <a:ln w="12700">
            <a:solidFill>
              <a:srgbClr val="26344A"/>
            </a:solidFill>
            <a:prstDash val="solid"/>
          </a:ln>
        </p:spPr>
        <p:txBody>
          <a:bodyPr/>
          <a:lstStyle/>
          <a:p>
            <a:endParaRPr lang="en-US" noProof="0"/>
          </a:p>
        </p:txBody>
      </p:sp>
      <p:sp>
        <p:nvSpPr>
          <p:cNvPr id="17" name="Text 15"/>
          <p:cNvSpPr/>
          <p:nvPr/>
        </p:nvSpPr>
        <p:spPr>
          <a:xfrm>
            <a:off x="1645920" y="2761488"/>
            <a:ext cx="1289304"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play</a:t>
            </a:r>
            <a:endParaRPr lang="en-US" sz="1000" noProof="0"/>
          </a:p>
        </p:txBody>
      </p:sp>
      <p:sp>
        <p:nvSpPr>
          <p:cNvPr id="18" name="Shape 16"/>
          <p:cNvSpPr/>
          <p:nvPr/>
        </p:nvSpPr>
        <p:spPr>
          <a:xfrm>
            <a:off x="3026664" y="2651760"/>
            <a:ext cx="822960" cy="420624"/>
          </a:xfrm>
          <a:prstGeom prst="roundRect">
            <a:avLst>
              <a:gd name="adj" fmla="val 10870"/>
            </a:avLst>
          </a:prstGeom>
          <a:solidFill>
            <a:srgbClr val="0F1826"/>
          </a:solidFill>
          <a:ln w="12700">
            <a:solidFill>
              <a:srgbClr val="26344A"/>
            </a:solidFill>
            <a:prstDash val="solid"/>
          </a:ln>
        </p:spPr>
        <p:txBody>
          <a:bodyPr/>
          <a:lstStyle/>
          <a:p>
            <a:endParaRPr lang="en-US" noProof="0"/>
          </a:p>
        </p:txBody>
      </p:sp>
      <p:sp>
        <p:nvSpPr>
          <p:cNvPr id="19" name="Text 17"/>
          <p:cNvSpPr/>
          <p:nvPr/>
        </p:nvSpPr>
        <p:spPr>
          <a:xfrm>
            <a:off x="3081528" y="2761488"/>
            <a:ext cx="713232"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synth</a:t>
            </a:r>
            <a:endParaRPr lang="en-US" sz="1000" noProof="0"/>
          </a:p>
        </p:txBody>
      </p:sp>
      <p:sp>
        <p:nvSpPr>
          <p:cNvPr id="20" name="Shape 18"/>
          <p:cNvSpPr/>
          <p:nvPr/>
        </p:nvSpPr>
        <p:spPr>
          <a:xfrm>
            <a:off x="3886200" y="2651760"/>
            <a:ext cx="1399032" cy="420624"/>
          </a:xfrm>
          <a:prstGeom prst="roundRect">
            <a:avLst>
              <a:gd name="adj" fmla="val 10870"/>
            </a:avLst>
          </a:prstGeom>
          <a:solidFill>
            <a:srgbClr val="131E2E"/>
          </a:solidFill>
          <a:ln w="12700">
            <a:solidFill>
              <a:srgbClr val="26344A"/>
            </a:solidFill>
            <a:prstDash val="solid"/>
          </a:ln>
        </p:spPr>
        <p:txBody>
          <a:bodyPr/>
          <a:lstStyle/>
          <a:p>
            <a:endParaRPr lang="en-US" noProof="0"/>
          </a:p>
        </p:txBody>
      </p:sp>
      <p:sp>
        <p:nvSpPr>
          <p:cNvPr id="21" name="Text 19"/>
          <p:cNvSpPr/>
          <p:nvPr/>
        </p:nvSpPr>
        <p:spPr>
          <a:xfrm>
            <a:off x="3941064" y="2761488"/>
            <a:ext cx="1289304"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play</a:t>
            </a:r>
            <a:endParaRPr lang="en-US" sz="1000" noProof="0"/>
          </a:p>
        </p:txBody>
      </p:sp>
      <p:sp>
        <p:nvSpPr>
          <p:cNvPr id="22" name="Shape 20"/>
          <p:cNvSpPr/>
          <p:nvPr/>
        </p:nvSpPr>
        <p:spPr>
          <a:xfrm>
            <a:off x="5321808" y="2651760"/>
            <a:ext cx="822960" cy="420624"/>
          </a:xfrm>
          <a:prstGeom prst="roundRect">
            <a:avLst>
              <a:gd name="adj" fmla="val 10870"/>
            </a:avLst>
          </a:prstGeom>
          <a:solidFill>
            <a:srgbClr val="0F1826"/>
          </a:solidFill>
          <a:ln w="12700">
            <a:solidFill>
              <a:srgbClr val="26344A"/>
            </a:solidFill>
            <a:prstDash val="solid"/>
          </a:ln>
        </p:spPr>
        <p:txBody>
          <a:bodyPr/>
          <a:lstStyle/>
          <a:p>
            <a:endParaRPr lang="en-US" noProof="0"/>
          </a:p>
        </p:txBody>
      </p:sp>
      <p:sp>
        <p:nvSpPr>
          <p:cNvPr id="23" name="Text 21"/>
          <p:cNvSpPr/>
          <p:nvPr/>
        </p:nvSpPr>
        <p:spPr>
          <a:xfrm>
            <a:off x="5376672" y="2761488"/>
            <a:ext cx="713232"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synth</a:t>
            </a:r>
            <a:endParaRPr lang="en-US" sz="1000" noProof="0"/>
          </a:p>
        </p:txBody>
      </p:sp>
      <p:sp>
        <p:nvSpPr>
          <p:cNvPr id="24" name="Shape 22"/>
          <p:cNvSpPr/>
          <p:nvPr/>
        </p:nvSpPr>
        <p:spPr>
          <a:xfrm>
            <a:off x="6181344" y="2651760"/>
            <a:ext cx="1399032" cy="420624"/>
          </a:xfrm>
          <a:prstGeom prst="roundRect">
            <a:avLst>
              <a:gd name="adj" fmla="val 10870"/>
            </a:avLst>
          </a:prstGeom>
          <a:solidFill>
            <a:srgbClr val="131E2E"/>
          </a:solidFill>
          <a:ln w="12700">
            <a:solidFill>
              <a:srgbClr val="26344A"/>
            </a:solidFill>
            <a:prstDash val="solid"/>
          </a:ln>
        </p:spPr>
        <p:txBody>
          <a:bodyPr/>
          <a:lstStyle/>
          <a:p>
            <a:endParaRPr lang="en-US" noProof="0"/>
          </a:p>
        </p:txBody>
      </p:sp>
      <p:sp>
        <p:nvSpPr>
          <p:cNvPr id="25" name="Text 23"/>
          <p:cNvSpPr/>
          <p:nvPr/>
        </p:nvSpPr>
        <p:spPr>
          <a:xfrm>
            <a:off x="6236208" y="2761488"/>
            <a:ext cx="1289304" cy="201168"/>
          </a:xfrm>
          <a:prstGeom prst="rect">
            <a:avLst/>
          </a:prstGeom>
          <a:noFill/>
          <a:ln/>
        </p:spPr>
        <p:txBody>
          <a:bodyPr wrap="square" lIns="0" tIns="0" rIns="0" bIns="0" rtlCol="0" anchor="t"/>
          <a:lstStyle/>
          <a:p>
            <a:pPr marL="0" indent="0" algn="ctr">
              <a:buNone/>
            </a:pPr>
            <a:r>
              <a:rPr lang="en-US" sz="1000" noProof="0">
                <a:solidFill>
                  <a:srgbClr val="8A97A9"/>
                </a:solidFill>
                <a:latin typeface="Segoe UI" pitchFamily="34" charset="0"/>
                <a:ea typeface="Segoe UI" pitchFamily="34" charset="-122"/>
                <a:cs typeface="Segoe UI" pitchFamily="34" charset="-120"/>
              </a:rPr>
              <a:t>play</a:t>
            </a:r>
            <a:endParaRPr lang="en-US" sz="1000" noProof="0"/>
          </a:p>
        </p:txBody>
      </p:sp>
      <p:sp>
        <p:nvSpPr>
          <p:cNvPr id="26" name="Text 24"/>
          <p:cNvSpPr/>
          <p:nvPr/>
        </p:nvSpPr>
        <p:spPr>
          <a:xfrm>
            <a:off x="7708392" y="2724912"/>
            <a:ext cx="548640" cy="256032"/>
          </a:xfrm>
          <a:prstGeom prst="rect">
            <a:avLst/>
          </a:prstGeom>
          <a:noFill/>
          <a:ln/>
        </p:spPr>
        <p:txBody>
          <a:bodyPr wrap="square" lIns="0" tIns="0" rIns="0" bIns="0" rtlCol="0" anchor="t"/>
          <a:lstStyle/>
          <a:p>
            <a:pPr marL="0" indent="0">
              <a:buNone/>
            </a:pPr>
            <a:r>
              <a:rPr lang="en-US" sz="1300" noProof="0">
                <a:solidFill>
                  <a:srgbClr val="8A97A9"/>
                </a:solidFill>
                <a:latin typeface="Segoe UI" pitchFamily="34" charset="0"/>
                <a:ea typeface="Segoe UI" pitchFamily="34" charset="-122"/>
                <a:cs typeface="Segoe UI" pitchFamily="34" charset="-120"/>
              </a:rPr>
              <a:t>8.1</a:t>
            </a:r>
            <a:endParaRPr lang="en-US" sz="1300" noProof="0"/>
          </a:p>
        </p:txBody>
      </p:sp>
      <p:sp>
        <p:nvSpPr>
          <p:cNvPr id="27" name="Text 25"/>
          <p:cNvSpPr/>
          <p:nvPr/>
        </p:nvSpPr>
        <p:spPr>
          <a:xfrm>
            <a:off x="731520" y="3529584"/>
            <a:ext cx="7315200" cy="219456"/>
          </a:xfrm>
          <a:prstGeom prst="rect">
            <a:avLst/>
          </a:prstGeom>
          <a:noFill/>
          <a:ln/>
        </p:spPr>
        <p:txBody>
          <a:bodyPr wrap="square" lIns="0" tIns="0" rIns="0" bIns="0" rtlCol="0" anchor="t"/>
          <a:lstStyle/>
          <a:p>
            <a:pPr marL="0" indent="0">
              <a:buNone/>
            </a:pPr>
            <a:r>
              <a:rPr lang="en-US" sz="1000" b="1" kern="0" spc="110" noProof="0">
                <a:solidFill>
                  <a:srgbClr val="F2A93B"/>
                </a:solidFill>
                <a:latin typeface="Segoe UI"/>
                <a:ea typeface="Segoe UI" pitchFamily="34" charset="-122"/>
                <a:cs typeface="Segoe UI"/>
              </a:rPr>
              <a:t>NOW</a:t>
            </a:r>
            <a:r>
              <a:rPr lang="en-US" sz="1000" b="1" kern="0" spc="110">
                <a:solidFill>
                  <a:srgbClr val="F2A93B"/>
                </a:solidFill>
                <a:latin typeface="Segoe UI"/>
                <a:ea typeface="Segoe UI" pitchFamily="34" charset="-122"/>
                <a:cs typeface="Segoe UI"/>
              </a:rPr>
              <a:t>:</a:t>
            </a:r>
            <a:r>
              <a:rPr lang="en-US" sz="1000" b="1" kern="0" spc="110" noProof="0">
                <a:solidFill>
                  <a:srgbClr val="F2A93B"/>
                </a:solidFill>
                <a:latin typeface="Segoe UI"/>
                <a:ea typeface="Segoe UI" pitchFamily="34" charset="-122"/>
                <a:cs typeface="Segoe UI"/>
              </a:rPr>
              <a:t> THE NEXT ONE RENDERS WHILE THIS ONE PLAYS</a:t>
            </a:r>
            <a:endParaRPr lang="en-US" sz="1000" noProof="0">
              <a:latin typeface="Segoe UI"/>
              <a:cs typeface="Segoe UI"/>
            </a:endParaRPr>
          </a:p>
        </p:txBody>
      </p:sp>
      <p:sp>
        <p:nvSpPr>
          <p:cNvPr id="28" name="Text 26"/>
          <p:cNvSpPr/>
          <p:nvPr/>
        </p:nvSpPr>
        <p:spPr>
          <a:xfrm>
            <a:off x="731520" y="3840480"/>
            <a:ext cx="914400" cy="219456"/>
          </a:xfrm>
          <a:prstGeom prst="rect">
            <a:avLst/>
          </a:prstGeom>
          <a:noFill/>
          <a:ln/>
        </p:spPr>
        <p:txBody>
          <a:bodyPr wrap="square" lIns="0" tIns="0" rIns="0" bIns="0" rtlCol="0" anchor="t"/>
          <a:lstStyle/>
          <a:p>
            <a:pPr marL="0" indent="0" algn="r">
              <a:buNone/>
            </a:pPr>
            <a:r>
              <a:rPr lang="en-US" sz="1050" noProof="0">
                <a:solidFill>
                  <a:srgbClr val="8A97A9"/>
                </a:solidFill>
                <a:latin typeface="Segoe UI" pitchFamily="34" charset="0"/>
                <a:ea typeface="Segoe UI" pitchFamily="34" charset="-122"/>
                <a:cs typeface="Segoe UI" pitchFamily="34" charset="-120"/>
              </a:rPr>
              <a:t>synthesis</a:t>
            </a:r>
            <a:endParaRPr lang="en-US" sz="1050" noProof="0"/>
          </a:p>
        </p:txBody>
      </p:sp>
      <p:sp>
        <p:nvSpPr>
          <p:cNvPr id="29" name="Text 27"/>
          <p:cNvSpPr/>
          <p:nvPr/>
        </p:nvSpPr>
        <p:spPr>
          <a:xfrm>
            <a:off x="731520" y="4370832"/>
            <a:ext cx="914400" cy="219456"/>
          </a:xfrm>
          <a:prstGeom prst="rect">
            <a:avLst/>
          </a:prstGeom>
          <a:noFill/>
          <a:ln/>
        </p:spPr>
        <p:txBody>
          <a:bodyPr wrap="square" lIns="0" tIns="0" rIns="0" bIns="0" rtlCol="0" anchor="t"/>
          <a:lstStyle/>
          <a:p>
            <a:pPr marL="0" indent="0" algn="r">
              <a:buNone/>
            </a:pPr>
            <a:r>
              <a:rPr lang="en-US" sz="1050" noProof="0">
                <a:solidFill>
                  <a:srgbClr val="8A97A9"/>
                </a:solidFill>
                <a:latin typeface="Segoe UI" pitchFamily="34" charset="0"/>
                <a:ea typeface="Segoe UI" pitchFamily="34" charset="-122"/>
                <a:cs typeface="Segoe UI" pitchFamily="34" charset="-120"/>
              </a:rPr>
              <a:t>playback</a:t>
            </a:r>
            <a:endParaRPr lang="en-US" sz="1050" noProof="0"/>
          </a:p>
        </p:txBody>
      </p:sp>
      <p:sp>
        <p:nvSpPr>
          <p:cNvPr id="30" name="Shape 28"/>
          <p:cNvSpPr/>
          <p:nvPr/>
        </p:nvSpPr>
        <p:spPr>
          <a:xfrm>
            <a:off x="1737360" y="3803904"/>
            <a:ext cx="822960" cy="365760"/>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31" name="Text 29"/>
          <p:cNvSpPr/>
          <p:nvPr/>
        </p:nvSpPr>
        <p:spPr>
          <a:xfrm>
            <a:off x="1792224" y="3886200"/>
            <a:ext cx="713232" cy="201168"/>
          </a:xfrm>
          <a:prstGeom prst="rect">
            <a:avLst/>
          </a:prstGeom>
          <a:noFill/>
          <a:ln/>
        </p:spPr>
        <p:txBody>
          <a:bodyPr wrap="square" lIns="0" tIns="0" rIns="0" bIns="0" rtlCol="0" anchor="t"/>
          <a:lstStyle/>
          <a:p>
            <a:pPr marL="0" indent="0" algn="ctr">
              <a:buNone/>
            </a:pPr>
            <a:r>
              <a:rPr lang="en-US" sz="1000" noProof="0">
                <a:solidFill>
                  <a:srgbClr val="F2A93B"/>
                </a:solidFill>
                <a:latin typeface="Segoe UI" pitchFamily="34" charset="0"/>
                <a:ea typeface="Segoe UI" pitchFamily="34" charset="-122"/>
                <a:cs typeface="Segoe UI" pitchFamily="34" charset="-120"/>
              </a:rPr>
              <a:t>S1</a:t>
            </a:r>
            <a:endParaRPr lang="en-US" sz="1000" noProof="0"/>
          </a:p>
        </p:txBody>
      </p:sp>
      <p:sp>
        <p:nvSpPr>
          <p:cNvPr id="32" name="Shape 30"/>
          <p:cNvSpPr/>
          <p:nvPr/>
        </p:nvSpPr>
        <p:spPr>
          <a:xfrm>
            <a:off x="3136392" y="3803904"/>
            <a:ext cx="822960" cy="365760"/>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33" name="Text 31"/>
          <p:cNvSpPr/>
          <p:nvPr/>
        </p:nvSpPr>
        <p:spPr>
          <a:xfrm>
            <a:off x="3191256" y="3886200"/>
            <a:ext cx="713232" cy="201168"/>
          </a:xfrm>
          <a:prstGeom prst="rect">
            <a:avLst/>
          </a:prstGeom>
          <a:noFill/>
          <a:ln/>
        </p:spPr>
        <p:txBody>
          <a:bodyPr wrap="square" lIns="0" tIns="0" rIns="0" bIns="0" rtlCol="0" anchor="t"/>
          <a:lstStyle/>
          <a:p>
            <a:pPr marL="0" indent="0" algn="ctr">
              <a:buNone/>
            </a:pPr>
            <a:r>
              <a:rPr lang="en-US" sz="1000" noProof="0">
                <a:solidFill>
                  <a:srgbClr val="F2A93B"/>
                </a:solidFill>
                <a:latin typeface="Segoe UI" pitchFamily="34" charset="0"/>
                <a:ea typeface="Segoe UI" pitchFamily="34" charset="-122"/>
                <a:cs typeface="Segoe UI" pitchFamily="34" charset="-120"/>
              </a:rPr>
              <a:t>S2</a:t>
            </a:r>
            <a:endParaRPr lang="en-US" sz="1000" noProof="0"/>
          </a:p>
        </p:txBody>
      </p:sp>
      <p:sp>
        <p:nvSpPr>
          <p:cNvPr id="34" name="Shape 32"/>
          <p:cNvSpPr/>
          <p:nvPr/>
        </p:nvSpPr>
        <p:spPr>
          <a:xfrm>
            <a:off x="4535424" y="3803904"/>
            <a:ext cx="822960" cy="365760"/>
          </a:xfrm>
          <a:prstGeom prst="roundRect">
            <a:avLst>
              <a:gd name="adj" fmla="val 12500"/>
            </a:avLst>
          </a:prstGeom>
          <a:solidFill>
            <a:srgbClr val="1A2436"/>
          </a:solidFill>
          <a:ln w="12700">
            <a:solidFill>
              <a:srgbClr val="F2A93B"/>
            </a:solidFill>
            <a:prstDash val="solid"/>
          </a:ln>
        </p:spPr>
        <p:txBody>
          <a:bodyPr/>
          <a:lstStyle/>
          <a:p>
            <a:endParaRPr lang="en-US" noProof="0"/>
          </a:p>
        </p:txBody>
      </p:sp>
      <p:sp>
        <p:nvSpPr>
          <p:cNvPr id="35" name="Text 33"/>
          <p:cNvSpPr/>
          <p:nvPr/>
        </p:nvSpPr>
        <p:spPr>
          <a:xfrm>
            <a:off x="4590288" y="3886200"/>
            <a:ext cx="713232" cy="201168"/>
          </a:xfrm>
          <a:prstGeom prst="rect">
            <a:avLst/>
          </a:prstGeom>
          <a:noFill/>
          <a:ln/>
        </p:spPr>
        <p:txBody>
          <a:bodyPr wrap="square" lIns="0" tIns="0" rIns="0" bIns="0" rtlCol="0" anchor="t"/>
          <a:lstStyle/>
          <a:p>
            <a:pPr marL="0" indent="0" algn="ctr">
              <a:buNone/>
            </a:pPr>
            <a:r>
              <a:rPr lang="en-US" sz="1000" noProof="0">
                <a:solidFill>
                  <a:srgbClr val="F2A93B"/>
                </a:solidFill>
                <a:latin typeface="Segoe UI" pitchFamily="34" charset="0"/>
                <a:ea typeface="Segoe UI" pitchFamily="34" charset="-122"/>
                <a:cs typeface="Segoe UI" pitchFamily="34" charset="-120"/>
              </a:rPr>
              <a:t>S3</a:t>
            </a:r>
            <a:endParaRPr lang="en-US" sz="1000" noProof="0"/>
          </a:p>
        </p:txBody>
      </p:sp>
      <p:sp>
        <p:nvSpPr>
          <p:cNvPr id="36" name="Shape 34"/>
          <p:cNvSpPr/>
          <p:nvPr/>
        </p:nvSpPr>
        <p:spPr>
          <a:xfrm>
            <a:off x="2560320" y="4334256"/>
            <a:ext cx="1399032" cy="365760"/>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37" name="Text 35"/>
          <p:cNvSpPr/>
          <p:nvPr/>
        </p:nvSpPr>
        <p:spPr>
          <a:xfrm>
            <a:off x="2615184" y="4416552"/>
            <a:ext cx="1289304" cy="201168"/>
          </a:xfrm>
          <a:prstGeom prst="rect">
            <a:avLst/>
          </a:prstGeom>
          <a:noFill/>
          <a:ln/>
        </p:spPr>
        <p:txBody>
          <a:bodyPr wrap="square" lIns="0" tIns="0" rIns="0" bIns="0" rtlCol="0" anchor="t"/>
          <a:lstStyle/>
          <a:p>
            <a:pPr marL="0" indent="0" algn="ctr">
              <a:buNone/>
            </a:pPr>
            <a:r>
              <a:rPr lang="en-US" sz="1000" noProof="0">
                <a:solidFill>
                  <a:srgbClr val="C7CDD4"/>
                </a:solidFill>
                <a:latin typeface="Segoe UI" pitchFamily="34" charset="0"/>
                <a:ea typeface="Segoe UI" pitchFamily="34" charset="-122"/>
                <a:cs typeface="Segoe UI" pitchFamily="34" charset="-120"/>
              </a:rPr>
              <a:t>play 1</a:t>
            </a:r>
            <a:endParaRPr lang="en-US" sz="1000" noProof="0"/>
          </a:p>
        </p:txBody>
      </p:sp>
      <p:sp>
        <p:nvSpPr>
          <p:cNvPr id="38" name="Shape 36"/>
          <p:cNvSpPr/>
          <p:nvPr/>
        </p:nvSpPr>
        <p:spPr>
          <a:xfrm>
            <a:off x="3959352" y="4334256"/>
            <a:ext cx="1399032" cy="365760"/>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39" name="Text 37"/>
          <p:cNvSpPr/>
          <p:nvPr/>
        </p:nvSpPr>
        <p:spPr>
          <a:xfrm>
            <a:off x="4014216" y="4416552"/>
            <a:ext cx="1289304" cy="201168"/>
          </a:xfrm>
          <a:prstGeom prst="rect">
            <a:avLst/>
          </a:prstGeom>
          <a:noFill/>
          <a:ln/>
        </p:spPr>
        <p:txBody>
          <a:bodyPr wrap="square" lIns="0" tIns="0" rIns="0" bIns="0" rtlCol="0" anchor="t"/>
          <a:lstStyle/>
          <a:p>
            <a:pPr marL="0" indent="0" algn="ctr">
              <a:buNone/>
            </a:pPr>
            <a:r>
              <a:rPr lang="en-US" sz="1000" noProof="0">
                <a:solidFill>
                  <a:srgbClr val="C7CDD4"/>
                </a:solidFill>
                <a:latin typeface="Segoe UI" pitchFamily="34" charset="0"/>
                <a:ea typeface="Segoe UI" pitchFamily="34" charset="-122"/>
                <a:cs typeface="Segoe UI" pitchFamily="34" charset="-120"/>
              </a:rPr>
              <a:t>play 2</a:t>
            </a:r>
            <a:endParaRPr lang="en-US" sz="1000" noProof="0"/>
          </a:p>
        </p:txBody>
      </p:sp>
      <p:sp>
        <p:nvSpPr>
          <p:cNvPr id="40" name="Shape 38"/>
          <p:cNvSpPr/>
          <p:nvPr/>
        </p:nvSpPr>
        <p:spPr>
          <a:xfrm>
            <a:off x="5358384" y="4334256"/>
            <a:ext cx="1399032" cy="365760"/>
          </a:xfrm>
          <a:prstGeom prst="roundRect">
            <a:avLst>
              <a:gd name="adj" fmla="val 12500"/>
            </a:avLst>
          </a:prstGeom>
          <a:solidFill>
            <a:srgbClr val="131E2E"/>
          </a:solidFill>
          <a:ln w="12700">
            <a:solidFill>
              <a:srgbClr val="26344A"/>
            </a:solidFill>
            <a:prstDash val="solid"/>
          </a:ln>
        </p:spPr>
        <p:txBody>
          <a:bodyPr/>
          <a:lstStyle/>
          <a:p>
            <a:endParaRPr lang="en-US" noProof="0"/>
          </a:p>
        </p:txBody>
      </p:sp>
      <p:sp>
        <p:nvSpPr>
          <p:cNvPr id="41" name="Text 39"/>
          <p:cNvSpPr/>
          <p:nvPr/>
        </p:nvSpPr>
        <p:spPr>
          <a:xfrm>
            <a:off x="5413248" y="4416552"/>
            <a:ext cx="1289304" cy="201168"/>
          </a:xfrm>
          <a:prstGeom prst="rect">
            <a:avLst/>
          </a:prstGeom>
          <a:noFill/>
          <a:ln/>
        </p:spPr>
        <p:txBody>
          <a:bodyPr wrap="square" lIns="0" tIns="0" rIns="0" bIns="0" rtlCol="0" anchor="t"/>
          <a:lstStyle/>
          <a:p>
            <a:pPr marL="0" indent="0" algn="ctr">
              <a:buNone/>
            </a:pPr>
            <a:r>
              <a:rPr lang="en-US" sz="1000" noProof="0">
                <a:solidFill>
                  <a:srgbClr val="C7CDD4"/>
                </a:solidFill>
                <a:latin typeface="Segoe UI" pitchFamily="34" charset="0"/>
                <a:ea typeface="Segoe UI" pitchFamily="34" charset="-122"/>
                <a:cs typeface="Segoe UI" pitchFamily="34" charset="-120"/>
              </a:rPr>
              <a:t>play 3</a:t>
            </a:r>
            <a:endParaRPr lang="en-US" sz="1000" noProof="0"/>
          </a:p>
        </p:txBody>
      </p:sp>
      <p:sp>
        <p:nvSpPr>
          <p:cNvPr id="42" name="Text 40"/>
          <p:cNvSpPr/>
          <p:nvPr/>
        </p:nvSpPr>
        <p:spPr>
          <a:xfrm>
            <a:off x="6848856" y="4389120"/>
            <a:ext cx="548640" cy="256032"/>
          </a:xfrm>
          <a:prstGeom prst="rect">
            <a:avLst/>
          </a:prstGeom>
          <a:noFill/>
          <a:ln/>
        </p:spPr>
        <p:txBody>
          <a:bodyPr wrap="square" lIns="0" tIns="0" rIns="0" bIns="0" rtlCol="0" anchor="t"/>
          <a:lstStyle/>
          <a:p>
            <a:pPr marL="0" indent="0">
              <a:buNone/>
            </a:pPr>
            <a:r>
              <a:rPr lang="en-US" sz="1300" noProof="0">
                <a:solidFill>
                  <a:srgbClr val="F2A93B"/>
                </a:solidFill>
                <a:latin typeface="Segoe UI" pitchFamily="34" charset="0"/>
                <a:ea typeface="Segoe UI" pitchFamily="34" charset="-122"/>
                <a:cs typeface="Segoe UI" pitchFamily="34" charset="-120"/>
              </a:rPr>
              <a:t>6.1</a:t>
            </a:r>
            <a:endParaRPr lang="en-US" sz="1300" noProof="0"/>
          </a:p>
        </p:txBody>
      </p:sp>
      <p:sp>
        <p:nvSpPr>
          <p:cNvPr id="43" name="Shape 41"/>
          <p:cNvSpPr/>
          <p:nvPr/>
        </p:nvSpPr>
        <p:spPr>
          <a:xfrm>
            <a:off x="731520" y="5120640"/>
            <a:ext cx="10728655" cy="713232"/>
          </a:xfrm>
          <a:prstGeom prst="roundRect">
            <a:avLst>
              <a:gd name="adj" fmla="val 8974"/>
            </a:avLst>
          </a:prstGeom>
          <a:solidFill>
            <a:srgbClr val="131E2E"/>
          </a:solidFill>
          <a:ln w="12700">
            <a:solidFill>
              <a:srgbClr val="26344A"/>
            </a:solidFill>
            <a:prstDash val="solid"/>
          </a:ln>
        </p:spPr>
        <p:txBody>
          <a:bodyPr/>
          <a:lstStyle/>
          <a:p>
            <a:endParaRPr lang="en-US" noProof="0"/>
          </a:p>
        </p:txBody>
      </p:sp>
      <p:sp>
        <p:nvSpPr>
          <p:cNvPr id="44" name="Shape 42"/>
          <p:cNvSpPr/>
          <p:nvPr/>
        </p:nvSpPr>
        <p:spPr>
          <a:xfrm>
            <a:off x="932688" y="5330952"/>
            <a:ext cx="292608" cy="292608"/>
          </a:xfrm>
          <a:prstGeom prst="roundRect">
            <a:avLst>
              <a:gd name="adj" fmla="val 156250"/>
            </a:avLst>
          </a:prstGeom>
          <a:solidFill>
            <a:srgbClr val="5E4318"/>
          </a:solidFill>
          <a:ln w="12700">
            <a:solidFill>
              <a:srgbClr val="F2A93B"/>
            </a:solidFill>
            <a:prstDash val="solid"/>
          </a:ln>
        </p:spPr>
        <p:txBody>
          <a:bodyPr/>
          <a:lstStyle/>
          <a:p>
            <a:endParaRPr lang="en-US" noProof="0"/>
          </a:p>
        </p:txBody>
      </p:sp>
      <p:sp>
        <p:nvSpPr>
          <p:cNvPr id="45" name="Text 43"/>
          <p:cNvSpPr/>
          <p:nvPr/>
        </p:nvSpPr>
        <p:spPr>
          <a:xfrm>
            <a:off x="932688" y="5381244"/>
            <a:ext cx="292608" cy="219456"/>
          </a:xfrm>
          <a:prstGeom prst="rect">
            <a:avLst/>
          </a:prstGeom>
          <a:noFill/>
          <a:ln/>
        </p:spPr>
        <p:txBody>
          <a:bodyPr wrap="square" lIns="0" tIns="0" rIns="0" bIns="0" rtlCol="0" anchor="t"/>
          <a:lstStyle/>
          <a:p>
            <a:pPr marL="0" indent="0" algn="ctr">
              <a:buNone/>
            </a:pPr>
            <a:r>
              <a:rPr lang="en-US" sz="1250" b="1" noProof="0">
                <a:solidFill>
                  <a:srgbClr val="F2A93B"/>
                </a:solidFill>
                <a:latin typeface="Segoe UI Semibold" pitchFamily="34" charset="0"/>
                <a:ea typeface="Segoe UI Semibold" pitchFamily="34" charset="-122"/>
                <a:cs typeface="Segoe UI Semibold" pitchFamily="34" charset="-120"/>
              </a:rPr>
              <a:t>▲</a:t>
            </a:r>
            <a:endParaRPr lang="en-US" sz="1250" noProof="0"/>
          </a:p>
        </p:txBody>
      </p:sp>
      <p:sp>
        <p:nvSpPr>
          <p:cNvPr id="46" name="Text 44"/>
          <p:cNvSpPr/>
          <p:nvPr/>
        </p:nvSpPr>
        <p:spPr>
          <a:xfrm>
            <a:off x="1353312" y="5215128"/>
            <a:ext cx="9905695" cy="579120"/>
          </a:xfrm>
          <a:prstGeom prst="rect">
            <a:avLst/>
          </a:prstGeom>
          <a:noFill/>
          <a:ln/>
        </p:spPr>
        <p:txBody>
          <a:bodyPr wrap="square" lIns="0" tIns="0" rIns="0" bIns="0" rtlCol="0" anchor="t"/>
          <a:lstStyle/>
          <a:p>
            <a:pPr marL="0" indent="0">
              <a:lnSpc>
                <a:spcPct val="108000"/>
              </a:lnSpc>
              <a:buNone/>
            </a:pPr>
            <a:r>
              <a:rPr lang="en-US" sz="1500" noProof="0">
                <a:solidFill>
                  <a:srgbClr val="F2F6FB"/>
                </a:solidFill>
                <a:latin typeface="Segoe UI" pitchFamily="34" charset="0"/>
                <a:ea typeface="Segoe UI" pitchFamily="34" charset="-122"/>
                <a:cs typeface="Segoe UI" pitchFamily="34" charset="-120"/>
              </a:rPr>
              <a:t>The TTS round-trip now hides behind playback. At most </a:t>
            </a:r>
            <a:r>
              <a:rPr lang="en-US" sz="1500" b="1" noProof="0">
                <a:solidFill>
                  <a:srgbClr val="F2A93B"/>
                </a:solidFill>
                <a:latin typeface="Segoe UI" pitchFamily="34" charset="0"/>
                <a:ea typeface="Segoe UI" pitchFamily="34" charset="-122"/>
                <a:cs typeface="Segoe UI" pitchFamily="34" charset="-120"/>
              </a:rPr>
              <a:t>two syntheses run at once</a:t>
            </a:r>
            <a:r>
              <a:rPr lang="en-US" sz="1500" b="1" noProof="0">
                <a:solidFill>
                  <a:srgbClr val="F2F6FB"/>
                </a:solidFill>
                <a:latin typeface="Segoe UI" pitchFamily="34" charset="0"/>
                <a:ea typeface="Segoe UI" pitchFamily="34" charset="-122"/>
                <a:cs typeface="Segoe UI" pitchFamily="34" charset="-120"/>
              </a:rPr>
              <a:t>. </a:t>
            </a:r>
            <a:r>
              <a:rPr lang="en-US" sz="1500" noProof="0">
                <a:solidFill>
                  <a:srgbClr val="F2F6FB"/>
                </a:solidFill>
                <a:latin typeface="Segoe UI" pitchFamily="34" charset="0"/>
                <a:ea typeface="Segoe UI" pitchFamily="34" charset="-122"/>
                <a:cs typeface="Segoe UI" pitchFamily="34" charset="-120"/>
              </a:rPr>
              <a:t>Enough to stay ahead, not enough to rate-limit our LLM-API.</a:t>
            </a:r>
            <a:endParaRPr lang="en-US" sz="1500" noProof="0"/>
          </a:p>
        </p:txBody>
      </p:sp>
      <p:sp>
        <p:nvSpPr>
          <p:cNvPr id="47"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7</a:t>
            </a:fld>
            <a:endParaRPr lang="en-US" noProof="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457200"/>
            <a:ext cx="1062076"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SPEECH</a:t>
            </a:r>
            <a:endParaRPr lang="en-US" sz="1050" noProof="0">
              <a:solidFill>
                <a:srgbClr val="5FD08A"/>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Lip sync measures amplitude</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731520"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3" name="Text 11"/>
          <p:cNvSpPr/>
          <p:nvPr/>
        </p:nvSpPr>
        <p:spPr>
          <a:xfrm>
            <a:off x="859536"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F6FB"/>
                </a:solidFill>
                <a:latin typeface="Segoe UI Semibold" pitchFamily="34" charset="0"/>
                <a:ea typeface="Segoe UI Semibold" pitchFamily="34" charset="-122"/>
                <a:cs typeface="Segoe UI Semibold" pitchFamily="34" charset="-120"/>
              </a:rPr>
              <a:t>RMS envelope</a:t>
            </a:r>
            <a:endParaRPr lang="en-US" sz="1300" noProof="0"/>
          </a:p>
        </p:txBody>
      </p:sp>
      <p:sp>
        <p:nvSpPr>
          <p:cNvPr id="14" name="Text 12"/>
          <p:cNvSpPr/>
          <p:nvPr/>
        </p:nvSpPr>
        <p:spPr>
          <a:xfrm>
            <a:off x="841248" y="2724912"/>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Create volume curve</a:t>
            </a:r>
            <a:endParaRPr lang="en-US" sz="1050" noProof="0"/>
          </a:p>
        </p:txBody>
      </p:sp>
      <p:sp>
        <p:nvSpPr>
          <p:cNvPr id="15" name="Shape 13"/>
          <p:cNvSpPr/>
          <p:nvPr/>
        </p:nvSpPr>
        <p:spPr>
          <a:xfrm>
            <a:off x="2415845" y="2560320"/>
            <a:ext cx="109728" cy="0"/>
          </a:xfrm>
          <a:prstGeom prst="line">
            <a:avLst/>
          </a:prstGeom>
          <a:noFill/>
          <a:ln w="15875">
            <a:solidFill>
              <a:srgbClr val="C7CDD4"/>
            </a:solidFill>
            <a:prstDash val="solid"/>
            <a:headEnd type="none"/>
            <a:tailEnd type="triangle"/>
          </a:ln>
        </p:spPr>
        <p:txBody>
          <a:bodyPr/>
          <a:lstStyle/>
          <a:p>
            <a:endParaRPr lang="en-US" noProof="0"/>
          </a:p>
        </p:txBody>
      </p:sp>
      <p:sp>
        <p:nvSpPr>
          <p:cNvPr id="16" name="Shape 14"/>
          <p:cNvSpPr/>
          <p:nvPr/>
        </p:nvSpPr>
        <p:spPr>
          <a:xfrm>
            <a:off x="2543861"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7" name="Text 15"/>
          <p:cNvSpPr/>
          <p:nvPr/>
        </p:nvSpPr>
        <p:spPr>
          <a:xfrm>
            <a:off x="2671877"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F6FB"/>
                </a:solidFill>
                <a:latin typeface="Segoe UI Semibold" pitchFamily="34" charset="0"/>
                <a:ea typeface="Segoe UI Semibold" pitchFamily="34" charset="-122"/>
                <a:cs typeface="Segoe UI Semibold" pitchFamily="34" charset="-120"/>
              </a:rPr>
              <a:t>Noise gate</a:t>
            </a:r>
            <a:endParaRPr lang="en-US" sz="1300" noProof="0"/>
          </a:p>
        </p:txBody>
      </p:sp>
      <p:sp>
        <p:nvSpPr>
          <p:cNvPr id="18" name="Text 16"/>
          <p:cNvSpPr/>
          <p:nvPr/>
        </p:nvSpPr>
        <p:spPr>
          <a:xfrm>
            <a:off x="2653589" y="2624328"/>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Eliminate low level noise</a:t>
            </a:r>
            <a:endParaRPr lang="en-US" sz="1050" noProof="0"/>
          </a:p>
        </p:txBody>
      </p:sp>
      <p:sp>
        <p:nvSpPr>
          <p:cNvPr id="19" name="Shape 17"/>
          <p:cNvSpPr/>
          <p:nvPr/>
        </p:nvSpPr>
        <p:spPr>
          <a:xfrm>
            <a:off x="4228186" y="2560320"/>
            <a:ext cx="109728" cy="0"/>
          </a:xfrm>
          <a:prstGeom prst="line">
            <a:avLst/>
          </a:prstGeom>
          <a:noFill/>
          <a:ln w="15875">
            <a:solidFill>
              <a:srgbClr val="C7CDD4"/>
            </a:solidFill>
            <a:prstDash val="solid"/>
            <a:headEnd type="none"/>
            <a:tailEnd type="triangle"/>
          </a:ln>
        </p:spPr>
        <p:txBody>
          <a:bodyPr/>
          <a:lstStyle/>
          <a:p>
            <a:endParaRPr lang="en-US" noProof="0"/>
          </a:p>
        </p:txBody>
      </p:sp>
      <p:sp>
        <p:nvSpPr>
          <p:cNvPr id="20" name="Shape 18"/>
          <p:cNvSpPr/>
          <p:nvPr/>
        </p:nvSpPr>
        <p:spPr>
          <a:xfrm>
            <a:off x="4356202"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1" name="Text 19"/>
          <p:cNvSpPr/>
          <p:nvPr/>
        </p:nvSpPr>
        <p:spPr>
          <a:xfrm>
            <a:off x="4484218"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F6FB"/>
                </a:solidFill>
                <a:latin typeface="Segoe UI Semibold" pitchFamily="34" charset="0"/>
                <a:ea typeface="Segoe UI Semibold" pitchFamily="34" charset="-122"/>
                <a:cs typeface="Segoe UI Semibold" pitchFamily="34" charset="-120"/>
              </a:rPr>
              <a:t>Gamma</a:t>
            </a:r>
            <a:endParaRPr lang="en-US" sz="1300" noProof="0"/>
          </a:p>
        </p:txBody>
      </p:sp>
      <p:sp>
        <p:nvSpPr>
          <p:cNvPr id="22" name="Text 20"/>
          <p:cNvSpPr/>
          <p:nvPr/>
        </p:nvSpPr>
        <p:spPr>
          <a:xfrm>
            <a:off x="4465930" y="2510197"/>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Gamma curve to boost low syllables</a:t>
            </a:r>
            <a:endParaRPr lang="en-US" sz="1050" noProof="0"/>
          </a:p>
        </p:txBody>
      </p:sp>
      <p:sp>
        <p:nvSpPr>
          <p:cNvPr id="23" name="Shape 21"/>
          <p:cNvSpPr/>
          <p:nvPr/>
        </p:nvSpPr>
        <p:spPr>
          <a:xfrm>
            <a:off x="6040526" y="2560320"/>
            <a:ext cx="109728" cy="0"/>
          </a:xfrm>
          <a:prstGeom prst="line">
            <a:avLst/>
          </a:prstGeom>
          <a:noFill/>
          <a:ln w="15875">
            <a:solidFill>
              <a:srgbClr val="C7CDD4"/>
            </a:solidFill>
            <a:prstDash val="solid"/>
            <a:headEnd type="none"/>
            <a:tailEnd type="triangle"/>
          </a:ln>
        </p:spPr>
        <p:txBody>
          <a:bodyPr/>
          <a:lstStyle/>
          <a:p>
            <a:endParaRPr lang="en-US" noProof="0"/>
          </a:p>
        </p:txBody>
      </p:sp>
      <p:sp>
        <p:nvSpPr>
          <p:cNvPr id="24" name="Shape 22"/>
          <p:cNvSpPr/>
          <p:nvPr/>
        </p:nvSpPr>
        <p:spPr>
          <a:xfrm>
            <a:off x="6168542"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5" name="Text 23"/>
          <p:cNvSpPr/>
          <p:nvPr/>
        </p:nvSpPr>
        <p:spPr>
          <a:xfrm>
            <a:off x="6296558"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F6FB"/>
                </a:solidFill>
                <a:latin typeface="Segoe UI Semibold" pitchFamily="34" charset="0"/>
                <a:ea typeface="Segoe UI Semibold" pitchFamily="34" charset="-122"/>
                <a:cs typeface="Segoe UI Semibold" pitchFamily="34" charset="-120"/>
              </a:rPr>
              <a:t>Attack / release</a:t>
            </a:r>
            <a:endParaRPr lang="en-US" sz="1300" noProof="0"/>
          </a:p>
        </p:txBody>
      </p:sp>
      <p:sp>
        <p:nvSpPr>
          <p:cNvPr id="26" name="Text 24"/>
          <p:cNvSpPr/>
          <p:nvPr/>
        </p:nvSpPr>
        <p:spPr>
          <a:xfrm>
            <a:off x="6278270" y="2613233"/>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Mouth opens fast and closes slow</a:t>
            </a:r>
            <a:endParaRPr lang="en-US" sz="1050" noProof="0"/>
          </a:p>
        </p:txBody>
      </p:sp>
      <p:sp>
        <p:nvSpPr>
          <p:cNvPr id="27" name="Shape 25"/>
          <p:cNvSpPr/>
          <p:nvPr/>
        </p:nvSpPr>
        <p:spPr>
          <a:xfrm>
            <a:off x="7852867" y="2560320"/>
            <a:ext cx="109728" cy="0"/>
          </a:xfrm>
          <a:prstGeom prst="line">
            <a:avLst/>
          </a:prstGeom>
          <a:noFill/>
          <a:ln w="15875">
            <a:solidFill>
              <a:srgbClr val="C7CDD4"/>
            </a:solidFill>
            <a:prstDash val="solid"/>
            <a:headEnd type="none"/>
            <a:tailEnd type="triangle"/>
          </a:ln>
        </p:spPr>
        <p:txBody>
          <a:bodyPr/>
          <a:lstStyle/>
          <a:p>
            <a:endParaRPr lang="en-US" noProof="0"/>
          </a:p>
        </p:txBody>
      </p:sp>
      <p:sp>
        <p:nvSpPr>
          <p:cNvPr id="28" name="Shape 26"/>
          <p:cNvSpPr/>
          <p:nvPr/>
        </p:nvSpPr>
        <p:spPr>
          <a:xfrm>
            <a:off x="7980883"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9" name="Text 27"/>
          <p:cNvSpPr/>
          <p:nvPr/>
        </p:nvSpPr>
        <p:spPr>
          <a:xfrm>
            <a:off x="8108899"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F6FB"/>
                </a:solidFill>
                <a:latin typeface="Segoe UI Semibold" pitchFamily="34" charset="0"/>
                <a:ea typeface="Segoe UI Semibold" pitchFamily="34" charset="-122"/>
                <a:cs typeface="Segoe UI Semibold" pitchFamily="34" charset="-120"/>
              </a:rPr>
              <a:t>Lip deltas</a:t>
            </a:r>
            <a:endParaRPr lang="en-US" sz="1300" noProof="0"/>
          </a:p>
        </p:txBody>
      </p:sp>
      <p:sp>
        <p:nvSpPr>
          <p:cNvPr id="30" name="Text 28"/>
          <p:cNvSpPr/>
          <p:nvPr/>
        </p:nvSpPr>
        <p:spPr>
          <a:xfrm>
            <a:off x="8090611" y="2724912"/>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Lip Position</a:t>
            </a:r>
            <a:endParaRPr lang="en-US" sz="1050" noProof="0"/>
          </a:p>
        </p:txBody>
      </p:sp>
      <p:sp>
        <p:nvSpPr>
          <p:cNvPr id="31" name="Shape 29"/>
          <p:cNvSpPr/>
          <p:nvPr/>
        </p:nvSpPr>
        <p:spPr>
          <a:xfrm>
            <a:off x="9665208" y="2560320"/>
            <a:ext cx="109728" cy="0"/>
          </a:xfrm>
          <a:prstGeom prst="line">
            <a:avLst/>
          </a:prstGeom>
          <a:noFill/>
          <a:ln w="15875">
            <a:solidFill>
              <a:srgbClr val="C7CDD4"/>
            </a:solidFill>
            <a:prstDash val="solid"/>
            <a:headEnd type="none"/>
            <a:tailEnd type="triangle"/>
          </a:ln>
        </p:spPr>
        <p:txBody>
          <a:bodyPr/>
          <a:lstStyle/>
          <a:p>
            <a:endParaRPr lang="en-US" noProof="0"/>
          </a:p>
        </p:txBody>
      </p:sp>
      <p:sp>
        <p:nvSpPr>
          <p:cNvPr id="32" name="Shape 30"/>
          <p:cNvSpPr/>
          <p:nvPr/>
        </p:nvSpPr>
        <p:spPr>
          <a:xfrm>
            <a:off x="9793224" y="2103120"/>
            <a:ext cx="1666037" cy="914400"/>
          </a:xfrm>
          <a:prstGeom prst="roundRect">
            <a:avLst>
              <a:gd name="adj" fmla="val 7000"/>
            </a:avLst>
          </a:prstGeom>
          <a:solidFill>
            <a:srgbClr val="131E2E"/>
          </a:solidFill>
          <a:ln w="12700">
            <a:solidFill>
              <a:srgbClr val="F2A93B"/>
            </a:solidFill>
            <a:prstDash val="solid"/>
          </a:ln>
        </p:spPr>
        <p:txBody>
          <a:bodyPr/>
          <a:lstStyle/>
          <a:p>
            <a:endParaRPr lang="en-US" noProof="0"/>
          </a:p>
        </p:txBody>
      </p:sp>
      <p:sp>
        <p:nvSpPr>
          <p:cNvPr id="33" name="Text 31"/>
          <p:cNvSpPr/>
          <p:nvPr/>
        </p:nvSpPr>
        <p:spPr>
          <a:xfrm>
            <a:off x="9921240" y="2249424"/>
            <a:ext cx="1410005" cy="457200"/>
          </a:xfrm>
          <a:prstGeom prst="rect">
            <a:avLst/>
          </a:prstGeom>
          <a:noFill/>
          <a:ln/>
        </p:spPr>
        <p:txBody>
          <a:bodyPr wrap="square" lIns="0" tIns="0" rIns="0" bIns="0" rtlCol="0" anchor="t"/>
          <a:lstStyle/>
          <a:p>
            <a:pPr marL="0" indent="0" algn="ctr">
              <a:lnSpc>
                <a:spcPct val="102000"/>
              </a:lnSpc>
              <a:buNone/>
            </a:pPr>
            <a:r>
              <a:rPr lang="en-US" sz="1300" noProof="0">
                <a:solidFill>
                  <a:srgbClr val="F2A93B"/>
                </a:solidFill>
                <a:latin typeface="Segoe UI Semibold" pitchFamily="34" charset="0"/>
                <a:ea typeface="Segoe UI Semibold" pitchFamily="34" charset="-122"/>
                <a:cs typeface="Segoe UI Semibold" pitchFamily="34" charset="-120"/>
              </a:rPr>
              <a:t>25 fps</a:t>
            </a:r>
            <a:endParaRPr lang="en-US" sz="1300" noProof="0"/>
          </a:p>
        </p:txBody>
      </p:sp>
      <p:sp>
        <p:nvSpPr>
          <p:cNvPr id="34" name="Text 32"/>
          <p:cNvSpPr/>
          <p:nvPr/>
        </p:nvSpPr>
        <p:spPr>
          <a:xfrm>
            <a:off x="9902952" y="2724912"/>
            <a:ext cx="1446581" cy="219456"/>
          </a:xfrm>
          <a:prstGeom prst="rect">
            <a:avLst/>
          </a:prstGeom>
          <a:noFill/>
          <a:ln/>
        </p:spPr>
        <p:txBody>
          <a:bodyPr wrap="square" lIns="0" tIns="0" rIns="0" bIns="0" rtlCol="0" anchor="t"/>
          <a:lstStyle/>
          <a:p>
            <a:pPr marL="0" indent="0" algn="ctr">
              <a:buNone/>
            </a:pPr>
            <a:r>
              <a:rPr lang="en-US" sz="1050" noProof="0">
                <a:solidFill>
                  <a:srgbClr val="4C9AFF"/>
                </a:solidFill>
                <a:latin typeface="Consolas" pitchFamily="34" charset="0"/>
                <a:ea typeface="Consolas" pitchFamily="34" charset="-122"/>
                <a:cs typeface="Consolas" pitchFamily="34" charset="-120"/>
              </a:rPr>
              <a:t>to both servos</a:t>
            </a:r>
            <a:endParaRPr lang="en-US" sz="1050" noProof="0"/>
          </a:p>
        </p:txBody>
      </p:sp>
      <p:sp>
        <p:nvSpPr>
          <p:cNvPr id="35" name="Shape 33"/>
          <p:cNvSpPr/>
          <p:nvPr/>
        </p:nvSpPr>
        <p:spPr>
          <a:xfrm>
            <a:off x="676656" y="3328416"/>
            <a:ext cx="4681728" cy="2569464"/>
          </a:xfrm>
          <a:prstGeom prst="roundRect">
            <a:avLst>
              <a:gd name="adj" fmla="val 2135"/>
            </a:avLst>
          </a:prstGeom>
          <a:solidFill>
            <a:srgbClr val="0F1826"/>
          </a:solidFill>
          <a:ln w="12700">
            <a:solidFill>
              <a:srgbClr val="26344A"/>
            </a:solidFill>
            <a:prstDash val="solid"/>
          </a:ln>
        </p:spPr>
        <p:txBody>
          <a:bodyPr/>
          <a:lstStyle/>
          <a:p>
            <a:endParaRPr lang="en-US" noProof="0"/>
          </a:p>
        </p:txBody>
      </p:sp>
      <p:pic>
        <p:nvPicPr>
          <p:cNvPr id="36" name="Image 0" descr="/root/work2/img/mouth.png"/>
          <p:cNvPicPr>
            <a:picLocks noChangeAspect="1"/>
          </p:cNvPicPr>
          <p:nvPr/>
        </p:nvPicPr>
        <p:blipFill>
          <a:blip r:embed="rId3"/>
          <a:stretch>
            <a:fillRect/>
          </a:stretch>
        </p:blipFill>
        <p:spPr>
          <a:xfrm>
            <a:off x="731520" y="3383280"/>
            <a:ext cx="4572000" cy="2459736"/>
          </a:xfrm>
          <a:prstGeom prst="rect">
            <a:avLst/>
          </a:prstGeom>
        </p:spPr>
      </p:pic>
      <p:sp>
        <p:nvSpPr>
          <p:cNvPr id="37" name="Text 34"/>
          <p:cNvSpPr/>
          <p:nvPr/>
        </p:nvSpPr>
        <p:spPr>
          <a:xfrm>
            <a:off x="5669280" y="3383280"/>
            <a:ext cx="5788152" cy="365760"/>
          </a:xfrm>
          <a:prstGeom prst="rect">
            <a:avLst/>
          </a:prstGeom>
          <a:noFill/>
          <a:ln/>
        </p:spPr>
        <p:txBody>
          <a:bodyPr wrap="square" lIns="0" tIns="0" rIns="0" bIns="0" rtlCol="0" anchor="t"/>
          <a:lstStyle/>
          <a:p>
            <a:pPr marL="0" indent="0">
              <a:buNone/>
            </a:pPr>
            <a:r>
              <a:rPr lang="en-US" sz="2000" noProof="0">
                <a:solidFill>
                  <a:srgbClr val="F2F6FB"/>
                </a:solidFill>
                <a:latin typeface="Segoe UI Semibold" pitchFamily="34" charset="0"/>
                <a:cs typeface="Segoe UI Semibold" pitchFamily="34" charset="-120"/>
              </a:rPr>
              <a:t>Tune mid-sentence </a:t>
            </a:r>
            <a:endParaRPr lang="en-US" sz="2000" noProof="0"/>
          </a:p>
        </p:txBody>
      </p:sp>
      <p:sp>
        <p:nvSpPr>
          <p:cNvPr id="38" name="Shape 35"/>
          <p:cNvSpPr/>
          <p:nvPr/>
        </p:nvSpPr>
        <p:spPr>
          <a:xfrm>
            <a:off x="5696712" y="3915583"/>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9" name="Text 36"/>
          <p:cNvSpPr/>
          <p:nvPr/>
        </p:nvSpPr>
        <p:spPr>
          <a:xfrm>
            <a:off x="5980176" y="3822192"/>
            <a:ext cx="5477256" cy="792480"/>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ea typeface="Segoe UI" pitchFamily="34" charset="-122"/>
                <a:cs typeface="Segoe UI"/>
              </a:rPr>
              <a:t>The sliders mutate </a:t>
            </a:r>
            <a:r>
              <a:rPr lang="en-US" sz="1400" b="1" noProof="0">
                <a:solidFill>
                  <a:srgbClr val="F2A93B"/>
                </a:solidFill>
                <a:latin typeface="Segoe UI"/>
                <a:ea typeface="Segoe UI" pitchFamily="34" charset="-122"/>
                <a:cs typeface="Segoe UI"/>
              </a:rPr>
              <a:t>the same config object the running engine reads</a:t>
            </a:r>
            <a:r>
              <a:rPr lang="en-US" sz="1400">
                <a:solidFill>
                  <a:srgbClr val="F2F6FB"/>
                </a:solidFill>
                <a:latin typeface="Segoe UI"/>
                <a:ea typeface="Segoe UI" pitchFamily="34" charset="-122"/>
                <a:cs typeface="Segoe UI"/>
              </a:rPr>
              <a:t>, </a:t>
            </a:r>
            <a:r>
              <a:rPr lang="en-US" sz="1400" noProof="0">
                <a:solidFill>
                  <a:srgbClr val="F2F6FB"/>
                </a:solidFill>
                <a:latin typeface="Segoe UI"/>
                <a:ea typeface="Segoe UI" pitchFamily="34" charset="-122"/>
                <a:cs typeface="Segoe UI"/>
              </a:rPr>
              <a:t>so the mouth changes mid-sentence, with no restart.</a:t>
            </a:r>
            <a:endParaRPr lang="en-US" sz="1400" noProof="0">
              <a:latin typeface="Segoe UI"/>
              <a:cs typeface="Segoe UI"/>
            </a:endParaRPr>
          </a:p>
        </p:txBody>
      </p:sp>
      <p:sp>
        <p:nvSpPr>
          <p:cNvPr id="40" name="Shape 37"/>
          <p:cNvSpPr/>
          <p:nvPr/>
        </p:nvSpPr>
        <p:spPr>
          <a:xfrm>
            <a:off x="5696712" y="4817791"/>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41" name="Text 38"/>
          <p:cNvSpPr/>
          <p:nvPr/>
        </p:nvSpPr>
        <p:spPr>
          <a:xfrm>
            <a:off x="5980176" y="4724400"/>
            <a:ext cx="5477256" cy="337312"/>
          </a:xfrm>
          <a:prstGeom prst="rect">
            <a:avLst/>
          </a:prstGeom>
          <a:noFill/>
          <a:ln/>
        </p:spPr>
        <p:txBody>
          <a:bodyPr wrap="square" lIns="0" tIns="0" rIns="0" bIns="0" rtlCol="0" anchor="t"/>
          <a:lstStyle/>
          <a:p>
            <a:pPr marL="0" indent="0">
              <a:lnSpc>
                <a:spcPct val="108000"/>
              </a:lnSpc>
              <a:buNone/>
            </a:pPr>
            <a:r>
              <a:rPr lang="en-US" sz="1400" noProof="0">
                <a:solidFill>
                  <a:srgbClr val="F2F6FB"/>
                </a:solidFill>
                <a:latin typeface="Segoe UI" pitchFamily="34" charset="0"/>
                <a:ea typeface="Segoe UI" pitchFamily="34" charset="-122"/>
                <a:cs typeface="Segoe UI" pitchFamily="34" charset="-120"/>
              </a:rPr>
              <a:t>Save, and the physical robot uses the identical values.</a:t>
            </a:r>
            <a:endParaRPr lang="en-US" sz="1400" noProof="0"/>
          </a:p>
        </p:txBody>
      </p:sp>
      <p:sp>
        <p:nvSpPr>
          <p:cNvPr id="46"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8</a:t>
            </a:fld>
            <a:endParaRPr lang="en-US" noProof="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 y="457200"/>
            <a:ext cx="1062076"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SPEECH</a:t>
            </a:r>
            <a:endParaRPr lang="en-US" sz="1050" noProof="0">
              <a:solidFill>
                <a:srgbClr val="5FD08A"/>
              </a:solidFill>
            </a:endParaRPr>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[Nod] on the exact word</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731520" y="2212848"/>
            <a:ext cx="6858000" cy="544576"/>
          </a:xfrm>
          <a:prstGeom prst="roundRect">
            <a:avLst>
              <a:gd name="adj" fmla="val 8396"/>
            </a:avLst>
          </a:prstGeom>
          <a:solidFill>
            <a:srgbClr val="0F1826"/>
          </a:solidFill>
          <a:ln w="12700">
            <a:solidFill>
              <a:srgbClr val="26344A"/>
            </a:solidFill>
            <a:prstDash val="solid"/>
          </a:ln>
        </p:spPr>
        <p:txBody>
          <a:bodyPr/>
          <a:lstStyle/>
          <a:p>
            <a:endParaRPr lang="en-US" noProof="0"/>
          </a:p>
        </p:txBody>
      </p:sp>
      <p:sp>
        <p:nvSpPr>
          <p:cNvPr id="13" name="Text 11"/>
          <p:cNvSpPr/>
          <p:nvPr/>
        </p:nvSpPr>
        <p:spPr>
          <a:xfrm>
            <a:off x="877824" y="2359152"/>
            <a:ext cx="6565392" cy="306832"/>
          </a:xfrm>
          <a:prstGeom prst="rect">
            <a:avLst/>
          </a:prstGeom>
          <a:noFill/>
          <a:ln/>
        </p:spPr>
        <p:txBody>
          <a:bodyPr wrap="square" lIns="0" tIns="0" rIns="0" bIns="0" rtlCol="0" anchor="t"/>
          <a:lstStyle/>
          <a:p>
            <a:pPr marL="0" indent="0">
              <a:buNone/>
            </a:pPr>
            <a:r>
              <a:rPr lang="en-US" sz="1550" noProof="0">
                <a:solidFill>
                  <a:srgbClr val="C7CDD4"/>
                </a:solidFill>
                <a:latin typeface="Consolas" pitchFamily="34" charset="0"/>
                <a:ea typeface="Consolas" pitchFamily="34" charset="-122"/>
                <a:cs typeface="Consolas" pitchFamily="34" charset="-120"/>
              </a:rPr>
              <a:t>Sure - I can [Nod] do that for you.</a:t>
            </a:r>
            <a:endParaRPr lang="en-US" sz="1550" noProof="0"/>
          </a:p>
        </p:txBody>
      </p:sp>
      <p:sp>
        <p:nvSpPr>
          <p:cNvPr id="14" name="Shape 12"/>
          <p:cNvSpPr/>
          <p:nvPr/>
        </p:nvSpPr>
        <p:spPr>
          <a:xfrm>
            <a:off x="731520" y="3054096"/>
            <a:ext cx="932688" cy="512064"/>
          </a:xfrm>
          <a:prstGeom prst="roundRect">
            <a:avLst>
              <a:gd name="adj" fmla="val 8929"/>
            </a:avLst>
          </a:prstGeom>
          <a:solidFill>
            <a:srgbClr val="131E2E"/>
          </a:solidFill>
          <a:ln w="12700">
            <a:solidFill>
              <a:srgbClr val="26344A"/>
            </a:solidFill>
            <a:prstDash val="solid"/>
          </a:ln>
        </p:spPr>
        <p:txBody>
          <a:bodyPr/>
          <a:lstStyle/>
          <a:p>
            <a:endParaRPr lang="en-US" noProof="0"/>
          </a:p>
        </p:txBody>
      </p:sp>
      <p:sp>
        <p:nvSpPr>
          <p:cNvPr id="15" name="Text 13"/>
          <p:cNvSpPr/>
          <p:nvPr/>
        </p:nvSpPr>
        <p:spPr>
          <a:xfrm>
            <a:off x="731520" y="3200400"/>
            <a:ext cx="932688"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Sure</a:t>
            </a:r>
            <a:endParaRPr lang="en-US" sz="1200" noProof="0"/>
          </a:p>
        </p:txBody>
      </p:sp>
      <p:sp>
        <p:nvSpPr>
          <p:cNvPr id="16" name="Shape 14"/>
          <p:cNvSpPr/>
          <p:nvPr/>
        </p:nvSpPr>
        <p:spPr>
          <a:xfrm>
            <a:off x="1709928" y="3054096"/>
            <a:ext cx="457200" cy="512064"/>
          </a:xfrm>
          <a:prstGeom prst="roundRect">
            <a:avLst>
              <a:gd name="adj" fmla="val 10000"/>
            </a:avLst>
          </a:prstGeom>
          <a:solidFill>
            <a:srgbClr val="131E2E"/>
          </a:solidFill>
          <a:ln w="12700">
            <a:solidFill>
              <a:srgbClr val="26344A"/>
            </a:solidFill>
            <a:prstDash val="solid"/>
          </a:ln>
        </p:spPr>
        <p:txBody>
          <a:bodyPr/>
          <a:lstStyle/>
          <a:p>
            <a:endParaRPr lang="en-US" noProof="0"/>
          </a:p>
        </p:txBody>
      </p:sp>
      <p:sp>
        <p:nvSpPr>
          <p:cNvPr id="17" name="Text 15"/>
          <p:cNvSpPr/>
          <p:nvPr/>
        </p:nvSpPr>
        <p:spPr>
          <a:xfrm>
            <a:off x="1709928" y="3200400"/>
            <a:ext cx="457200"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a:t>
            </a:r>
            <a:endParaRPr lang="en-US" sz="1200" noProof="0"/>
          </a:p>
        </p:txBody>
      </p:sp>
      <p:sp>
        <p:nvSpPr>
          <p:cNvPr id="18" name="Shape 16"/>
          <p:cNvSpPr/>
          <p:nvPr/>
        </p:nvSpPr>
        <p:spPr>
          <a:xfrm>
            <a:off x="2212848" y="3054096"/>
            <a:ext cx="384048" cy="512064"/>
          </a:xfrm>
          <a:prstGeom prst="roundRect">
            <a:avLst>
              <a:gd name="adj" fmla="val 11905"/>
            </a:avLst>
          </a:prstGeom>
          <a:solidFill>
            <a:srgbClr val="131E2E"/>
          </a:solidFill>
          <a:ln w="12700">
            <a:solidFill>
              <a:srgbClr val="26344A"/>
            </a:solidFill>
            <a:prstDash val="solid"/>
          </a:ln>
        </p:spPr>
        <p:txBody>
          <a:bodyPr/>
          <a:lstStyle/>
          <a:p>
            <a:endParaRPr lang="en-US" noProof="0"/>
          </a:p>
        </p:txBody>
      </p:sp>
      <p:sp>
        <p:nvSpPr>
          <p:cNvPr id="19" name="Text 17"/>
          <p:cNvSpPr/>
          <p:nvPr/>
        </p:nvSpPr>
        <p:spPr>
          <a:xfrm>
            <a:off x="2212848" y="3200400"/>
            <a:ext cx="384048"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I</a:t>
            </a:r>
            <a:endParaRPr lang="en-US" sz="1200" noProof="0"/>
          </a:p>
        </p:txBody>
      </p:sp>
      <p:sp>
        <p:nvSpPr>
          <p:cNvPr id="20" name="Shape 18"/>
          <p:cNvSpPr/>
          <p:nvPr/>
        </p:nvSpPr>
        <p:spPr>
          <a:xfrm>
            <a:off x="2642616" y="3054096"/>
            <a:ext cx="658368" cy="512064"/>
          </a:xfrm>
          <a:prstGeom prst="roundRect">
            <a:avLst>
              <a:gd name="adj" fmla="val 8929"/>
            </a:avLst>
          </a:prstGeom>
          <a:solidFill>
            <a:srgbClr val="1A2436"/>
          </a:solidFill>
          <a:ln w="12700">
            <a:solidFill>
              <a:srgbClr val="F2A93B"/>
            </a:solidFill>
            <a:prstDash val="solid"/>
          </a:ln>
        </p:spPr>
        <p:txBody>
          <a:bodyPr/>
          <a:lstStyle/>
          <a:p>
            <a:endParaRPr lang="en-US" noProof="0"/>
          </a:p>
        </p:txBody>
      </p:sp>
      <p:sp>
        <p:nvSpPr>
          <p:cNvPr id="21" name="Text 19"/>
          <p:cNvSpPr/>
          <p:nvPr/>
        </p:nvSpPr>
        <p:spPr>
          <a:xfrm>
            <a:off x="2642616" y="3200400"/>
            <a:ext cx="658368" cy="237744"/>
          </a:xfrm>
          <a:prstGeom prst="rect">
            <a:avLst/>
          </a:prstGeom>
          <a:noFill/>
          <a:ln/>
        </p:spPr>
        <p:txBody>
          <a:bodyPr wrap="square" lIns="0" tIns="0" rIns="0" bIns="0" rtlCol="0" anchor="t"/>
          <a:lstStyle/>
          <a:p>
            <a:pPr marL="0" indent="0" algn="ctr">
              <a:buNone/>
            </a:pPr>
            <a:r>
              <a:rPr lang="en-US" sz="1200" noProof="0">
                <a:solidFill>
                  <a:srgbClr val="F2A93B"/>
                </a:solidFill>
                <a:latin typeface="Segoe UI" pitchFamily="34" charset="0"/>
                <a:ea typeface="Segoe UI" pitchFamily="34" charset="-122"/>
                <a:cs typeface="Segoe UI" pitchFamily="34" charset="-120"/>
              </a:rPr>
              <a:t>can</a:t>
            </a:r>
            <a:endParaRPr lang="en-US" sz="1200" noProof="0"/>
          </a:p>
        </p:txBody>
      </p:sp>
      <p:sp>
        <p:nvSpPr>
          <p:cNvPr id="22" name="Shape 20"/>
          <p:cNvSpPr/>
          <p:nvPr/>
        </p:nvSpPr>
        <p:spPr>
          <a:xfrm>
            <a:off x="3346704" y="3054096"/>
            <a:ext cx="658368" cy="512064"/>
          </a:xfrm>
          <a:prstGeom prst="roundRect">
            <a:avLst>
              <a:gd name="adj" fmla="val 8929"/>
            </a:avLst>
          </a:prstGeom>
          <a:solidFill>
            <a:srgbClr val="131E2E"/>
          </a:solidFill>
          <a:ln w="12700">
            <a:solidFill>
              <a:srgbClr val="26344A"/>
            </a:solidFill>
            <a:prstDash val="solid"/>
          </a:ln>
        </p:spPr>
        <p:txBody>
          <a:bodyPr/>
          <a:lstStyle/>
          <a:p>
            <a:endParaRPr lang="en-US" noProof="0"/>
          </a:p>
        </p:txBody>
      </p:sp>
      <p:sp>
        <p:nvSpPr>
          <p:cNvPr id="23" name="Text 21"/>
          <p:cNvSpPr/>
          <p:nvPr/>
        </p:nvSpPr>
        <p:spPr>
          <a:xfrm>
            <a:off x="3346704" y="3200400"/>
            <a:ext cx="658368"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do</a:t>
            </a:r>
            <a:endParaRPr lang="en-US" sz="1200" noProof="0"/>
          </a:p>
        </p:txBody>
      </p:sp>
      <p:sp>
        <p:nvSpPr>
          <p:cNvPr id="24" name="Shape 22"/>
          <p:cNvSpPr/>
          <p:nvPr/>
        </p:nvSpPr>
        <p:spPr>
          <a:xfrm>
            <a:off x="4050792" y="3054096"/>
            <a:ext cx="822960" cy="512064"/>
          </a:xfrm>
          <a:prstGeom prst="roundRect">
            <a:avLst>
              <a:gd name="adj" fmla="val 8929"/>
            </a:avLst>
          </a:prstGeom>
          <a:solidFill>
            <a:srgbClr val="131E2E"/>
          </a:solidFill>
          <a:ln w="12700">
            <a:solidFill>
              <a:srgbClr val="26344A"/>
            </a:solidFill>
            <a:prstDash val="solid"/>
          </a:ln>
        </p:spPr>
        <p:txBody>
          <a:bodyPr/>
          <a:lstStyle/>
          <a:p>
            <a:endParaRPr lang="en-US" noProof="0"/>
          </a:p>
        </p:txBody>
      </p:sp>
      <p:sp>
        <p:nvSpPr>
          <p:cNvPr id="25" name="Text 23"/>
          <p:cNvSpPr/>
          <p:nvPr/>
        </p:nvSpPr>
        <p:spPr>
          <a:xfrm>
            <a:off x="4050792" y="3200400"/>
            <a:ext cx="822960"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that</a:t>
            </a:r>
            <a:endParaRPr lang="en-US" sz="1200" noProof="0"/>
          </a:p>
        </p:txBody>
      </p:sp>
      <p:sp>
        <p:nvSpPr>
          <p:cNvPr id="26" name="Shape 24"/>
          <p:cNvSpPr/>
          <p:nvPr/>
        </p:nvSpPr>
        <p:spPr>
          <a:xfrm>
            <a:off x="4919472" y="3054096"/>
            <a:ext cx="640080" cy="512064"/>
          </a:xfrm>
          <a:prstGeom prst="roundRect">
            <a:avLst>
              <a:gd name="adj" fmla="val 8929"/>
            </a:avLst>
          </a:prstGeom>
          <a:solidFill>
            <a:srgbClr val="131E2E"/>
          </a:solidFill>
          <a:ln w="12700">
            <a:solidFill>
              <a:srgbClr val="26344A"/>
            </a:solidFill>
            <a:prstDash val="solid"/>
          </a:ln>
        </p:spPr>
        <p:txBody>
          <a:bodyPr/>
          <a:lstStyle/>
          <a:p>
            <a:endParaRPr lang="en-US" noProof="0"/>
          </a:p>
        </p:txBody>
      </p:sp>
      <p:sp>
        <p:nvSpPr>
          <p:cNvPr id="27" name="Text 25"/>
          <p:cNvSpPr/>
          <p:nvPr/>
        </p:nvSpPr>
        <p:spPr>
          <a:xfrm>
            <a:off x="4919472" y="3200400"/>
            <a:ext cx="640080"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for</a:t>
            </a:r>
            <a:endParaRPr lang="en-US" sz="1200" noProof="0"/>
          </a:p>
        </p:txBody>
      </p:sp>
      <p:sp>
        <p:nvSpPr>
          <p:cNvPr id="28" name="Shape 26"/>
          <p:cNvSpPr/>
          <p:nvPr/>
        </p:nvSpPr>
        <p:spPr>
          <a:xfrm>
            <a:off x="5605272" y="3054096"/>
            <a:ext cx="777240" cy="512064"/>
          </a:xfrm>
          <a:prstGeom prst="roundRect">
            <a:avLst>
              <a:gd name="adj" fmla="val 8929"/>
            </a:avLst>
          </a:prstGeom>
          <a:solidFill>
            <a:srgbClr val="131E2E"/>
          </a:solidFill>
          <a:ln w="12700">
            <a:solidFill>
              <a:srgbClr val="26344A"/>
            </a:solidFill>
            <a:prstDash val="solid"/>
          </a:ln>
        </p:spPr>
        <p:txBody>
          <a:bodyPr/>
          <a:lstStyle/>
          <a:p>
            <a:endParaRPr lang="en-US" noProof="0"/>
          </a:p>
        </p:txBody>
      </p:sp>
      <p:sp>
        <p:nvSpPr>
          <p:cNvPr id="29" name="Text 27"/>
          <p:cNvSpPr/>
          <p:nvPr/>
        </p:nvSpPr>
        <p:spPr>
          <a:xfrm>
            <a:off x="5605272" y="3200400"/>
            <a:ext cx="777240" cy="237744"/>
          </a:xfrm>
          <a:prstGeom prst="rect">
            <a:avLst/>
          </a:prstGeom>
          <a:noFill/>
          <a:ln/>
        </p:spPr>
        <p:txBody>
          <a:bodyPr wrap="square" lIns="0" tIns="0" rIns="0" bIns="0" rtlCol="0" anchor="t"/>
          <a:lstStyle/>
          <a:p>
            <a:pPr marL="0" indent="0" algn="ctr">
              <a:buNone/>
            </a:pPr>
            <a:r>
              <a:rPr lang="en-US" sz="1200" noProof="0">
                <a:solidFill>
                  <a:srgbClr val="C7CDD4"/>
                </a:solidFill>
                <a:latin typeface="Segoe UI" pitchFamily="34" charset="0"/>
                <a:ea typeface="Segoe UI" pitchFamily="34" charset="-122"/>
                <a:cs typeface="Segoe UI" pitchFamily="34" charset="-120"/>
              </a:rPr>
              <a:t>you.</a:t>
            </a:r>
            <a:endParaRPr lang="en-US" sz="1200" noProof="0"/>
          </a:p>
        </p:txBody>
      </p:sp>
      <p:sp>
        <p:nvSpPr>
          <p:cNvPr id="30" name="Text 28"/>
          <p:cNvSpPr/>
          <p:nvPr/>
        </p:nvSpPr>
        <p:spPr>
          <a:xfrm>
            <a:off x="731520" y="3639312"/>
            <a:ext cx="6858000" cy="237744"/>
          </a:xfrm>
          <a:prstGeom prst="rect">
            <a:avLst/>
          </a:prstGeom>
          <a:noFill/>
          <a:ln/>
        </p:spPr>
        <p:txBody>
          <a:bodyPr wrap="square" lIns="0" tIns="0" rIns="0" bIns="0" rtlCol="0" anchor="t"/>
          <a:lstStyle/>
          <a:p>
            <a:pPr marL="0" indent="0">
              <a:buNone/>
            </a:pPr>
            <a:r>
              <a:rPr lang="en-US" sz="1150" i="1" noProof="0">
                <a:solidFill>
                  <a:srgbClr val="8A97A9"/>
                </a:solidFill>
                <a:latin typeface="Segoe UI" pitchFamily="34" charset="0"/>
                <a:ea typeface="Segoe UI" pitchFamily="34" charset="-122"/>
                <a:cs typeface="Segoe UI" pitchFamily="34" charset="-120"/>
              </a:rPr>
              <a:t>word timeline, derived from the synthesized audio</a:t>
            </a:r>
            <a:endParaRPr lang="en-US" sz="1150" noProof="0"/>
          </a:p>
        </p:txBody>
      </p:sp>
      <p:sp>
        <p:nvSpPr>
          <p:cNvPr id="31" name="Shape 29"/>
          <p:cNvSpPr/>
          <p:nvPr/>
        </p:nvSpPr>
        <p:spPr>
          <a:xfrm>
            <a:off x="3198591" y="3955857"/>
            <a:ext cx="0" cy="310896"/>
          </a:xfrm>
          <a:prstGeom prst="line">
            <a:avLst/>
          </a:prstGeom>
          <a:noFill/>
          <a:ln w="25400">
            <a:solidFill>
              <a:srgbClr val="F2A93B"/>
            </a:solidFill>
            <a:prstDash val="solid"/>
            <a:headEnd type="none"/>
            <a:tailEnd type="triangle"/>
          </a:ln>
        </p:spPr>
        <p:txBody>
          <a:bodyPr/>
          <a:lstStyle/>
          <a:p>
            <a:endParaRPr lang="en-US" noProof="0"/>
          </a:p>
        </p:txBody>
      </p:sp>
      <p:sp>
        <p:nvSpPr>
          <p:cNvPr id="32" name="Shape 30"/>
          <p:cNvSpPr/>
          <p:nvPr/>
        </p:nvSpPr>
        <p:spPr>
          <a:xfrm>
            <a:off x="2055591" y="4287967"/>
            <a:ext cx="2286000" cy="475488"/>
          </a:xfrm>
          <a:prstGeom prst="roundRect">
            <a:avLst>
              <a:gd name="adj" fmla="val 11538"/>
            </a:avLst>
          </a:prstGeom>
          <a:solidFill>
            <a:srgbClr val="5E4318"/>
          </a:solidFill>
          <a:ln w="12700">
            <a:solidFill>
              <a:srgbClr val="F2A93B"/>
            </a:solidFill>
            <a:prstDash val="solid"/>
          </a:ln>
        </p:spPr>
        <p:txBody>
          <a:bodyPr/>
          <a:lstStyle/>
          <a:p>
            <a:endParaRPr lang="en-US" noProof="0"/>
          </a:p>
        </p:txBody>
      </p:sp>
      <p:sp>
        <p:nvSpPr>
          <p:cNvPr id="33" name="Text 31"/>
          <p:cNvSpPr/>
          <p:nvPr/>
        </p:nvSpPr>
        <p:spPr>
          <a:xfrm>
            <a:off x="2055591" y="4406839"/>
            <a:ext cx="2286000" cy="237744"/>
          </a:xfrm>
          <a:prstGeom prst="rect">
            <a:avLst/>
          </a:prstGeom>
          <a:noFill/>
          <a:ln/>
        </p:spPr>
        <p:txBody>
          <a:bodyPr wrap="square" lIns="0" tIns="0" rIns="0" bIns="0" rtlCol="0" anchor="t"/>
          <a:lstStyle/>
          <a:p>
            <a:pPr marL="0" indent="0" algn="ctr">
              <a:buNone/>
            </a:pPr>
            <a:r>
              <a:rPr lang="en-US" sz="1250" b="1" noProof="0">
                <a:solidFill>
                  <a:srgbClr val="F2A93B"/>
                </a:solidFill>
                <a:latin typeface="Segoe UI" pitchFamily="34" charset="0"/>
                <a:ea typeface="Segoe UI" pitchFamily="34" charset="-122"/>
                <a:cs typeface="Segoe UI" pitchFamily="34" charset="-120"/>
              </a:rPr>
              <a:t>the nod fires here</a:t>
            </a:r>
            <a:endParaRPr lang="en-US" sz="1250" noProof="0"/>
          </a:p>
        </p:txBody>
      </p:sp>
      <p:sp>
        <p:nvSpPr>
          <p:cNvPr id="34" name="Shape 32"/>
          <p:cNvSpPr/>
          <p:nvPr/>
        </p:nvSpPr>
        <p:spPr>
          <a:xfrm>
            <a:off x="7891272" y="236378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5" name="Text 33"/>
          <p:cNvSpPr/>
          <p:nvPr/>
        </p:nvSpPr>
        <p:spPr>
          <a:xfrm>
            <a:off x="8174736" y="2267712"/>
            <a:ext cx="3282696" cy="581152"/>
          </a:xfrm>
          <a:prstGeom prst="rect">
            <a:avLst/>
          </a:prstGeom>
          <a:noFill/>
          <a:ln/>
        </p:spPr>
        <p:txBody>
          <a:bodyPr wrap="square" lIns="0" tIns="0" rIns="0" bIns="0" rtlCol="0" anchor="t"/>
          <a:lstStyle/>
          <a:p>
            <a:pPr marL="0" indent="0">
              <a:lnSpc>
                <a:spcPct val="108000"/>
              </a:lnSpc>
              <a:buNone/>
            </a:pPr>
            <a:r>
              <a:rPr lang="en-US" sz="1450" noProof="0">
                <a:solidFill>
                  <a:srgbClr val="F2F6FB"/>
                </a:solidFill>
                <a:latin typeface="Segoe UI" pitchFamily="34" charset="0"/>
                <a:ea typeface="Segoe UI" pitchFamily="34" charset="-122"/>
                <a:cs typeface="Segoe UI" pitchFamily="34" charset="-120"/>
              </a:rPr>
              <a:t>The tag is stripped and its </a:t>
            </a:r>
            <a:r>
              <a:rPr lang="en-US" sz="1450" b="1" noProof="0">
                <a:solidFill>
                  <a:srgbClr val="F2A93B"/>
                </a:solidFill>
                <a:latin typeface="Segoe UI" pitchFamily="34" charset="0"/>
                <a:ea typeface="Segoe UI" pitchFamily="34" charset="-122"/>
                <a:cs typeface="Segoe UI" pitchFamily="34" charset="-120"/>
              </a:rPr>
              <a:t>character offset</a:t>
            </a:r>
            <a:r>
              <a:rPr lang="en-US" sz="1450" noProof="0">
                <a:solidFill>
                  <a:srgbClr val="F2F6FB"/>
                </a:solidFill>
                <a:latin typeface="Segoe UI" pitchFamily="34" charset="0"/>
                <a:ea typeface="Segoe UI" pitchFamily="34" charset="-122"/>
                <a:cs typeface="Segoe UI" pitchFamily="34" charset="-120"/>
              </a:rPr>
              <a:t> recorded.</a:t>
            </a:r>
            <a:endParaRPr lang="en-US" sz="1450" noProof="0"/>
          </a:p>
        </p:txBody>
      </p:sp>
      <p:sp>
        <p:nvSpPr>
          <p:cNvPr id="36" name="Shape 34"/>
          <p:cNvSpPr/>
          <p:nvPr/>
        </p:nvSpPr>
        <p:spPr>
          <a:xfrm>
            <a:off x="7891272" y="3109529"/>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7" name="Text 35"/>
          <p:cNvSpPr/>
          <p:nvPr/>
        </p:nvSpPr>
        <p:spPr>
          <a:xfrm>
            <a:off x="8174736" y="3013456"/>
            <a:ext cx="3282696" cy="581152"/>
          </a:xfrm>
          <a:prstGeom prst="rect">
            <a:avLst/>
          </a:prstGeom>
          <a:noFill/>
          <a:ln/>
        </p:spPr>
        <p:txBody>
          <a:bodyPr wrap="square" lIns="0" tIns="0" rIns="0" bIns="0" rtlCol="0" anchor="t"/>
          <a:lstStyle/>
          <a:p>
            <a:pPr marL="0" indent="0">
              <a:lnSpc>
                <a:spcPct val="108000"/>
              </a:lnSpc>
              <a:buNone/>
            </a:pPr>
            <a:r>
              <a:rPr lang="en-US" sz="1450" noProof="0">
                <a:solidFill>
                  <a:srgbClr val="F2F6FB"/>
                </a:solidFill>
                <a:latin typeface="Segoe UI" pitchFamily="34" charset="0"/>
                <a:ea typeface="Segoe UI" pitchFamily="34" charset="-122"/>
                <a:cs typeface="Segoe UI" pitchFamily="34" charset="-120"/>
              </a:rPr>
              <a:t>The offset is mapped onto the word timeline above.</a:t>
            </a:r>
            <a:endParaRPr lang="en-US" sz="1450" noProof="0"/>
          </a:p>
        </p:txBody>
      </p:sp>
      <p:sp>
        <p:nvSpPr>
          <p:cNvPr id="38" name="Shape 36"/>
          <p:cNvSpPr/>
          <p:nvPr/>
        </p:nvSpPr>
        <p:spPr>
          <a:xfrm>
            <a:off x="7891272" y="3855273"/>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9" name="Text 37"/>
          <p:cNvSpPr/>
          <p:nvPr/>
        </p:nvSpPr>
        <p:spPr>
          <a:xfrm>
            <a:off x="8174736" y="3759200"/>
            <a:ext cx="3282696" cy="581152"/>
          </a:xfrm>
          <a:prstGeom prst="rect">
            <a:avLst/>
          </a:prstGeom>
          <a:noFill/>
          <a:ln/>
        </p:spPr>
        <p:txBody>
          <a:bodyPr wrap="square" lIns="0" tIns="0" rIns="0" bIns="0" rtlCol="0" anchor="t"/>
          <a:lstStyle/>
          <a:p>
            <a:pPr marL="0" indent="0">
              <a:lnSpc>
                <a:spcPct val="108000"/>
              </a:lnSpc>
              <a:buNone/>
            </a:pPr>
            <a:r>
              <a:rPr lang="en-US" sz="1450" noProof="0">
                <a:solidFill>
                  <a:srgbClr val="F2F6FB"/>
                </a:solidFill>
                <a:latin typeface="Segoe UI" pitchFamily="34" charset="0"/>
                <a:ea typeface="Segoe UI" pitchFamily="34" charset="-122"/>
                <a:cs typeface="Segoe UI" pitchFamily="34" charset="-120"/>
              </a:rPr>
              <a:t>The playback clock is checked against it </a:t>
            </a:r>
            <a:r>
              <a:rPr lang="en-US" sz="1450" b="1" noProof="0">
                <a:solidFill>
                  <a:srgbClr val="F2A93B"/>
                </a:solidFill>
                <a:latin typeface="Segoe UI" pitchFamily="34" charset="0"/>
                <a:ea typeface="Segoe UI" pitchFamily="34" charset="-122"/>
                <a:cs typeface="Segoe UI" pitchFamily="34" charset="-120"/>
              </a:rPr>
              <a:t>every 40 </a:t>
            </a:r>
            <a:r>
              <a:rPr lang="en-US" sz="1450" b="1" noProof="0" err="1">
                <a:solidFill>
                  <a:srgbClr val="F2A93B"/>
                </a:solidFill>
                <a:latin typeface="Segoe UI" pitchFamily="34" charset="0"/>
                <a:ea typeface="Segoe UI" pitchFamily="34" charset="-122"/>
                <a:cs typeface="Segoe UI" pitchFamily="34" charset="-120"/>
              </a:rPr>
              <a:t>ms</a:t>
            </a:r>
            <a:r>
              <a:rPr lang="en-US" sz="1450" noProof="0" err="1">
                <a:solidFill>
                  <a:srgbClr val="F2F6FB"/>
                </a:solidFill>
                <a:latin typeface="Segoe UI" pitchFamily="34" charset="0"/>
                <a:ea typeface="Segoe UI" pitchFamily="34" charset="-122"/>
                <a:cs typeface="Segoe UI" pitchFamily="34" charset="-120"/>
              </a:rPr>
              <a:t>.</a:t>
            </a:r>
            <a:endParaRPr lang="en-US" sz="1450" noProof="0"/>
          </a:p>
        </p:txBody>
      </p:sp>
      <p:sp>
        <p:nvSpPr>
          <p:cNvPr id="40" name="Shape 38"/>
          <p:cNvSpPr/>
          <p:nvPr/>
        </p:nvSpPr>
        <p:spPr>
          <a:xfrm>
            <a:off x="7863840" y="4498848"/>
            <a:ext cx="3593592" cy="1133856"/>
          </a:xfrm>
          <a:prstGeom prst="roundRect">
            <a:avLst>
              <a:gd name="adj" fmla="val 5645"/>
            </a:avLst>
          </a:prstGeom>
          <a:solidFill>
            <a:srgbClr val="131E2E"/>
          </a:solidFill>
          <a:ln w="12700">
            <a:solidFill>
              <a:srgbClr val="26344A"/>
            </a:solidFill>
            <a:prstDash val="solid"/>
          </a:ln>
        </p:spPr>
        <p:txBody>
          <a:bodyPr/>
          <a:lstStyle/>
          <a:p>
            <a:endParaRPr lang="en-US" noProof="0"/>
          </a:p>
        </p:txBody>
      </p:sp>
      <p:sp>
        <p:nvSpPr>
          <p:cNvPr id="41" name="Shape 39"/>
          <p:cNvSpPr/>
          <p:nvPr/>
        </p:nvSpPr>
        <p:spPr>
          <a:xfrm>
            <a:off x="8065008" y="4919472"/>
            <a:ext cx="292608" cy="292608"/>
          </a:xfrm>
          <a:prstGeom prst="roundRect">
            <a:avLst>
              <a:gd name="adj" fmla="val 156250"/>
            </a:avLst>
          </a:prstGeom>
          <a:solidFill>
            <a:srgbClr val="0F1826"/>
          </a:solidFill>
          <a:ln w="12700">
            <a:solidFill>
              <a:srgbClr val="8A97A9"/>
            </a:solidFill>
            <a:prstDash val="solid"/>
          </a:ln>
        </p:spPr>
        <p:txBody>
          <a:bodyPr/>
          <a:lstStyle/>
          <a:p>
            <a:endParaRPr lang="en-US" noProof="0"/>
          </a:p>
        </p:txBody>
      </p:sp>
      <p:sp>
        <p:nvSpPr>
          <p:cNvPr id="42" name="Text 40"/>
          <p:cNvSpPr/>
          <p:nvPr/>
        </p:nvSpPr>
        <p:spPr>
          <a:xfrm>
            <a:off x="8065008" y="4969764"/>
            <a:ext cx="292608" cy="219456"/>
          </a:xfrm>
          <a:prstGeom prst="rect">
            <a:avLst/>
          </a:prstGeom>
          <a:noFill/>
          <a:ln/>
        </p:spPr>
        <p:txBody>
          <a:bodyPr wrap="square" lIns="0" tIns="0" rIns="0" bIns="0" rtlCol="0" anchor="t"/>
          <a:lstStyle/>
          <a:p>
            <a:pPr marL="0" indent="0" algn="ctr">
              <a:buNone/>
            </a:pPr>
            <a:r>
              <a:rPr lang="en-US" sz="1250" b="1" noProof="0">
                <a:solidFill>
                  <a:srgbClr val="8A97A9"/>
                </a:solidFill>
                <a:latin typeface="Segoe UI Semibold" pitchFamily="34" charset="0"/>
                <a:ea typeface="Segoe UI Semibold" pitchFamily="34" charset="-122"/>
                <a:cs typeface="Segoe UI Semibold" pitchFamily="34" charset="-120"/>
              </a:rPr>
              <a:t>×</a:t>
            </a:r>
            <a:endParaRPr lang="en-US" sz="1250" noProof="0"/>
          </a:p>
        </p:txBody>
      </p:sp>
      <p:sp>
        <p:nvSpPr>
          <p:cNvPr id="43" name="Text 41"/>
          <p:cNvSpPr/>
          <p:nvPr/>
        </p:nvSpPr>
        <p:spPr>
          <a:xfrm>
            <a:off x="8485632" y="4624832"/>
            <a:ext cx="2770632" cy="936752"/>
          </a:xfrm>
          <a:prstGeom prst="rect">
            <a:avLst/>
          </a:prstGeom>
          <a:noFill/>
          <a:ln/>
        </p:spPr>
        <p:txBody>
          <a:bodyPr wrap="square" lIns="0" tIns="0" rIns="0" bIns="0" rtlCol="0" anchor="t"/>
          <a:lstStyle/>
          <a:p>
            <a:pPr marL="0" indent="0">
              <a:lnSpc>
                <a:spcPct val="108000"/>
              </a:lnSpc>
              <a:buNone/>
            </a:pPr>
            <a:r>
              <a:rPr lang="en-US" sz="1300" noProof="0">
                <a:solidFill>
                  <a:srgbClr val="8A97A9"/>
                </a:solidFill>
                <a:latin typeface="Segoe UI" pitchFamily="34" charset="0"/>
                <a:ea typeface="Segoe UI" pitchFamily="34" charset="-122"/>
                <a:cs typeface="Segoe UI" pitchFamily="34" charset="-120"/>
              </a:rPr>
              <a:t>It replaced a </a:t>
            </a:r>
            <a:r>
              <a:rPr lang="en-US" sz="1200" noProof="0">
                <a:solidFill>
                  <a:srgbClr val="4C9AFF"/>
                </a:solidFill>
                <a:latin typeface="Consolas" pitchFamily="34" charset="0"/>
                <a:ea typeface="Consolas" pitchFamily="34" charset="-122"/>
                <a:cs typeface="Consolas" pitchFamily="34" charset="-120"/>
              </a:rPr>
              <a:t>characters / 80</a:t>
            </a:r>
            <a:r>
              <a:rPr lang="en-US" sz="1300" noProof="0">
                <a:solidFill>
                  <a:srgbClr val="8A97A9"/>
                </a:solidFill>
                <a:latin typeface="Segoe UI" pitchFamily="34" charset="0"/>
                <a:ea typeface="Segoe UI" pitchFamily="34" charset="-122"/>
                <a:cs typeface="Segoe UI" pitchFamily="34" charset="-120"/>
              </a:rPr>
              <a:t> guess,  which drifted with every change of voice, rate or engine.</a:t>
            </a:r>
            <a:endParaRPr lang="en-US" sz="1300" noProof="0"/>
          </a:p>
        </p:txBody>
      </p:sp>
      <p:sp>
        <p:nvSpPr>
          <p:cNvPr id="44"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9</a:t>
            </a:fld>
            <a:endParaRPr lang="en-US" noProof="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LISTENING</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Hearing the user</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Three additions. The detector underneath them is unchanged.</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Listening</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487168"/>
            <a:ext cx="3456432" cy="2048256"/>
          </a:xfrm>
          <a:prstGeom prst="roundRect">
            <a:avLst>
              <a:gd name="adj" fmla="val 3125"/>
            </a:avLst>
          </a:prstGeom>
          <a:solidFill>
            <a:srgbClr val="131E2E"/>
          </a:solidFill>
          <a:ln w="12700">
            <a:solidFill>
              <a:srgbClr val="F2A93B"/>
            </a:solidFill>
            <a:prstDash val="solid"/>
          </a:ln>
        </p:spPr>
        <p:txBody>
          <a:bodyPr/>
          <a:lstStyle/>
          <a:p>
            <a:endParaRPr lang="en-US" noProof="0"/>
          </a:p>
        </p:txBody>
      </p:sp>
      <p:sp>
        <p:nvSpPr>
          <p:cNvPr id="14" name="Text 12"/>
          <p:cNvSpPr/>
          <p:nvPr/>
        </p:nvSpPr>
        <p:spPr>
          <a:xfrm>
            <a:off x="969264" y="2688336"/>
            <a:ext cx="2980944" cy="310896"/>
          </a:xfrm>
          <a:prstGeom prst="rect">
            <a:avLst/>
          </a:prstGeom>
          <a:noFill/>
          <a:ln/>
        </p:spPr>
        <p:txBody>
          <a:bodyPr wrap="square" lIns="0" tIns="0" rIns="0" bIns="0" rtlCol="0" anchor="t"/>
          <a:lstStyle/>
          <a:p>
            <a:pPr marL="0" indent="0">
              <a:buNone/>
            </a:pPr>
            <a:r>
              <a:rPr lang="en-US" sz="1800" noProof="0">
                <a:solidFill>
                  <a:srgbClr val="F2A93B"/>
                </a:solidFill>
                <a:latin typeface="Segoe UI Semibold" pitchFamily="34" charset="0"/>
                <a:ea typeface="Segoe UI Semibold" pitchFamily="34" charset="-122"/>
                <a:cs typeface="Segoe UI Semibold" pitchFamily="34" charset="-120"/>
              </a:rPr>
              <a:t>Streaming </a:t>
            </a:r>
            <a:r>
              <a:rPr lang="en-US" sz="1800" noProof="0" err="1">
                <a:solidFill>
                  <a:srgbClr val="F2A93B"/>
                </a:solidFill>
                <a:latin typeface="Segoe UI Semibold" pitchFamily="34" charset="0"/>
                <a:ea typeface="Segoe UI Semibold" pitchFamily="34" charset="-122"/>
                <a:cs typeface="Segoe UI Semibold" pitchFamily="34" charset="-120"/>
              </a:rPr>
              <a:t>Vosk</a:t>
            </a:r>
            <a:endParaRPr lang="en-US" sz="1800" noProof="0"/>
          </a:p>
        </p:txBody>
      </p:sp>
      <p:sp>
        <p:nvSpPr>
          <p:cNvPr id="15" name="Text 13"/>
          <p:cNvSpPr/>
          <p:nvPr/>
        </p:nvSpPr>
        <p:spPr>
          <a:xfrm>
            <a:off x="969264" y="3108960"/>
            <a:ext cx="2980944" cy="1005840"/>
          </a:xfrm>
          <a:prstGeom prst="rect">
            <a:avLst/>
          </a:prstGeom>
          <a:noFill/>
          <a:ln/>
        </p:spPr>
        <p:txBody>
          <a:bodyPr wrap="square" lIns="0" tIns="0" rIns="0" bIns="0" rtlCol="0" anchor="t"/>
          <a:lstStyle/>
          <a:p>
            <a:pPr marL="0" indent="0">
              <a:lnSpc>
                <a:spcPct val="112000"/>
              </a:lnSpc>
              <a:buNone/>
            </a:pPr>
            <a:r>
              <a:rPr lang="en-US" sz="1400" noProof="0">
                <a:solidFill>
                  <a:srgbClr val="C7CDD4"/>
                </a:solidFill>
                <a:latin typeface="Segoe UI" pitchFamily="34" charset="0"/>
                <a:ea typeface="Segoe UI" pitchFamily="34" charset="-122"/>
                <a:cs typeface="Segoe UI" pitchFamily="34" charset="-120"/>
              </a:rPr>
              <a:t>The transcript now fills in </a:t>
            </a:r>
            <a:r>
              <a:rPr lang="en-US" sz="1400" b="1" noProof="0">
                <a:solidFill>
                  <a:srgbClr val="F2A93B"/>
                </a:solidFill>
                <a:latin typeface="Segoe UI" pitchFamily="34" charset="0"/>
                <a:ea typeface="Segoe UI" pitchFamily="34" charset="-122"/>
                <a:cs typeface="Segoe UI" pitchFamily="34" charset="-120"/>
              </a:rPr>
              <a:t>word by word as you speak</a:t>
            </a:r>
            <a:r>
              <a:rPr lang="en-US" sz="1400" noProof="0">
                <a:solidFill>
                  <a:srgbClr val="C7CDD4"/>
                </a:solidFill>
                <a:latin typeface="Segoe UI" pitchFamily="34" charset="0"/>
                <a:ea typeface="Segoe UI" pitchFamily="34" charset="-122"/>
                <a:cs typeface="Segoe UI" pitchFamily="34" charset="-120"/>
              </a:rPr>
              <a:t>, instead of appearing all at once when you stop.</a:t>
            </a:r>
            <a:endParaRPr lang="en-US" sz="1400" noProof="0"/>
          </a:p>
        </p:txBody>
      </p:sp>
      <p:sp>
        <p:nvSpPr>
          <p:cNvPr id="16" name="Text 14"/>
          <p:cNvSpPr/>
          <p:nvPr/>
        </p:nvSpPr>
        <p:spPr>
          <a:xfrm>
            <a:off x="969264" y="4187952"/>
            <a:ext cx="2980944" cy="219456"/>
          </a:xfrm>
          <a:prstGeom prst="rect">
            <a:avLst/>
          </a:prstGeom>
          <a:noFill/>
          <a:ln/>
        </p:spPr>
        <p:txBody>
          <a:bodyPr wrap="square" lIns="0" tIns="0" rIns="0" bIns="0" rtlCol="0" anchor="t"/>
          <a:lstStyle/>
          <a:p>
            <a:pPr marL="0" indent="0">
              <a:buNone/>
            </a:pPr>
            <a:r>
              <a:rPr lang="en-US" sz="1000" noProof="0">
                <a:solidFill>
                  <a:srgbClr val="26344A"/>
                </a:solidFill>
                <a:latin typeface="Consolas" pitchFamily="34" charset="0"/>
                <a:ea typeface="Consolas" pitchFamily="34" charset="-122"/>
                <a:cs typeface="Consolas" pitchFamily="34" charset="-120"/>
              </a:rPr>
              <a:t>865d0ef · 6 July</a:t>
            </a:r>
            <a:endParaRPr lang="en-US" sz="1000" noProof="0"/>
          </a:p>
        </p:txBody>
      </p:sp>
      <p:sp>
        <p:nvSpPr>
          <p:cNvPr id="17" name="Shape 15"/>
          <p:cNvSpPr/>
          <p:nvPr/>
        </p:nvSpPr>
        <p:spPr>
          <a:xfrm>
            <a:off x="4361688" y="2487168"/>
            <a:ext cx="3456432" cy="2048256"/>
          </a:xfrm>
          <a:prstGeom prst="roundRect">
            <a:avLst>
              <a:gd name="adj" fmla="val 3125"/>
            </a:avLst>
          </a:prstGeom>
          <a:solidFill>
            <a:srgbClr val="131E2E"/>
          </a:solidFill>
          <a:ln w="12700">
            <a:solidFill>
              <a:srgbClr val="F2A93B"/>
            </a:solidFill>
            <a:prstDash val="solid"/>
          </a:ln>
        </p:spPr>
        <p:txBody>
          <a:bodyPr/>
          <a:lstStyle/>
          <a:p>
            <a:endParaRPr lang="en-US" noProof="0"/>
          </a:p>
        </p:txBody>
      </p:sp>
      <p:sp>
        <p:nvSpPr>
          <p:cNvPr id="18" name="Text 16"/>
          <p:cNvSpPr/>
          <p:nvPr/>
        </p:nvSpPr>
        <p:spPr>
          <a:xfrm>
            <a:off x="4599432" y="2688336"/>
            <a:ext cx="2980944" cy="310896"/>
          </a:xfrm>
          <a:prstGeom prst="rect">
            <a:avLst/>
          </a:prstGeom>
          <a:noFill/>
          <a:ln/>
        </p:spPr>
        <p:txBody>
          <a:bodyPr wrap="square" lIns="0" tIns="0" rIns="0" bIns="0" rtlCol="0" anchor="t"/>
          <a:lstStyle/>
          <a:p>
            <a:pPr marL="0" indent="0">
              <a:buNone/>
            </a:pPr>
            <a:r>
              <a:rPr lang="en-US" sz="1800" noProof="0">
                <a:solidFill>
                  <a:srgbClr val="F2A93B"/>
                </a:solidFill>
                <a:latin typeface="Segoe UI Semibold" pitchFamily="34" charset="0"/>
                <a:ea typeface="Segoe UI Semibold" pitchFamily="34" charset="-122"/>
                <a:cs typeface="Segoe UI Semibold" pitchFamily="34" charset="-120"/>
              </a:rPr>
              <a:t>One-click model setup</a:t>
            </a:r>
            <a:endParaRPr lang="en-US" sz="1800" noProof="0"/>
          </a:p>
        </p:txBody>
      </p:sp>
      <p:sp>
        <p:nvSpPr>
          <p:cNvPr id="19" name="Text 17"/>
          <p:cNvSpPr/>
          <p:nvPr/>
        </p:nvSpPr>
        <p:spPr>
          <a:xfrm>
            <a:off x="4599432" y="3108960"/>
            <a:ext cx="2980944" cy="1005840"/>
          </a:xfrm>
          <a:prstGeom prst="rect">
            <a:avLst/>
          </a:prstGeom>
          <a:noFill/>
          <a:ln/>
        </p:spPr>
        <p:txBody>
          <a:bodyPr wrap="square" lIns="0" tIns="0" rIns="0" bIns="0" rtlCol="0" anchor="t"/>
          <a:lstStyle/>
          <a:p>
            <a:pPr marL="0" indent="0">
              <a:lnSpc>
                <a:spcPct val="112000"/>
              </a:lnSpc>
              <a:buNone/>
            </a:pPr>
            <a:r>
              <a:rPr lang="en-US" sz="1400" noProof="0">
                <a:solidFill>
                  <a:srgbClr val="C7CDD4"/>
                </a:solidFill>
                <a:latin typeface="Segoe UI" pitchFamily="34" charset="0"/>
                <a:ea typeface="Segoe UI" pitchFamily="34" charset="-122"/>
                <a:cs typeface="Segoe UI" pitchFamily="34" charset="-120"/>
              </a:rPr>
              <a:t>Four </a:t>
            </a:r>
            <a:r>
              <a:rPr lang="en-US" sz="1400" noProof="0" err="1">
                <a:solidFill>
                  <a:srgbClr val="C7CDD4"/>
                </a:solidFill>
                <a:latin typeface="Segoe UI" pitchFamily="34" charset="0"/>
                <a:ea typeface="Segoe UI" pitchFamily="34" charset="-122"/>
                <a:cs typeface="Segoe UI" pitchFamily="34" charset="-120"/>
              </a:rPr>
              <a:t>Vosk</a:t>
            </a:r>
            <a:r>
              <a:rPr lang="en-US" sz="1400" noProof="0">
                <a:solidFill>
                  <a:srgbClr val="C7CDD4"/>
                </a:solidFill>
                <a:latin typeface="Segoe UI" pitchFamily="34" charset="0"/>
                <a:ea typeface="Segoe UI" pitchFamily="34" charset="-122"/>
                <a:cs typeface="Segoe UI" pitchFamily="34" charset="-120"/>
              </a:rPr>
              <a:t> models, English and German, fast or accurate. </a:t>
            </a:r>
            <a:r>
              <a:rPr lang="en-US" sz="1400" b="1" noProof="0">
                <a:solidFill>
                  <a:srgbClr val="F2A93B"/>
                </a:solidFill>
                <a:latin typeface="Segoe UI" pitchFamily="34" charset="0"/>
                <a:ea typeface="Segoe UI" pitchFamily="34" charset="-122"/>
                <a:cs typeface="Segoe UI" pitchFamily="34" charset="-120"/>
              </a:rPr>
              <a:t>Downloaded, unzipped and configured for you.</a:t>
            </a:r>
            <a:endParaRPr lang="en-US" sz="1400" noProof="0"/>
          </a:p>
        </p:txBody>
      </p:sp>
      <p:sp>
        <p:nvSpPr>
          <p:cNvPr id="20" name="Text 18"/>
          <p:cNvSpPr/>
          <p:nvPr/>
        </p:nvSpPr>
        <p:spPr>
          <a:xfrm>
            <a:off x="4599432" y="4187952"/>
            <a:ext cx="2980944" cy="219456"/>
          </a:xfrm>
          <a:prstGeom prst="rect">
            <a:avLst/>
          </a:prstGeom>
          <a:noFill/>
          <a:ln/>
        </p:spPr>
        <p:txBody>
          <a:bodyPr wrap="square" lIns="0" tIns="0" rIns="0" bIns="0" rtlCol="0" anchor="t"/>
          <a:lstStyle/>
          <a:p>
            <a:pPr marL="0" indent="0">
              <a:buNone/>
            </a:pPr>
            <a:r>
              <a:rPr lang="en-US" sz="1000" noProof="0">
                <a:solidFill>
                  <a:srgbClr val="26344A"/>
                </a:solidFill>
                <a:latin typeface="Consolas" pitchFamily="34" charset="0"/>
                <a:ea typeface="Consolas" pitchFamily="34" charset="-122"/>
                <a:cs typeface="Consolas" pitchFamily="34" charset="-120"/>
              </a:rPr>
              <a:t>9d4ac68 · 13 July</a:t>
            </a:r>
            <a:endParaRPr lang="en-US" sz="1000" noProof="0"/>
          </a:p>
        </p:txBody>
      </p:sp>
      <p:sp>
        <p:nvSpPr>
          <p:cNvPr id="21" name="Shape 19"/>
          <p:cNvSpPr/>
          <p:nvPr/>
        </p:nvSpPr>
        <p:spPr>
          <a:xfrm>
            <a:off x="7991856" y="2487168"/>
            <a:ext cx="3456432" cy="2048256"/>
          </a:xfrm>
          <a:prstGeom prst="roundRect">
            <a:avLst>
              <a:gd name="adj" fmla="val 3125"/>
            </a:avLst>
          </a:prstGeom>
          <a:solidFill>
            <a:srgbClr val="131E2E"/>
          </a:solidFill>
          <a:ln w="12700">
            <a:solidFill>
              <a:srgbClr val="F2A93B"/>
            </a:solidFill>
            <a:prstDash val="solid"/>
          </a:ln>
        </p:spPr>
        <p:txBody>
          <a:bodyPr/>
          <a:lstStyle/>
          <a:p>
            <a:endParaRPr lang="en-US" noProof="0"/>
          </a:p>
        </p:txBody>
      </p:sp>
      <p:sp>
        <p:nvSpPr>
          <p:cNvPr id="22" name="Text 20"/>
          <p:cNvSpPr/>
          <p:nvPr/>
        </p:nvSpPr>
        <p:spPr>
          <a:xfrm>
            <a:off x="8229600" y="2688336"/>
            <a:ext cx="2980944" cy="310896"/>
          </a:xfrm>
          <a:prstGeom prst="rect">
            <a:avLst/>
          </a:prstGeom>
          <a:noFill/>
          <a:ln/>
        </p:spPr>
        <p:txBody>
          <a:bodyPr wrap="square" lIns="0" tIns="0" rIns="0" bIns="0" rtlCol="0" anchor="t"/>
          <a:lstStyle/>
          <a:p>
            <a:pPr marL="0" indent="0">
              <a:buNone/>
            </a:pPr>
            <a:r>
              <a:rPr lang="en-US" sz="1800" noProof="0">
                <a:solidFill>
                  <a:srgbClr val="F2A93B"/>
                </a:solidFill>
                <a:latin typeface="Segoe UI Semibold" pitchFamily="34" charset="0"/>
                <a:ea typeface="Segoe UI Semibold" pitchFamily="34" charset="-122"/>
                <a:cs typeface="Segoe UI Semibold" pitchFamily="34" charset="-120"/>
              </a:rPr>
              <a:t>Graphical mic picking</a:t>
            </a:r>
            <a:endParaRPr lang="en-US" sz="1800" noProof="0"/>
          </a:p>
        </p:txBody>
      </p:sp>
      <p:sp>
        <p:nvSpPr>
          <p:cNvPr id="23" name="Text 21"/>
          <p:cNvSpPr/>
          <p:nvPr/>
        </p:nvSpPr>
        <p:spPr>
          <a:xfrm>
            <a:off x="8229600" y="3108960"/>
            <a:ext cx="2980944" cy="1005840"/>
          </a:xfrm>
          <a:prstGeom prst="rect">
            <a:avLst/>
          </a:prstGeom>
          <a:noFill/>
          <a:ln/>
        </p:spPr>
        <p:txBody>
          <a:bodyPr wrap="square" lIns="0" tIns="0" rIns="0" bIns="0" rtlCol="0" anchor="t"/>
          <a:lstStyle/>
          <a:p>
            <a:pPr marL="0" indent="0">
              <a:lnSpc>
                <a:spcPct val="112000"/>
              </a:lnSpc>
              <a:buNone/>
            </a:pPr>
            <a:r>
              <a:rPr lang="en-US" sz="1400" noProof="0">
                <a:solidFill>
                  <a:srgbClr val="C7CDD4"/>
                </a:solidFill>
                <a:latin typeface="Segoe UI" pitchFamily="34" charset="0"/>
                <a:ea typeface="Segoe UI" pitchFamily="34" charset="-122"/>
                <a:cs typeface="Segoe UI" pitchFamily="34" charset="-120"/>
              </a:rPr>
              <a:t>A device dropdown and a </a:t>
            </a:r>
            <a:r>
              <a:rPr lang="en-US" sz="1400" b="1" noProof="0">
                <a:solidFill>
                  <a:srgbClr val="F2A93B"/>
                </a:solidFill>
                <a:latin typeface="Segoe UI" pitchFamily="34" charset="0"/>
                <a:ea typeface="Segoe UI" pitchFamily="34" charset="-122"/>
                <a:cs typeface="Segoe UI" pitchFamily="34" charset="-120"/>
              </a:rPr>
              <a:t>live level meter</a:t>
            </a:r>
            <a:r>
              <a:rPr lang="en-US" sz="1400" noProof="0">
                <a:solidFill>
                  <a:srgbClr val="C7CDD4"/>
                </a:solidFill>
                <a:latin typeface="Segoe UI" pitchFamily="34" charset="0"/>
                <a:ea typeface="Segoe UI" pitchFamily="34" charset="-122"/>
                <a:cs typeface="Segoe UI" pitchFamily="34" charset="-120"/>
              </a:rPr>
              <a:t>, instead of an ASCII bar in a terminal.</a:t>
            </a:r>
            <a:endParaRPr lang="en-US" sz="1400" noProof="0"/>
          </a:p>
        </p:txBody>
      </p:sp>
      <p:sp>
        <p:nvSpPr>
          <p:cNvPr id="24" name="Text 22"/>
          <p:cNvSpPr/>
          <p:nvPr/>
        </p:nvSpPr>
        <p:spPr>
          <a:xfrm>
            <a:off x="8229600" y="4187952"/>
            <a:ext cx="2980944" cy="219456"/>
          </a:xfrm>
          <a:prstGeom prst="rect">
            <a:avLst/>
          </a:prstGeom>
          <a:noFill/>
          <a:ln/>
        </p:spPr>
        <p:txBody>
          <a:bodyPr wrap="square" lIns="0" tIns="0" rIns="0" bIns="0" rtlCol="0" anchor="t"/>
          <a:lstStyle/>
          <a:p>
            <a:pPr marL="0" indent="0">
              <a:buNone/>
            </a:pPr>
            <a:r>
              <a:rPr lang="en-US" sz="1000" noProof="0">
                <a:solidFill>
                  <a:srgbClr val="26344A"/>
                </a:solidFill>
                <a:latin typeface="Consolas" pitchFamily="34" charset="0"/>
                <a:ea typeface="Consolas" pitchFamily="34" charset="-122"/>
                <a:cs typeface="Consolas" pitchFamily="34" charset="-120"/>
              </a:rPr>
              <a:t>new RPCs</a:t>
            </a:r>
            <a:endParaRPr lang="en-US" sz="1000" noProof="0"/>
          </a:p>
        </p:txBody>
      </p:sp>
      <p:sp>
        <p:nvSpPr>
          <p:cNvPr id="25" name="Shape 23"/>
          <p:cNvSpPr/>
          <p:nvPr/>
        </p:nvSpPr>
        <p:spPr>
          <a:xfrm>
            <a:off x="731520" y="4828032"/>
            <a:ext cx="10728655"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6" name="Shape 24"/>
          <p:cNvSpPr/>
          <p:nvPr/>
        </p:nvSpPr>
        <p:spPr>
          <a:xfrm>
            <a:off x="932688" y="5138928"/>
            <a:ext cx="292608" cy="292608"/>
          </a:xfrm>
          <a:prstGeom prst="roundRect">
            <a:avLst>
              <a:gd name="adj" fmla="val 156250"/>
            </a:avLst>
          </a:prstGeom>
          <a:solidFill>
            <a:srgbClr val="0F1826"/>
          </a:solidFill>
          <a:ln w="12700">
            <a:solidFill>
              <a:srgbClr val="8A97A9"/>
            </a:solidFill>
            <a:prstDash val="solid"/>
          </a:ln>
        </p:spPr>
        <p:txBody>
          <a:bodyPr/>
          <a:lstStyle/>
          <a:p>
            <a:endParaRPr lang="en-US" noProof="0"/>
          </a:p>
        </p:txBody>
      </p:sp>
      <p:sp>
        <p:nvSpPr>
          <p:cNvPr id="27" name="Text 25"/>
          <p:cNvSpPr/>
          <p:nvPr/>
        </p:nvSpPr>
        <p:spPr>
          <a:xfrm>
            <a:off x="932688" y="5189220"/>
            <a:ext cx="292608" cy="219456"/>
          </a:xfrm>
          <a:prstGeom prst="rect">
            <a:avLst/>
          </a:prstGeom>
          <a:noFill/>
          <a:ln/>
        </p:spPr>
        <p:txBody>
          <a:bodyPr wrap="square" lIns="0" tIns="0" rIns="0" bIns="0" rtlCol="0" anchor="t"/>
          <a:lstStyle/>
          <a:p>
            <a:pPr marL="0" indent="0" algn="ctr">
              <a:buNone/>
            </a:pPr>
            <a:r>
              <a:rPr lang="en-US" sz="1250" b="1" noProof="0">
                <a:solidFill>
                  <a:srgbClr val="8A97A9"/>
                </a:solidFill>
                <a:latin typeface="Segoe UI Semibold" pitchFamily="34" charset="0"/>
                <a:ea typeface="Segoe UI Semibold" pitchFamily="34" charset="-122"/>
                <a:cs typeface="Segoe UI Semibold" pitchFamily="34" charset="-120"/>
              </a:rPr>
              <a:t>·</a:t>
            </a:r>
            <a:endParaRPr lang="en-US" sz="1250" noProof="0"/>
          </a:p>
        </p:txBody>
      </p:sp>
      <p:sp>
        <p:nvSpPr>
          <p:cNvPr id="28" name="Text 26"/>
          <p:cNvSpPr/>
          <p:nvPr/>
        </p:nvSpPr>
        <p:spPr>
          <a:xfrm>
            <a:off x="1353312" y="4925568"/>
            <a:ext cx="9905695" cy="774192"/>
          </a:xfrm>
          <a:prstGeom prst="rect">
            <a:avLst/>
          </a:prstGeom>
          <a:noFill/>
          <a:ln/>
        </p:spPr>
        <p:txBody>
          <a:bodyPr wrap="square" lIns="0" tIns="0" rIns="0" bIns="0" rtlCol="0" anchor="t"/>
          <a:lstStyle/>
          <a:p>
            <a:pPr marL="0" indent="0">
              <a:lnSpc>
                <a:spcPct val="108000"/>
              </a:lnSpc>
              <a:buNone/>
            </a:pPr>
            <a:r>
              <a:rPr lang="en-US" sz="1400" noProof="0">
                <a:solidFill>
                  <a:srgbClr val="8A97A9"/>
                </a:solidFill>
                <a:latin typeface="Segoe UI" pitchFamily="34" charset="0"/>
                <a:ea typeface="Segoe UI" pitchFamily="34" charset="-122"/>
                <a:cs typeface="Segoe UI" pitchFamily="34" charset="-120"/>
              </a:rPr>
              <a:t>Deliberately unchanged since the midterm: the VAD design and all of its constants, the three listen modes, the keyboard bindings, the echo-suppression multiplier and the ambient calibration.</a:t>
            </a:r>
            <a:endParaRPr lang="en-US" sz="1400" noProof="0"/>
          </a:p>
        </p:txBody>
      </p:sp>
      <p:sp>
        <p:nvSpPr>
          <p:cNvPr id="29"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10</a:t>
            </a:fld>
            <a:endParaRPr lang="en-US" noProof="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The bug that ate the first word</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Listening</a:t>
            </a:r>
            <a:endParaRPr lang="en-US" sz="1000" noProof="0"/>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Text 10"/>
          <p:cNvSpPr/>
          <p:nvPr/>
        </p:nvSpPr>
        <p:spPr>
          <a:xfrm>
            <a:off x="2468880" y="2121408"/>
            <a:ext cx="5669280" cy="219456"/>
          </a:xfrm>
          <a:prstGeom prst="rect">
            <a:avLst/>
          </a:prstGeom>
          <a:noFill/>
          <a:ln/>
        </p:spPr>
        <p:txBody>
          <a:bodyPr wrap="square" lIns="0" tIns="0" rIns="0" bIns="0" rtlCol="0" anchor="t"/>
          <a:lstStyle/>
          <a:p>
            <a:pPr marL="0" indent="0">
              <a:buNone/>
            </a:pPr>
            <a:r>
              <a:rPr lang="en-US" sz="1000" b="1" kern="0" spc="110" noProof="0">
                <a:solidFill>
                  <a:srgbClr val="8A97A9"/>
                </a:solidFill>
                <a:latin typeface="Segoe UI" pitchFamily="34" charset="0"/>
                <a:ea typeface="Segoe UI" pitchFamily="34" charset="-122"/>
                <a:cs typeface="Segoe UI" pitchFamily="34" charset="-120"/>
              </a:rPr>
              <a:t>1 frame reached the recognizer</a:t>
            </a:r>
            <a:endParaRPr lang="en-US" sz="1000" noProof="0"/>
          </a:p>
        </p:txBody>
      </p:sp>
      <p:sp>
        <p:nvSpPr>
          <p:cNvPr id="13" name="Text 11"/>
          <p:cNvSpPr/>
          <p:nvPr/>
        </p:nvSpPr>
        <p:spPr>
          <a:xfrm>
            <a:off x="731520" y="2724912"/>
            <a:ext cx="1645920" cy="274320"/>
          </a:xfrm>
          <a:prstGeom prst="rect">
            <a:avLst/>
          </a:prstGeom>
          <a:noFill/>
          <a:ln/>
        </p:spPr>
        <p:txBody>
          <a:bodyPr wrap="square" lIns="0" tIns="0" rIns="0" bIns="0" rtlCol="0" anchor="t"/>
          <a:lstStyle/>
          <a:p>
            <a:pPr marL="0" indent="0">
              <a:buNone/>
            </a:pPr>
            <a:r>
              <a:rPr lang="en-US" sz="1600" noProof="0">
                <a:solidFill>
                  <a:srgbClr val="8A97A9"/>
                </a:solidFill>
                <a:latin typeface="Segoe UI Semibold" pitchFamily="34" charset="0"/>
                <a:ea typeface="Segoe UI Semibold" pitchFamily="34" charset="-122"/>
                <a:cs typeface="Segoe UI Semibold" pitchFamily="34" charset="-120"/>
              </a:rPr>
              <a:t>Before</a:t>
            </a:r>
            <a:endParaRPr lang="en-US" sz="1600" noProof="0"/>
          </a:p>
        </p:txBody>
      </p:sp>
      <p:sp>
        <p:nvSpPr>
          <p:cNvPr id="14" name="Shape 12"/>
          <p:cNvSpPr/>
          <p:nvPr/>
        </p:nvSpPr>
        <p:spPr>
          <a:xfrm>
            <a:off x="2468880" y="2395728"/>
            <a:ext cx="868680" cy="914400"/>
          </a:xfrm>
          <a:prstGeom prst="roundRect">
            <a:avLst>
              <a:gd name="adj" fmla="val 5263"/>
            </a:avLst>
          </a:prstGeom>
          <a:solidFill>
            <a:srgbClr val="0F1826"/>
          </a:solidFill>
          <a:ln w="12700">
            <a:solidFill>
              <a:srgbClr val="26344A"/>
            </a:solidFill>
            <a:prstDash val="solid"/>
          </a:ln>
        </p:spPr>
        <p:txBody>
          <a:bodyPr/>
          <a:lstStyle/>
          <a:p>
            <a:endParaRPr lang="en-US" noProof="0"/>
          </a:p>
        </p:txBody>
      </p:sp>
      <p:sp>
        <p:nvSpPr>
          <p:cNvPr id="15" name="Shape 13"/>
          <p:cNvSpPr/>
          <p:nvPr/>
        </p:nvSpPr>
        <p:spPr>
          <a:xfrm>
            <a:off x="2830068" y="2779776"/>
            <a:ext cx="146304" cy="146304"/>
          </a:xfrm>
          <a:prstGeom prst="roundRect">
            <a:avLst>
              <a:gd name="adj" fmla="val 312500"/>
            </a:avLst>
          </a:prstGeom>
          <a:solidFill>
            <a:srgbClr val="26344A"/>
          </a:solidFill>
          <a:ln w="6350">
            <a:solidFill>
              <a:srgbClr val="26344A"/>
            </a:solidFill>
            <a:prstDash val="solid"/>
          </a:ln>
        </p:spPr>
        <p:txBody>
          <a:bodyPr/>
          <a:lstStyle/>
          <a:p>
            <a:endParaRPr lang="en-US" noProof="0"/>
          </a:p>
        </p:txBody>
      </p:sp>
      <p:sp>
        <p:nvSpPr>
          <p:cNvPr id="16" name="Text 14"/>
          <p:cNvSpPr/>
          <p:nvPr/>
        </p:nvSpPr>
        <p:spPr>
          <a:xfrm>
            <a:off x="2468880" y="3364992"/>
            <a:ext cx="868680" cy="201168"/>
          </a:xfrm>
          <a:prstGeom prst="rect">
            <a:avLst/>
          </a:prstGeom>
          <a:noFill/>
          <a:ln/>
        </p:spPr>
        <p:txBody>
          <a:bodyPr wrap="square" lIns="0" tIns="0" rIns="0" bIns="0" rtlCol="0" anchor="t"/>
          <a:lstStyle/>
          <a:p>
            <a:pPr marL="0" indent="0" algn="ctr">
              <a:buNone/>
            </a:pPr>
            <a:r>
              <a:rPr lang="en-US" sz="950" noProof="0">
                <a:solidFill>
                  <a:srgbClr val="8A97A9"/>
                </a:solidFill>
                <a:latin typeface="Segoe UI" pitchFamily="34" charset="0"/>
                <a:ea typeface="Segoe UI" pitchFamily="34" charset="-122"/>
                <a:cs typeface="Segoe UI" pitchFamily="34" charset="-120"/>
              </a:rPr>
              <a:t>1</a:t>
            </a:r>
            <a:endParaRPr lang="en-US" sz="950" noProof="0"/>
          </a:p>
        </p:txBody>
      </p:sp>
      <p:sp>
        <p:nvSpPr>
          <p:cNvPr id="17" name="Shape 15"/>
          <p:cNvSpPr/>
          <p:nvPr/>
        </p:nvSpPr>
        <p:spPr>
          <a:xfrm>
            <a:off x="3429000" y="2395728"/>
            <a:ext cx="868680" cy="914400"/>
          </a:xfrm>
          <a:prstGeom prst="roundRect">
            <a:avLst>
              <a:gd name="adj" fmla="val 5263"/>
            </a:avLst>
          </a:prstGeom>
          <a:solidFill>
            <a:srgbClr val="0F1826"/>
          </a:solidFill>
          <a:ln w="12700">
            <a:solidFill>
              <a:srgbClr val="26344A"/>
            </a:solidFill>
            <a:prstDash val="solid"/>
          </a:ln>
        </p:spPr>
        <p:txBody>
          <a:bodyPr/>
          <a:lstStyle/>
          <a:p>
            <a:endParaRPr lang="en-US" noProof="0"/>
          </a:p>
        </p:txBody>
      </p:sp>
      <p:sp>
        <p:nvSpPr>
          <p:cNvPr id="18" name="Shape 16"/>
          <p:cNvSpPr/>
          <p:nvPr/>
        </p:nvSpPr>
        <p:spPr>
          <a:xfrm>
            <a:off x="3790188" y="2779776"/>
            <a:ext cx="146304" cy="146304"/>
          </a:xfrm>
          <a:prstGeom prst="roundRect">
            <a:avLst>
              <a:gd name="adj" fmla="val 312500"/>
            </a:avLst>
          </a:prstGeom>
          <a:solidFill>
            <a:srgbClr val="26344A"/>
          </a:solidFill>
          <a:ln w="6350">
            <a:solidFill>
              <a:srgbClr val="26344A"/>
            </a:solidFill>
            <a:prstDash val="solid"/>
          </a:ln>
        </p:spPr>
        <p:txBody>
          <a:bodyPr/>
          <a:lstStyle/>
          <a:p>
            <a:endParaRPr lang="en-US" noProof="0"/>
          </a:p>
        </p:txBody>
      </p:sp>
      <p:sp>
        <p:nvSpPr>
          <p:cNvPr id="19" name="Text 17"/>
          <p:cNvSpPr/>
          <p:nvPr/>
        </p:nvSpPr>
        <p:spPr>
          <a:xfrm>
            <a:off x="3429000" y="3364992"/>
            <a:ext cx="868680" cy="201168"/>
          </a:xfrm>
          <a:prstGeom prst="rect">
            <a:avLst/>
          </a:prstGeom>
          <a:noFill/>
          <a:ln/>
        </p:spPr>
        <p:txBody>
          <a:bodyPr wrap="square" lIns="0" tIns="0" rIns="0" bIns="0" rtlCol="0" anchor="t"/>
          <a:lstStyle/>
          <a:p>
            <a:pPr marL="0" indent="0" algn="ctr">
              <a:buNone/>
            </a:pPr>
            <a:r>
              <a:rPr lang="en-US" sz="950" noProof="0">
                <a:solidFill>
                  <a:srgbClr val="8A97A9"/>
                </a:solidFill>
                <a:latin typeface="Segoe UI" pitchFamily="34" charset="0"/>
                <a:ea typeface="Segoe UI" pitchFamily="34" charset="-122"/>
                <a:cs typeface="Segoe UI" pitchFamily="34" charset="-120"/>
              </a:rPr>
              <a:t>2</a:t>
            </a:r>
            <a:endParaRPr lang="en-US" sz="950" noProof="0"/>
          </a:p>
        </p:txBody>
      </p:sp>
      <p:sp>
        <p:nvSpPr>
          <p:cNvPr id="20" name="Shape 18"/>
          <p:cNvSpPr/>
          <p:nvPr/>
        </p:nvSpPr>
        <p:spPr>
          <a:xfrm>
            <a:off x="4389120" y="2395728"/>
            <a:ext cx="868680" cy="914400"/>
          </a:xfrm>
          <a:prstGeom prst="roundRect">
            <a:avLst>
              <a:gd name="adj" fmla="val 5263"/>
            </a:avLst>
          </a:prstGeom>
          <a:solidFill>
            <a:srgbClr val="0F1826"/>
          </a:solidFill>
          <a:ln w="12700">
            <a:solidFill>
              <a:srgbClr val="26344A"/>
            </a:solidFill>
            <a:prstDash val="solid"/>
          </a:ln>
        </p:spPr>
        <p:txBody>
          <a:bodyPr/>
          <a:lstStyle/>
          <a:p>
            <a:endParaRPr lang="en-US" noProof="0"/>
          </a:p>
        </p:txBody>
      </p:sp>
      <p:sp>
        <p:nvSpPr>
          <p:cNvPr id="21" name="Shape 19"/>
          <p:cNvSpPr/>
          <p:nvPr/>
        </p:nvSpPr>
        <p:spPr>
          <a:xfrm>
            <a:off x="4750308" y="2587752"/>
            <a:ext cx="146304" cy="530352"/>
          </a:xfrm>
          <a:prstGeom prst="roundRect">
            <a:avLst>
              <a:gd name="adj" fmla="val 312500"/>
            </a:avLst>
          </a:prstGeom>
          <a:solidFill>
            <a:srgbClr val="26344A"/>
          </a:solidFill>
          <a:ln w="6350">
            <a:solidFill>
              <a:srgbClr val="26344A"/>
            </a:solidFill>
            <a:prstDash val="solid"/>
          </a:ln>
        </p:spPr>
        <p:txBody>
          <a:bodyPr/>
          <a:lstStyle/>
          <a:p>
            <a:endParaRPr lang="en-US" noProof="0"/>
          </a:p>
        </p:txBody>
      </p:sp>
      <p:sp>
        <p:nvSpPr>
          <p:cNvPr id="22" name="Text 20"/>
          <p:cNvSpPr/>
          <p:nvPr/>
        </p:nvSpPr>
        <p:spPr>
          <a:xfrm>
            <a:off x="4389120" y="3364992"/>
            <a:ext cx="868680" cy="201168"/>
          </a:xfrm>
          <a:prstGeom prst="rect">
            <a:avLst/>
          </a:prstGeom>
          <a:noFill/>
          <a:ln/>
        </p:spPr>
        <p:txBody>
          <a:bodyPr wrap="square" lIns="0" tIns="0" rIns="0" bIns="0" rtlCol="0" anchor="t"/>
          <a:lstStyle/>
          <a:p>
            <a:pPr marL="0" indent="0" algn="ctr">
              <a:buNone/>
            </a:pPr>
            <a:r>
              <a:rPr lang="en-US" sz="950" noProof="0">
                <a:solidFill>
                  <a:srgbClr val="8A97A9"/>
                </a:solidFill>
                <a:latin typeface="Segoe UI" pitchFamily="34" charset="0"/>
                <a:ea typeface="Segoe UI" pitchFamily="34" charset="-122"/>
                <a:cs typeface="Segoe UI" pitchFamily="34" charset="-120"/>
              </a:rPr>
              <a:t>3</a:t>
            </a:r>
            <a:endParaRPr lang="en-US" sz="950" noProof="0"/>
          </a:p>
        </p:txBody>
      </p:sp>
      <p:sp>
        <p:nvSpPr>
          <p:cNvPr id="23" name="Shape 21"/>
          <p:cNvSpPr/>
          <p:nvPr/>
        </p:nvSpPr>
        <p:spPr>
          <a:xfrm>
            <a:off x="5349240" y="2395728"/>
            <a:ext cx="868680" cy="914400"/>
          </a:xfrm>
          <a:prstGeom prst="roundRect">
            <a:avLst>
              <a:gd name="adj" fmla="val 5263"/>
            </a:avLst>
          </a:prstGeom>
          <a:solidFill>
            <a:srgbClr val="0F1826"/>
          </a:solidFill>
          <a:ln w="12700">
            <a:solidFill>
              <a:srgbClr val="26344A"/>
            </a:solidFill>
            <a:prstDash val="solid"/>
          </a:ln>
        </p:spPr>
        <p:txBody>
          <a:bodyPr/>
          <a:lstStyle/>
          <a:p>
            <a:endParaRPr lang="en-US" noProof="0"/>
          </a:p>
        </p:txBody>
      </p:sp>
      <p:sp>
        <p:nvSpPr>
          <p:cNvPr id="24" name="Shape 22"/>
          <p:cNvSpPr/>
          <p:nvPr/>
        </p:nvSpPr>
        <p:spPr>
          <a:xfrm>
            <a:off x="5710428" y="2587752"/>
            <a:ext cx="146304" cy="530352"/>
          </a:xfrm>
          <a:prstGeom prst="roundRect">
            <a:avLst>
              <a:gd name="adj" fmla="val 312500"/>
            </a:avLst>
          </a:prstGeom>
          <a:solidFill>
            <a:srgbClr val="26344A"/>
          </a:solidFill>
          <a:ln w="6350">
            <a:solidFill>
              <a:srgbClr val="26344A"/>
            </a:solidFill>
            <a:prstDash val="solid"/>
          </a:ln>
        </p:spPr>
        <p:txBody>
          <a:bodyPr/>
          <a:lstStyle/>
          <a:p>
            <a:endParaRPr lang="en-US" noProof="0"/>
          </a:p>
        </p:txBody>
      </p:sp>
      <p:sp>
        <p:nvSpPr>
          <p:cNvPr id="25" name="Text 23"/>
          <p:cNvSpPr/>
          <p:nvPr/>
        </p:nvSpPr>
        <p:spPr>
          <a:xfrm>
            <a:off x="5349240" y="3364992"/>
            <a:ext cx="868680" cy="201168"/>
          </a:xfrm>
          <a:prstGeom prst="rect">
            <a:avLst/>
          </a:prstGeom>
          <a:noFill/>
          <a:ln/>
        </p:spPr>
        <p:txBody>
          <a:bodyPr wrap="square" lIns="0" tIns="0" rIns="0" bIns="0" rtlCol="0" anchor="t"/>
          <a:lstStyle/>
          <a:p>
            <a:pPr marL="0" indent="0" algn="ctr">
              <a:buNone/>
            </a:pPr>
            <a:r>
              <a:rPr lang="en-US" sz="950" noProof="0">
                <a:solidFill>
                  <a:srgbClr val="8A97A9"/>
                </a:solidFill>
                <a:latin typeface="Segoe UI" pitchFamily="34" charset="0"/>
                <a:ea typeface="Segoe UI" pitchFamily="34" charset="-122"/>
                <a:cs typeface="Segoe UI" pitchFamily="34" charset="-120"/>
              </a:rPr>
              <a:t>4</a:t>
            </a:r>
            <a:endParaRPr lang="en-US" sz="950" noProof="0"/>
          </a:p>
        </p:txBody>
      </p:sp>
      <p:sp>
        <p:nvSpPr>
          <p:cNvPr id="26" name="Shape 24"/>
          <p:cNvSpPr/>
          <p:nvPr/>
        </p:nvSpPr>
        <p:spPr>
          <a:xfrm>
            <a:off x="6309360" y="2395728"/>
            <a:ext cx="868680" cy="914400"/>
          </a:xfrm>
          <a:prstGeom prst="roundRect">
            <a:avLst>
              <a:gd name="adj" fmla="val 5263"/>
            </a:avLst>
          </a:prstGeom>
          <a:solidFill>
            <a:srgbClr val="0F1826"/>
          </a:solidFill>
          <a:ln w="12700">
            <a:solidFill>
              <a:srgbClr val="26344A"/>
            </a:solidFill>
            <a:prstDash val="solid"/>
          </a:ln>
        </p:spPr>
        <p:txBody>
          <a:bodyPr/>
          <a:lstStyle/>
          <a:p>
            <a:endParaRPr lang="en-US" noProof="0"/>
          </a:p>
        </p:txBody>
      </p:sp>
      <p:sp>
        <p:nvSpPr>
          <p:cNvPr id="27" name="Shape 25"/>
          <p:cNvSpPr/>
          <p:nvPr/>
        </p:nvSpPr>
        <p:spPr>
          <a:xfrm>
            <a:off x="6670548" y="2587752"/>
            <a:ext cx="146304" cy="530352"/>
          </a:xfrm>
          <a:prstGeom prst="roundRect">
            <a:avLst>
              <a:gd name="adj" fmla="val 312500"/>
            </a:avLst>
          </a:prstGeom>
          <a:solidFill>
            <a:srgbClr val="26344A"/>
          </a:solidFill>
          <a:ln w="6350">
            <a:solidFill>
              <a:srgbClr val="26344A"/>
            </a:solidFill>
            <a:prstDash val="solid"/>
          </a:ln>
        </p:spPr>
        <p:txBody>
          <a:bodyPr/>
          <a:lstStyle/>
          <a:p>
            <a:endParaRPr lang="en-US" noProof="0"/>
          </a:p>
        </p:txBody>
      </p:sp>
      <p:sp>
        <p:nvSpPr>
          <p:cNvPr id="28" name="Text 26"/>
          <p:cNvSpPr/>
          <p:nvPr/>
        </p:nvSpPr>
        <p:spPr>
          <a:xfrm>
            <a:off x="6309360" y="3364992"/>
            <a:ext cx="868680" cy="201168"/>
          </a:xfrm>
          <a:prstGeom prst="rect">
            <a:avLst/>
          </a:prstGeom>
          <a:noFill/>
          <a:ln/>
        </p:spPr>
        <p:txBody>
          <a:bodyPr wrap="square" lIns="0" tIns="0" rIns="0" bIns="0" rtlCol="0" anchor="t"/>
          <a:lstStyle/>
          <a:p>
            <a:pPr marL="0" indent="0" algn="ctr">
              <a:buNone/>
            </a:pPr>
            <a:r>
              <a:rPr lang="en-US" sz="950" noProof="0">
                <a:solidFill>
                  <a:srgbClr val="8A97A9"/>
                </a:solidFill>
                <a:latin typeface="Segoe UI" pitchFamily="34" charset="0"/>
                <a:ea typeface="Segoe UI" pitchFamily="34" charset="-122"/>
                <a:cs typeface="Segoe UI" pitchFamily="34" charset="-120"/>
              </a:rPr>
              <a:t>5</a:t>
            </a:r>
            <a:endParaRPr lang="en-US" sz="950" noProof="0"/>
          </a:p>
        </p:txBody>
      </p:sp>
      <p:sp>
        <p:nvSpPr>
          <p:cNvPr id="29" name="Shape 27"/>
          <p:cNvSpPr/>
          <p:nvPr/>
        </p:nvSpPr>
        <p:spPr>
          <a:xfrm>
            <a:off x="7269480" y="2395728"/>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30" name="Shape 28"/>
          <p:cNvSpPr/>
          <p:nvPr/>
        </p:nvSpPr>
        <p:spPr>
          <a:xfrm>
            <a:off x="7630668" y="2587752"/>
            <a:ext cx="146304" cy="530352"/>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31" name="Text 29"/>
          <p:cNvSpPr/>
          <p:nvPr/>
        </p:nvSpPr>
        <p:spPr>
          <a:xfrm>
            <a:off x="7269480" y="3364992"/>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6</a:t>
            </a:r>
            <a:endParaRPr lang="en-US" sz="950" noProof="0"/>
          </a:p>
        </p:txBody>
      </p:sp>
      <p:sp>
        <p:nvSpPr>
          <p:cNvPr id="32" name="Text 30"/>
          <p:cNvSpPr/>
          <p:nvPr/>
        </p:nvSpPr>
        <p:spPr>
          <a:xfrm>
            <a:off x="2468880" y="3877056"/>
            <a:ext cx="5669280" cy="219456"/>
          </a:xfrm>
          <a:prstGeom prst="rect">
            <a:avLst/>
          </a:prstGeom>
          <a:noFill/>
          <a:ln/>
        </p:spPr>
        <p:txBody>
          <a:bodyPr wrap="square" lIns="0" tIns="0" rIns="0" bIns="0" rtlCol="0" anchor="t"/>
          <a:lstStyle/>
          <a:p>
            <a:pPr marL="0" indent="0">
              <a:buNone/>
            </a:pPr>
            <a:r>
              <a:rPr lang="en-US" sz="1000" b="1" kern="0" spc="110" noProof="0">
                <a:solidFill>
                  <a:srgbClr val="F2A93B"/>
                </a:solidFill>
                <a:latin typeface="Segoe UI" pitchFamily="34" charset="0"/>
                <a:ea typeface="Segoe UI" pitchFamily="34" charset="-122"/>
                <a:cs typeface="Segoe UI" pitchFamily="34" charset="-120"/>
              </a:rPr>
              <a:t>all 6 do</a:t>
            </a:r>
            <a:endParaRPr lang="en-US" sz="1000" noProof="0"/>
          </a:p>
        </p:txBody>
      </p:sp>
      <p:sp>
        <p:nvSpPr>
          <p:cNvPr id="33" name="Text 31"/>
          <p:cNvSpPr/>
          <p:nvPr/>
        </p:nvSpPr>
        <p:spPr>
          <a:xfrm>
            <a:off x="731520" y="4480560"/>
            <a:ext cx="1645920" cy="274320"/>
          </a:xfrm>
          <a:prstGeom prst="rect">
            <a:avLst/>
          </a:prstGeom>
          <a:noFill/>
          <a:ln/>
        </p:spPr>
        <p:txBody>
          <a:bodyPr wrap="square" lIns="0" tIns="0" rIns="0" bIns="0" rtlCol="0" anchor="t"/>
          <a:lstStyle/>
          <a:p>
            <a:pPr marL="0" indent="0">
              <a:buNone/>
            </a:pPr>
            <a:r>
              <a:rPr lang="en-US" sz="1600" noProof="0">
                <a:solidFill>
                  <a:srgbClr val="F2A93B"/>
                </a:solidFill>
                <a:latin typeface="Segoe UI Semibold" pitchFamily="34" charset="0"/>
                <a:ea typeface="Segoe UI Semibold" pitchFamily="34" charset="-122"/>
                <a:cs typeface="Segoe UI Semibold" pitchFamily="34" charset="-120"/>
              </a:rPr>
              <a:t>After</a:t>
            </a:r>
            <a:endParaRPr lang="en-US" sz="1600" noProof="0"/>
          </a:p>
        </p:txBody>
      </p:sp>
      <p:sp>
        <p:nvSpPr>
          <p:cNvPr id="34" name="Shape 32"/>
          <p:cNvSpPr/>
          <p:nvPr/>
        </p:nvSpPr>
        <p:spPr>
          <a:xfrm>
            <a:off x="246888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35" name="Shape 33"/>
          <p:cNvSpPr/>
          <p:nvPr/>
        </p:nvSpPr>
        <p:spPr>
          <a:xfrm>
            <a:off x="2830068" y="4535424"/>
            <a:ext cx="146304" cy="146304"/>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36" name="Text 34"/>
          <p:cNvSpPr/>
          <p:nvPr/>
        </p:nvSpPr>
        <p:spPr>
          <a:xfrm>
            <a:off x="246888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1</a:t>
            </a:r>
            <a:endParaRPr lang="en-US" sz="950" noProof="0"/>
          </a:p>
        </p:txBody>
      </p:sp>
      <p:sp>
        <p:nvSpPr>
          <p:cNvPr id="37" name="Shape 35"/>
          <p:cNvSpPr/>
          <p:nvPr/>
        </p:nvSpPr>
        <p:spPr>
          <a:xfrm>
            <a:off x="342900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38" name="Shape 36"/>
          <p:cNvSpPr/>
          <p:nvPr/>
        </p:nvSpPr>
        <p:spPr>
          <a:xfrm>
            <a:off x="3790188" y="4535424"/>
            <a:ext cx="146304" cy="146304"/>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39" name="Text 37"/>
          <p:cNvSpPr/>
          <p:nvPr/>
        </p:nvSpPr>
        <p:spPr>
          <a:xfrm>
            <a:off x="342900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2</a:t>
            </a:r>
            <a:endParaRPr lang="en-US" sz="950" noProof="0"/>
          </a:p>
        </p:txBody>
      </p:sp>
      <p:sp>
        <p:nvSpPr>
          <p:cNvPr id="40" name="Shape 38"/>
          <p:cNvSpPr/>
          <p:nvPr/>
        </p:nvSpPr>
        <p:spPr>
          <a:xfrm>
            <a:off x="438912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41" name="Shape 39"/>
          <p:cNvSpPr/>
          <p:nvPr/>
        </p:nvSpPr>
        <p:spPr>
          <a:xfrm>
            <a:off x="4750308" y="4343400"/>
            <a:ext cx="146304" cy="530352"/>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42" name="Text 40"/>
          <p:cNvSpPr/>
          <p:nvPr/>
        </p:nvSpPr>
        <p:spPr>
          <a:xfrm>
            <a:off x="438912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3</a:t>
            </a:r>
            <a:endParaRPr lang="en-US" sz="950" noProof="0"/>
          </a:p>
        </p:txBody>
      </p:sp>
      <p:sp>
        <p:nvSpPr>
          <p:cNvPr id="43" name="Shape 41"/>
          <p:cNvSpPr/>
          <p:nvPr/>
        </p:nvSpPr>
        <p:spPr>
          <a:xfrm>
            <a:off x="534924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44" name="Shape 42"/>
          <p:cNvSpPr/>
          <p:nvPr/>
        </p:nvSpPr>
        <p:spPr>
          <a:xfrm>
            <a:off x="5710428" y="4343400"/>
            <a:ext cx="146304" cy="530352"/>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45" name="Text 43"/>
          <p:cNvSpPr/>
          <p:nvPr/>
        </p:nvSpPr>
        <p:spPr>
          <a:xfrm>
            <a:off x="534924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4</a:t>
            </a:r>
            <a:endParaRPr lang="en-US" sz="950" noProof="0"/>
          </a:p>
        </p:txBody>
      </p:sp>
      <p:sp>
        <p:nvSpPr>
          <p:cNvPr id="46" name="Shape 44"/>
          <p:cNvSpPr/>
          <p:nvPr/>
        </p:nvSpPr>
        <p:spPr>
          <a:xfrm>
            <a:off x="630936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47" name="Shape 45"/>
          <p:cNvSpPr/>
          <p:nvPr/>
        </p:nvSpPr>
        <p:spPr>
          <a:xfrm>
            <a:off x="6670548" y="4343400"/>
            <a:ext cx="146304" cy="530352"/>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48" name="Text 46"/>
          <p:cNvSpPr/>
          <p:nvPr/>
        </p:nvSpPr>
        <p:spPr>
          <a:xfrm>
            <a:off x="630936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5</a:t>
            </a:r>
            <a:endParaRPr lang="en-US" sz="950" noProof="0"/>
          </a:p>
        </p:txBody>
      </p:sp>
      <p:sp>
        <p:nvSpPr>
          <p:cNvPr id="49" name="Shape 47"/>
          <p:cNvSpPr/>
          <p:nvPr/>
        </p:nvSpPr>
        <p:spPr>
          <a:xfrm>
            <a:off x="7269480" y="4151376"/>
            <a:ext cx="868680" cy="914400"/>
          </a:xfrm>
          <a:prstGeom prst="roundRect">
            <a:avLst>
              <a:gd name="adj" fmla="val 5263"/>
            </a:avLst>
          </a:prstGeom>
          <a:solidFill>
            <a:srgbClr val="1A2436"/>
          </a:solidFill>
          <a:ln w="12700">
            <a:solidFill>
              <a:srgbClr val="F2A93B"/>
            </a:solidFill>
            <a:prstDash val="solid"/>
          </a:ln>
        </p:spPr>
        <p:txBody>
          <a:bodyPr/>
          <a:lstStyle/>
          <a:p>
            <a:endParaRPr lang="en-US" noProof="0"/>
          </a:p>
        </p:txBody>
      </p:sp>
      <p:sp>
        <p:nvSpPr>
          <p:cNvPr id="50" name="Shape 48"/>
          <p:cNvSpPr/>
          <p:nvPr/>
        </p:nvSpPr>
        <p:spPr>
          <a:xfrm>
            <a:off x="7630668" y="4343400"/>
            <a:ext cx="146304" cy="530352"/>
          </a:xfrm>
          <a:prstGeom prst="roundRect">
            <a:avLst>
              <a:gd name="adj" fmla="val 312500"/>
            </a:avLst>
          </a:prstGeom>
          <a:solidFill>
            <a:srgbClr val="F2A93B"/>
          </a:solidFill>
          <a:ln w="6350">
            <a:solidFill>
              <a:srgbClr val="F2A93B"/>
            </a:solidFill>
            <a:prstDash val="solid"/>
          </a:ln>
        </p:spPr>
        <p:txBody>
          <a:bodyPr/>
          <a:lstStyle/>
          <a:p>
            <a:endParaRPr lang="en-US" noProof="0"/>
          </a:p>
        </p:txBody>
      </p:sp>
      <p:sp>
        <p:nvSpPr>
          <p:cNvPr id="51" name="Text 49"/>
          <p:cNvSpPr/>
          <p:nvPr/>
        </p:nvSpPr>
        <p:spPr>
          <a:xfrm>
            <a:off x="7269480" y="5120640"/>
            <a:ext cx="868680" cy="201168"/>
          </a:xfrm>
          <a:prstGeom prst="rect">
            <a:avLst/>
          </a:prstGeom>
          <a:noFill/>
          <a:ln/>
        </p:spPr>
        <p:txBody>
          <a:bodyPr wrap="square" lIns="0" tIns="0" rIns="0" bIns="0" rtlCol="0" anchor="t"/>
          <a:lstStyle/>
          <a:p>
            <a:pPr marL="0" indent="0" algn="ctr">
              <a:buNone/>
            </a:pPr>
            <a:r>
              <a:rPr lang="en-US" sz="950" noProof="0">
                <a:solidFill>
                  <a:srgbClr val="F2A93B"/>
                </a:solidFill>
                <a:latin typeface="Segoe UI" pitchFamily="34" charset="0"/>
                <a:ea typeface="Segoe UI" pitchFamily="34" charset="-122"/>
                <a:cs typeface="Segoe UI" pitchFamily="34" charset="-120"/>
              </a:rPr>
              <a:t>6</a:t>
            </a:r>
            <a:endParaRPr lang="en-US" sz="950" noProof="0"/>
          </a:p>
        </p:txBody>
      </p:sp>
      <p:sp>
        <p:nvSpPr>
          <p:cNvPr id="52" name="Shape 50"/>
          <p:cNvSpPr/>
          <p:nvPr/>
        </p:nvSpPr>
        <p:spPr>
          <a:xfrm>
            <a:off x="8686800" y="2395728"/>
            <a:ext cx="2770632" cy="3017520"/>
          </a:xfrm>
          <a:prstGeom prst="roundRect">
            <a:avLst>
              <a:gd name="adj" fmla="val 2310"/>
            </a:avLst>
          </a:prstGeom>
          <a:solidFill>
            <a:srgbClr val="131E2E"/>
          </a:solidFill>
          <a:ln w="12700">
            <a:solidFill>
              <a:srgbClr val="26344A"/>
            </a:solidFill>
            <a:prstDash val="solid"/>
          </a:ln>
        </p:spPr>
        <p:txBody>
          <a:bodyPr/>
          <a:lstStyle/>
          <a:p>
            <a:endParaRPr lang="en-US" noProof="0"/>
          </a:p>
        </p:txBody>
      </p:sp>
      <p:sp>
        <p:nvSpPr>
          <p:cNvPr id="53" name="Text 51"/>
          <p:cNvSpPr/>
          <p:nvPr/>
        </p:nvSpPr>
        <p:spPr>
          <a:xfrm>
            <a:off x="8887968" y="2596896"/>
            <a:ext cx="2377440" cy="932688"/>
          </a:xfrm>
          <a:prstGeom prst="rect">
            <a:avLst/>
          </a:prstGeom>
          <a:noFill/>
          <a:ln/>
        </p:spPr>
        <p:txBody>
          <a:bodyPr wrap="square" lIns="0" tIns="0" rIns="0" bIns="0" rtlCol="0" anchor="t"/>
          <a:lstStyle/>
          <a:p>
            <a:pPr marL="0" indent="0">
              <a:lnSpc>
                <a:spcPct val="112000"/>
              </a:lnSpc>
              <a:buNone/>
            </a:pPr>
            <a:r>
              <a:rPr lang="en-US" sz="1300" noProof="0">
                <a:solidFill>
                  <a:srgbClr val="C7CDD4"/>
                </a:solidFill>
                <a:latin typeface="Segoe UI" pitchFamily="34" charset="0"/>
                <a:ea typeface="Segoe UI" pitchFamily="34" charset="-122"/>
                <a:cs typeface="Segoe UI" pitchFamily="34" charset="-120"/>
              </a:rPr>
              <a:t>Onset waits for four loud frames in a row before it believes you started talking.</a:t>
            </a:r>
            <a:endParaRPr lang="en-US" sz="1300" noProof="0"/>
          </a:p>
        </p:txBody>
      </p:sp>
      <p:sp>
        <p:nvSpPr>
          <p:cNvPr id="54" name="Text 52"/>
          <p:cNvSpPr/>
          <p:nvPr/>
        </p:nvSpPr>
        <p:spPr>
          <a:xfrm>
            <a:off x="8887968" y="3602736"/>
            <a:ext cx="2377440" cy="1188720"/>
          </a:xfrm>
          <a:prstGeom prst="rect">
            <a:avLst/>
          </a:prstGeom>
          <a:noFill/>
          <a:ln/>
        </p:spPr>
        <p:txBody>
          <a:bodyPr wrap="square" lIns="0" tIns="0" rIns="0" bIns="0" rtlCol="0" anchor="t"/>
          <a:lstStyle/>
          <a:p>
            <a:pPr marL="0" indent="0">
              <a:lnSpc>
                <a:spcPct val="112000"/>
              </a:lnSpc>
              <a:buNone/>
            </a:pPr>
            <a:r>
              <a:rPr lang="en-US" sz="1300" noProof="0">
                <a:solidFill>
                  <a:srgbClr val="8A97A9"/>
                </a:solidFill>
                <a:latin typeface="Segoe UI" pitchFamily="34" charset="0"/>
                <a:ea typeface="Segoe UI" pitchFamily="34" charset="-122"/>
                <a:cs typeface="Segoe UI" pitchFamily="34" charset="-120"/>
              </a:rPr>
              <a:t>But only the fourth was handed over. The three that proved it, where the word began, were dropped.</a:t>
            </a:r>
            <a:endParaRPr lang="en-US" sz="1300" noProof="0"/>
          </a:p>
        </p:txBody>
      </p:sp>
      <p:sp>
        <p:nvSpPr>
          <p:cNvPr id="55" name="Text 53"/>
          <p:cNvSpPr/>
          <p:nvPr/>
        </p:nvSpPr>
        <p:spPr>
          <a:xfrm>
            <a:off x="8887968" y="4882896"/>
            <a:ext cx="2377440" cy="457200"/>
          </a:xfrm>
          <a:prstGeom prst="rect">
            <a:avLst/>
          </a:prstGeom>
          <a:noFill/>
          <a:ln/>
        </p:spPr>
        <p:txBody>
          <a:bodyPr wrap="square" lIns="0" tIns="0" rIns="0" bIns="0" rtlCol="0" anchor="t"/>
          <a:lstStyle/>
          <a:p>
            <a:pPr marL="0" indent="0">
              <a:lnSpc>
                <a:spcPct val="110000"/>
              </a:lnSpc>
              <a:buNone/>
            </a:pPr>
            <a:r>
              <a:rPr lang="en-US" sz="1300" noProof="0">
                <a:solidFill>
                  <a:srgbClr val="F2A93B"/>
                </a:solidFill>
                <a:latin typeface="Segoe UI Semibold" pitchFamily="34" charset="0"/>
                <a:ea typeface="Segoe UI Semibold" pitchFamily="34" charset="-122"/>
                <a:cs typeface="Segoe UI Semibold" pitchFamily="34" charset="-120"/>
              </a:rPr>
              <a:t>Fixed with a 6-frame rolling buffer.</a:t>
            </a:r>
            <a:endParaRPr lang="en-US" sz="1300" noProof="0"/>
          </a:p>
        </p:txBody>
      </p:sp>
      <p:sp>
        <p:nvSpPr>
          <p:cNvPr id="57"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11</a:t>
            </a:fld>
            <a:endParaRPr lang="en-US" noProof="0"/>
          </a:p>
        </p:txBody>
      </p:sp>
      <p:sp>
        <p:nvSpPr>
          <p:cNvPr id="59" name="Shape 0">
            <a:extLst>
              <a:ext uri="{FF2B5EF4-FFF2-40B4-BE49-F238E27FC236}">
                <a16:creationId xmlns:a16="http://schemas.microsoft.com/office/drawing/2014/main" id="{25A306FF-AAC6-4314-2C02-1AA33CAA6DE8}"/>
              </a:ext>
            </a:extLst>
          </p:cNvPr>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61" name="Text 1">
            <a:extLst>
              <a:ext uri="{FF2B5EF4-FFF2-40B4-BE49-F238E27FC236}">
                <a16:creationId xmlns:a16="http://schemas.microsoft.com/office/drawing/2014/main" id="{6AAFC9B0-441D-886D-F20E-51DDB8136611}"/>
              </a:ext>
            </a:extLst>
          </p:cNvPr>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LISTENING</a:t>
            </a:r>
            <a:endParaRPr lang="en-US" sz="1050" noProof="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LISTENING</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Interrupting, properly</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The trigger path is unchanged. What changed is what happens to the audio.</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Interruptions</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340864"/>
            <a:ext cx="6309360" cy="1371600"/>
          </a:xfrm>
          <a:prstGeom prst="roundRect">
            <a:avLst>
              <a:gd name="adj" fmla="val 4667"/>
            </a:avLst>
          </a:prstGeom>
          <a:solidFill>
            <a:srgbClr val="0F1826"/>
          </a:solidFill>
          <a:ln w="12700">
            <a:solidFill>
              <a:srgbClr val="26344A"/>
            </a:solidFill>
            <a:prstDash val="solid"/>
          </a:ln>
        </p:spPr>
        <p:txBody>
          <a:bodyPr/>
          <a:lstStyle/>
          <a:p>
            <a:endParaRPr lang="en-US" noProof="0"/>
          </a:p>
        </p:txBody>
      </p:sp>
      <p:sp>
        <p:nvSpPr>
          <p:cNvPr id="14" name="Shape 12"/>
          <p:cNvSpPr/>
          <p:nvPr/>
        </p:nvSpPr>
        <p:spPr>
          <a:xfrm>
            <a:off x="969264" y="2505456"/>
            <a:ext cx="1005840" cy="274320"/>
          </a:xfrm>
          <a:prstGeom prst="roundRect">
            <a:avLst>
              <a:gd name="adj" fmla="val 166667"/>
            </a:avLst>
          </a:prstGeom>
          <a:solidFill>
            <a:srgbClr val="0F1826"/>
          </a:solidFill>
          <a:ln w="12700">
            <a:solidFill>
              <a:srgbClr val="8A97A9"/>
            </a:solidFill>
            <a:prstDash val="solid"/>
          </a:ln>
        </p:spPr>
        <p:txBody>
          <a:bodyPr/>
          <a:lstStyle/>
          <a:p>
            <a:endParaRPr lang="en-US" noProof="0"/>
          </a:p>
        </p:txBody>
      </p:sp>
      <p:sp>
        <p:nvSpPr>
          <p:cNvPr id="15" name="Text 13"/>
          <p:cNvSpPr/>
          <p:nvPr/>
        </p:nvSpPr>
        <p:spPr>
          <a:xfrm>
            <a:off x="969264" y="2551176"/>
            <a:ext cx="1005840" cy="182880"/>
          </a:xfrm>
          <a:prstGeom prst="rect">
            <a:avLst/>
          </a:prstGeom>
          <a:noFill/>
          <a:ln/>
        </p:spPr>
        <p:txBody>
          <a:bodyPr wrap="square" lIns="0" tIns="0" rIns="0" bIns="0" rtlCol="0" anchor="t"/>
          <a:lstStyle/>
          <a:p>
            <a:pPr marL="0" indent="0" algn="ctr">
              <a:buNone/>
            </a:pPr>
            <a:r>
              <a:rPr lang="en-US" sz="950" b="1" kern="0" spc="110" noProof="0">
                <a:solidFill>
                  <a:srgbClr val="8A97A9"/>
                </a:solidFill>
                <a:latin typeface="Segoe UI" pitchFamily="34" charset="0"/>
                <a:ea typeface="Segoe UI" pitchFamily="34" charset="-122"/>
                <a:cs typeface="Segoe UI" pitchFamily="34" charset="-120"/>
              </a:rPr>
              <a:t>MIDTERM</a:t>
            </a:r>
            <a:endParaRPr lang="en-US" sz="950" noProof="0"/>
          </a:p>
        </p:txBody>
      </p:sp>
      <p:sp>
        <p:nvSpPr>
          <p:cNvPr id="16" name="Text 14"/>
          <p:cNvSpPr/>
          <p:nvPr/>
        </p:nvSpPr>
        <p:spPr>
          <a:xfrm>
            <a:off x="969264" y="2907792"/>
            <a:ext cx="5833872" cy="694944"/>
          </a:xfrm>
          <a:prstGeom prst="rect">
            <a:avLst/>
          </a:prstGeom>
          <a:noFill/>
          <a:ln/>
        </p:spPr>
        <p:txBody>
          <a:bodyPr wrap="square" lIns="0" tIns="0" rIns="0" bIns="0" rtlCol="0" anchor="t"/>
          <a:lstStyle/>
          <a:p>
            <a:pPr marL="0" indent="0">
              <a:lnSpc>
                <a:spcPct val="112000"/>
              </a:lnSpc>
              <a:buNone/>
            </a:pPr>
            <a:r>
              <a:rPr lang="en-US" sz="1450" noProof="0">
                <a:solidFill>
                  <a:srgbClr val="8A97A9"/>
                </a:solidFill>
                <a:latin typeface="Segoe UI" pitchFamily="34" charset="0"/>
                <a:ea typeface="Segoe UI" pitchFamily="34" charset="-122"/>
                <a:cs typeface="Segoe UI" pitchFamily="34" charset="-120"/>
              </a:rPr>
              <a:t>Kill the </a:t>
            </a:r>
            <a:r>
              <a:rPr lang="en-US" sz="1450" noProof="0" err="1">
                <a:solidFill>
                  <a:srgbClr val="8A97A9"/>
                </a:solidFill>
                <a:latin typeface="Segoe UI" pitchFamily="34" charset="0"/>
                <a:ea typeface="Segoe UI" pitchFamily="34" charset="-122"/>
                <a:cs typeface="Segoe UI" pitchFamily="34" charset="-120"/>
              </a:rPr>
              <a:t>espeak</a:t>
            </a:r>
            <a:r>
              <a:rPr lang="en-US" sz="1450" noProof="0">
                <a:solidFill>
                  <a:srgbClr val="8A97A9"/>
                </a:solidFill>
                <a:latin typeface="Segoe UI" pitchFamily="34" charset="0"/>
                <a:ea typeface="Segoe UI" pitchFamily="34" charset="-122"/>
                <a:cs typeface="Segoe UI" pitchFamily="34" charset="-120"/>
              </a:rPr>
              <a:t> process, timed against a word-count estimate. Too jarring mid-word, so it could only stop at whole sentences.</a:t>
            </a:r>
            <a:endParaRPr lang="en-US" sz="1450" noProof="0"/>
          </a:p>
        </p:txBody>
      </p:sp>
      <p:sp>
        <p:nvSpPr>
          <p:cNvPr id="17" name="Shape 15"/>
          <p:cNvSpPr/>
          <p:nvPr/>
        </p:nvSpPr>
        <p:spPr>
          <a:xfrm>
            <a:off x="731520" y="3840480"/>
            <a:ext cx="6309360" cy="1481328"/>
          </a:xfrm>
          <a:prstGeom prst="roundRect">
            <a:avLst>
              <a:gd name="adj" fmla="val 4321"/>
            </a:avLst>
          </a:prstGeom>
          <a:solidFill>
            <a:srgbClr val="131E2E"/>
          </a:solidFill>
          <a:ln w="12700">
            <a:solidFill>
              <a:srgbClr val="F2A93B"/>
            </a:solidFill>
            <a:prstDash val="solid"/>
          </a:ln>
        </p:spPr>
        <p:txBody>
          <a:bodyPr/>
          <a:lstStyle/>
          <a:p>
            <a:endParaRPr lang="en-US" noProof="0"/>
          </a:p>
        </p:txBody>
      </p:sp>
      <p:sp>
        <p:nvSpPr>
          <p:cNvPr id="18" name="Shape 16"/>
          <p:cNvSpPr/>
          <p:nvPr/>
        </p:nvSpPr>
        <p:spPr>
          <a:xfrm>
            <a:off x="969264" y="4005072"/>
            <a:ext cx="731520"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19" name="Text 17"/>
          <p:cNvSpPr/>
          <p:nvPr/>
        </p:nvSpPr>
        <p:spPr>
          <a:xfrm>
            <a:off x="969264" y="4050792"/>
            <a:ext cx="731520" cy="182880"/>
          </a:xfrm>
          <a:prstGeom prst="rect">
            <a:avLst/>
          </a:prstGeom>
          <a:noFill/>
          <a:ln/>
        </p:spPr>
        <p:txBody>
          <a:bodyPr wrap="square" lIns="0" tIns="0" rIns="0" bIns="0" rtlCol="0" anchor="t"/>
          <a:lstStyle/>
          <a:p>
            <a:pPr marL="0" indent="0" algn="ctr">
              <a:buNone/>
            </a:pPr>
            <a:r>
              <a:rPr lang="en-US" sz="950" b="1" kern="0" spc="110" noProof="0">
                <a:solidFill>
                  <a:srgbClr val="F2A93B"/>
                </a:solidFill>
                <a:latin typeface="Segoe UI" pitchFamily="34" charset="0"/>
                <a:ea typeface="Segoe UI" pitchFamily="34" charset="-122"/>
                <a:cs typeface="Segoe UI" pitchFamily="34" charset="-120"/>
              </a:rPr>
              <a:t>NOW</a:t>
            </a:r>
            <a:endParaRPr lang="en-US" sz="950" noProof="0"/>
          </a:p>
        </p:txBody>
      </p:sp>
      <p:sp>
        <p:nvSpPr>
          <p:cNvPr id="20" name="Text 18"/>
          <p:cNvSpPr/>
          <p:nvPr/>
        </p:nvSpPr>
        <p:spPr>
          <a:xfrm>
            <a:off x="969264" y="4407408"/>
            <a:ext cx="5833872" cy="822960"/>
          </a:xfrm>
          <a:prstGeom prst="rect">
            <a:avLst/>
          </a:prstGeom>
          <a:noFill/>
          <a:ln/>
        </p:spPr>
        <p:txBody>
          <a:bodyPr wrap="square" lIns="0" tIns="0" rIns="0" bIns="0" rtlCol="0" anchor="t"/>
          <a:lstStyle/>
          <a:p>
            <a:pPr marL="0" indent="0">
              <a:lnSpc>
                <a:spcPct val="112000"/>
              </a:lnSpc>
              <a:buNone/>
            </a:pPr>
            <a:r>
              <a:rPr lang="en-US" sz="1450" noProof="0">
                <a:solidFill>
                  <a:srgbClr val="F2F6FB"/>
                </a:solidFill>
                <a:latin typeface="Segoe UI" pitchFamily="34" charset="0"/>
                <a:ea typeface="Segoe UI" pitchFamily="34" charset="-122"/>
                <a:cs typeface="Segoe UI" pitchFamily="34" charset="-120"/>
              </a:rPr>
              <a:t>The engine knows where the </a:t>
            </a:r>
            <a:r>
              <a:rPr lang="en-US" sz="1450" b="1" noProof="0">
                <a:solidFill>
                  <a:srgbClr val="F2A93B"/>
                </a:solidFill>
                <a:latin typeface="Segoe UI" pitchFamily="34" charset="0"/>
                <a:ea typeface="Segoe UI" pitchFamily="34" charset="-122"/>
                <a:cs typeface="Segoe UI" pitchFamily="34" charset="-120"/>
              </a:rPr>
              <a:t>current word ends</a:t>
            </a:r>
            <a:r>
              <a:rPr lang="en-US" sz="1450" noProof="0">
                <a:solidFill>
                  <a:srgbClr val="F2F6FB"/>
                </a:solidFill>
                <a:latin typeface="Segoe UI" pitchFamily="34" charset="0"/>
                <a:ea typeface="Segoe UI" pitchFamily="34" charset="-122"/>
                <a:cs typeface="Segoe UI" pitchFamily="34" charset="-120"/>
              </a:rPr>
              <a:t>, finishes it, then a </a:t>
            </a:r>
            <a:r>
              <a:rPr lang="en-US" sz="1450" b="1" noProof="0">
                <a:solidFill>
                  <a:srgbClr val="F2A93B"/>
                </a:solidFill>
                <a:latin typeface="Segoe UI" pitchFamily="34" charset="0"/>
                <a:ea typeface="Segoe UI" pitchFamily="34" charset="-122"/>
                <a:cs typeface="Segoe UI" pitchFamily="34" charset="-120"/>
              </a:rPr>
              <a:t>12 </a:t>
            </a:r>
            <a:r>
              <a:rPr lang="en-US" sz="1450" b="1" noProof="0" err="1">
                <a:solidFill>
                  <a:srgbClr val="F2A93B"/>
                </a:solidFill>
                <a:latin typeface="Segoe UI" pitchFamily="34" charset="0"/>
                <a:ea typeface="Segoe UI" pitchFamily="34" charset="-122"/>
                <a:cs typeface="Segoe UI" pitchFamily="34" charset="-120"/>
              </a:rPr>
              <a:t>ms</a:t>
            </a:r>
            <a:r>
              <a:rPr lang="en-US" sz="1450" b="1" noProof="0">
                <a:solidFill>
                  <a:srgbClr val="F2A93B"/>
                </a:solidFill>
                <a:latin typeface="Segoe UI" pitchFamily="34" charset="0"/>
                <a:ea typeface="Segoe UI" pitchFamily="34" charset="-122"/>
                <a:cs typeface="Segoe UI" pitchFamily="34" charset="-120"/>
              </a:rPr>
              <a:t> fade</a:t>
            </a:r>
            <a:r>
              <a:rPr lang="en-US" sz="1450" noProof="0">
                <a:solidFill>
                  <a:srgbClr val="F2F6FB"/>
                </a:solidFill>
                <a:latin typeface="Segoe UI" pitchFamily="34" charset="0"/>
                <a:ea typeface="Segoe UI" pitchFamily="34" charset="-122"/>
                <a:cs typeface="Segoe UI" pitchFamily="34" charset="-120"/>
              </a:rPr>
              <a:t> takes it to silence. It stops one word after you speak, not one sentence.</a:t>
            </a:r>
            <a:endParaRPr lang="en-US" sz="1450" noProof="0"/>
          </a:p>
        </p:txBody>
      </p:sp>
      <p:sp>
        <p:nvSpPr>
          <p:cNvPr id="21" name="Shape 19"/>
          <p:cNvSpPr/>
          <p:nvPr/>
        </p:nvSpPr>
        <p:spPr>
          <a:xfrm>
            <a:off x="7379208" y="2340864"/>
            <a:ext cx="4133088" cy="2715768"/>
          </a:xfrm>
          <a:prstGeom prst="roundRect">
            <a:avLst>
              <a:gd name="adj" fmla="val 2020"/>
            </a:avLst>
          </a:prstGeom>
          <a:solidFill>
            <a:srgbClr val="0F1826"/>
          </a:solidFill>
          <a:ln w="12700">
            <a:solidFill>
              <a:srgbClr val="26344A"/>
            </a:solidFill>
            <a:prstDash val="solid"/>
          </a:ln>
        </p:spPr>
        <p:txBody>
          <a:bodyPr/>
          <a:lstStyle/>
          <a:p>
            <a:endParaRPr lang="en-US" noProof="0"/>
          </a:p>
        </p:txBody>
      </p:sp>
      <p:pic>
        <p:nvPicPr>
          <p:cNvPr id="22" name="Image 0" descr="/root/work2/img/chat.png"/>
          <p:cNvPicPr>
            <a:picLocks noChangeAspect="1"/>
          </p:cNvPicPr>
          <p:nvPr/>
        </p:nvPicPr>
        <p:blipFill>
          <a:blip r:embed="rId3"/>
          <a:stretch>
            <a:fillRect/>
          </a:stretch>
        </p:blipFill>
        <p:spPr>
          <a:xfrm>
            <a:off x="7434072" y="2395728"/>
            <a:ext cx="4023360" cy="2606040"/>
          </a:xfrm>
          <a:prstGeom prst="rect">
            <a:avLst/>
          </a:prstGeom>
        </p:spPr>
      </p:pic>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12</a:t>
            </a:fld>
            <a:endParaRPr lang="en-US" noProof="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457200"/>
            <a:ext cx="759638"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759638"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GUI</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A GUI for the whole workflow</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At the midterm there was none. The project was a terminal and a hand-edited </a:t>
            </a:r>
            <a:r>
              <a:rPr lang="en-US" sz="1550" i="1" noProof="0" err="1">
                <a:solidFill>
                  <a:srgbClr val="8A97A9"/>
                </a:solidFill>
                <a:latin typeface="Segoe UI" pitchFamily="34" charset="0"/>
                <a:ea typeface="Segoe UI" pitchFamily="34" charset="-122"/>
                <a:cs typeface="Segoe UI" pitchFamily="34" charset="-120"/>
              </a:rPr>
              <a:t>config.json</a:t>
            </a:r>
            <a:r>
              <a:rPr lang="en-US" sz="1550" i="1" noProof="0">
                <a:solidFill>
                  <a:srgbClr val="8A97A9"/>
                </a:solidFill>
                <a:latin typeface="Segoe UI" pitchFamily="34" charset="0"/>
                <a:ea typeface="Segoe UI" pitchFamily="34" charset="-122"/>
                <a:cs typeface="Segoe UI" pitchFamily="34" charset="-120"/>
              </a:rPr>
              <a:t>.</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Desktop GUI</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676656" y="2231136"/>
            <a:ext cx="5779008" cy="3767328"/>
          </a:xfrm>
          <a:prstGeom prst="roundRect">
            <a:avLst>
              <a:gd name="adj" fmla="val 1456"/>
            </a:avLst>
          </a:prstGeom>
          <a:solidFill>
            <a:srgbClr val="0F1826"/>
          </a:solidFill>
          <a:ln w="12700">
            <a:solidFill>
              <a:srgbClr val="26344A"/>
            </a:solidFill>
            <a:prstDash val="solid"/>
          </a:ln>
        </p:spPr>
        <p:txBody>
          <a:bodyPr/>
          <a:lstStyle/>
          <a:p>
            <a:endParaRPr lang="en-US" noProof="0"/>
          </a:p>
        </p:txBody>
      </p:sp>
      <p:pic>
        <p:nvPicPr>
          <p:cNvPr id="14" name="Image 0" descr="/root/work2/img/gui-dashboard.png"/>
          <p:cNvPicPr>
            <a:picLocks noChangeAspect="1"/>
          </p:cNvPicPr>
          <p:nvPr/>
        </p:nvPicPr>
        <p:blipFill>
          <a:blip r:embed="rId3"/>
          <a:stretch>
            <a:fillRect/>
          </a:stretch>
        </p:blipFill>
        <p:spPr>
          <a:xfrm>
            <a:off x="731520" y="2286000"/>
            <a:ext cx="5669280" cy="3657600"/>
          </a:xfrm>
          <a:prstGeom prst="rect">
            <a:avLst/>
          </a:prstGeom>
        </p:spPr>
      </p:pic>
      <p:sp>
        <p:nvSpPr>
          <p:cNvPr id="18" name="Shape 15"/>
          <p:cNvSpPr/>
          <p:nvPr/>
        </p:nvSpPr>
        <p:spPr>
          <a:xfrm>
            <a:off x="6766560" y="2523744"/>
            <a:ext cx="4690872" cy="768096"/>
          </a:xfrm>
          <a:prstGeom prst="roundRect">
            <a:avLst>
              <a:gd name="adj" fmla="val 8333"/>
            </a:avLst>
          </a:prstGeom>
          <a:solidFill>
            <a:srgbClr val="131E2E"/>
          </a:solidFill>
          <a:ln w="12700">
            <a:solidFill>
              <a:srgbClr val="26344A"/>
            </a:solidFill>
            <a:prstDash val="solid"/>
          </a:ln>
        </p:spPr>
        <p:txBody>
          <a:bodyPr/>
          <a:lstStyle/>
          <a:p>
            <a:endParaRPr lang="en-US" noProof="0"/>
          </a:p>
        </p:txBody>
      </p:sp>
      <p:sp>
        <p:nvSpPr>
          <p:cNvPr id="19" name="Text 16"/>
          <p:cNvSpPr/>
          <p:nvPr/>
        </p:nvSpPr>
        <p:spPr>
          <a:xfrm>
            <a:off x="6986016" y="2670048"/>
            <a:ext cx="1737360" cy="457200"/>
          </a:xfrm>
          <a:prstGeom prst="rect">
            <a:avLst/>
          </a:prstGeom>
          <a:noFill/>
          <a:ln/>
        </p:spPr>
        <p:txBody>
          <a:bodyPr wrap="square" lIns="0" tIns="0" rIns="0" bIns="0" rtlCol="0" anchor="t"/>
          <a:lstStyle/>
          <a:p>
            <a:pPr marL="0" indent="0">
              <a:buNone/>
            </a:pPr>
            <a:r>
              <a:rPr lang="en-US" sz="2500" noProof="0">
                <a:solidFill>
                  <a:srgbClr val="F2A93B"/>
                </a:solidFill>
                <a:latin typeface="Segoe UI Semibold" pitchFamily="34" charset="0"/>
                <a:ea typeface="Segoe UI Semibold" pitchFamily="34" charset="-122"/>
                <a:cs typeface="Segoe UI Semibold" pitchFamily="34" charset="-120"/>
              </a:rPr>
              <a:t>5*</a:t>
            </a:r>
            <a:endParaRPr lang="en-US" sz="2500" noProof="0"/>
          </a:p>
        </p:txBody>
      </p:sp>
      <p:sp>
        <p:nvSpPr>
          <p:cNvPr id="20" name="Text 17"/>
          <p:cNvSpPr/>
          <p:nvPr/>
        </p:nvSpPr>
        <p:spPr>
          <a:xfrm>
            <a:off x="8686800" y="2779776"/>
            <a:ext cx="2560320" cy="457200"/>
          </a:xfrm>
          <a:prstGeom prst="rect">
            <a:avLst/>
          </a:prstGeom>
          <a:noFill/>
          <a:ln/>
        </p:spPr>
        <p:txBody>
          <a:bodyPr wrap="square" lIns="0" tIns="0" rIns="0" bIns="0" rtlCol="0" anchor="t"/>
          <a:lstStyle/>
          <a:p>
            <a:pPr marL="0" indent="0">
              <a:lnSpc>
                <a:spcPct val="108000"/>
              </a:lnSpc>
              <a:buNone/>
            </a:pPr>
            <a:r>
              <a:rPr lang="en-US" sz="1250" noProof="0">
                <a:solidFill>
                  <a:srgbClr val="8A97A9"/>
                </a:solidFill>
                <a:latin typeface="Segoe UI" pitchFamily="34" charset="0"/>
                <a:ea typeface="Segoe UI" pitchFamily="34" charset="-122"/>
                <a:cs typeface="Segoe UI" pitchFamily="34" charset="-120"/>
              </a:rPr>
              <a:t>pages, one face preview</a:t>
            </a:r>
            <a:endParaRPr lang="en-US" sz="1250" noProof="0"/>
          </a:p>
        </p:txBody>
      </p:sp>
      <p:sp>
        <p:nvSpPr>
          <p:cNvPr id="21" name="Shape 18"/>
          <p:cNvSpPr/>
          <p:nvPr/>
        </p:nvSpPr>
        <p:spPr>
          <a:xfrm>
            <a:off x="6766560" y="3968496"/>
            <a:ext cx="4690872" cy="768096"/>
          </a:xfrm>
          <a:prstGeom prst="roundRect">
            <a:avLst>
              <a:gd name="adj" fmla="val 8333"/>
            </a:avLst>
          </a:prstGeom>
          <a:solidFill>
            <a:srgbClr val="131E2E"/>
          </a:solidFill>
          <a:ln w="12700">
            <a:solidFill>
              <a:srgbClr val="26344A"/>
            </a:solidFill>
            <a:prstDash val="solid"/>
          </a:ln>
        </p:spPr>
        <p:txBody>
          <a:bodyPr/>
          <a:lstStyle/>
          <a:p>
            <a:endParaRPr lang="en-US" noProof="0"/>
          </a:p>
        </p:txBody>
      </p:sp>
      <p:sp>
        <p:nvSpPr>
          <p:cNvPr id="22" name="Text 19"/>
          <p:cNvSpPr/>
          <p:nvPr/>
        </p:nvSpPr>
        <p:spPr>
          <a:xfrm>
            <a:off x="6986016" y="4114800"/>
            <a:ext cx="1737360" cy="457200"/>
          </a:xfrm>
          <a:prstGeom prst="rect">
            <a:avLst/>
          </a:prstGeom>
          <a:noFill/>
          <a:ln/>
        </p:spPr>
        <p:txBody>
          <a:bodyPr wrap="square" lIns="0" tIns="0" rIns="0" bIns="0" rtlCol="0" anchor="t"/>
          <a:lstStyle/>
          <a:p>
            <a:pPr marL="0" indent="0">
              <a:buNone/>
            </a:pPr>
            <a:r>
              <a:rPr lang="en-US" sz="2500" noProof="0">
                <a:solidFill>
                  <a:srgbClr val="F2A93B"/>
                </a:solidFill>
                <a:latin typeface="Segoe UI Semibold" pitchFamily="34" charset="0"/>
                <a:ea typeface="Segoe UI Semibold" pitchFamily="34" charset="-122"/>
                <a:cs typeface="Segoe UI Semibold" pitchFamily="34" charset="-120"/>
              </a:rPr>
              <a:t>3</a:t>
            </a:r>
            <a:endParaRPr lang="en-US" sz="2500" noProof="0"/>
          </a:p>
        </p:txBody>
      </p:sp>
      <p:sp>
        <p:nvSpPr>
          <p:cNvPr id="23" name="Text 20"/>
          <p:cNvSpPr/>
          <p:nvPr/>
        </p:nvSpPr>
        <p:spPr>
          <a:xfrm>
            <a:off x="8686800" y="4224528"/>
            <a:ext cx="2560320" cy="457200"/>
          </a:xfrm>
          <a:prstGeom prst="rect">
            <a:avLst/>
          </a:prstGeom>
          <a:noFill/>
          <a:ln/>
        </p:spPr>
        <p:txBody>
          <a:bodyPr wrap="square" lIns="0" tIns="0" rIns="0" bIns="0" rtlCol="0" anchor="t"/>
          <a:lstStyle/>
          <a:p>
            <a:pPr marL="0" indent="0">
              <a:lnSpc>
                <a:spcPct val="108000"/>
              </a:lnSpc>
              <a:buNone/>
            </a:pPr>
            <a:r>
              <a:rPr lang="en-US" sz="1250" noProof="0">
                <a:solidFill>
                  <a:srgbClr val="8A97A9"/>
                </a:solidFill>
                <a:latin typeface="Segoe UI" pitchFamily="34" charset="0"/>
                <a:ea typeface="Segoe UI" pitchFamily="34" charset="-122"/>
                <a:cs typeface="Segoe UI" pitchFamily="34" charset="-120"/>
              </a:rPr>
              <a:t>platforms, one codebase</a:t>
            </a:r>
            <a:endParaRPr lang="en-US" sz="1250" noProof="0"/>
          </a:p>
        </p:txBody>
      </p:sp>
      <p:sp>
        <p:nvSpPr>
          <p:cNvPr id="24" name="Shape 21"/>
          <p:cNvSpPr/>
          <p:nvPr/>
        </p:nvSpPr>
        <p:spPr>
          <a:xfrm>
            <a:off x="6793992" y="5007498"/>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5" name="Text 22"/>
          <p:cNvSpPr/>
          <p:nvPr/>
        </p:nvSpPr>
        <p:spPr>
          <a:xfrm>
            <a:off x="7077456" y="4919472"/>
            <a:ext cx="4379976" cy="532384"/>
          </a:xfrm>
          <a:prstGeom prst="rect">
            <a:avLst/>
          </a:prstGeom>
          <a:noFill/>
          <a:ln/>
        </p:spPr>
        <p:txBody>
          <a:bodyPr wrap="square" lIns="0" tIns="0" rIns="0" bIns="0" rtlCol="0" anchor="t"/>
          <a:lstStyle/>
          <a:p>
            <a:pPr marL="0" indent="0">
              <a:lnSpc>
                <a:spcPct val="108000"/>
              </a:lnSpc>
              <a:buNone/>
            </a:pPr>
            <a:r>
              <a:rPr lang="en-US" sz="1300" b="1" noProof="0">
                <a:solidFill>
                  <a:srgbClr val="F2A93B"/>
                </a:solidFill>
                <a:latin typeface="Segoe UI" pitchFamily="34" charset="0"/>
                <a:ea typeface="Segoe UI" pitchFamily="34" charset="-122"/>
                <a:cs typeface="Segoe UI" pitchFamily="34" charset="-120"/>
              </a:rPr>
              <a:t>Avalonia on .NET 10</a:t>
            </a:r>
            <a:r>
              <a:rPr lang="en-US" sz="1300" noProof="0">
                <a:solidFill>
                  <a:srgbClr val="F2F6FB"/>
                </a:solidFill>
                <a:latin typeface="Segoe UI" pitchFamily="34" charset="0"/>
                <a:ea typeface="Segoe UI" pitchFamily="34" charset="-122"/>
                <a:cs typeface="Segoe UI" pitchFamily="34" charset="-120"/>
              </a:rPr>
              <a:t> Windows, Linux and the Pi from the same codebase.</a:t>
            </a:r>
            <a:endParaRPr lang="en-US" sz="1300" noProof="0"/>
          </a:p>
        </p:txBody>
      </p:sp>
      <p:sp>
        <p:nvSpPr>
          <p:cNvPr id="26" name="Shape 23"/>
          <p:cNvSpPr/>
          <p:nvPr/>
        </p:nvSpPr>
        <p:spPr>
          <a:xfrm>
            <a:off x="6793992" y="5613034"/>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7" name="Text 24"/>
          <p:cNvSpPr/>
          <p:nvPr/>
        </p:nvSpPr>
        <p:spPr>
          <a:xfrm>
            <a:off x="7077456" y="5525008"/>
            <a:ext cx="4379976" cy="532384"/>
          </a:xfrm>
          <a:prstGeom prst="rect">
            <a:avLst/>
          </a:prstGeom>
          <a:noFill/>
          <a:ln/>
        </p:spPr>
        <p:txBody>
          <a:bodyPr wrap="square" lIns="0" tIns="0" rIns="0" bIns="0" rtlCol="0" anchor="t"/>
          <a:lstStyle/>
          <a:p>
            <a:pPr marL="0" indent="0">
              <a:lnSpc>
                <a:spcPct val="108000"/>
              </a:lnSpc>
              <a:buNone/>
            </a:pPr>
            <a:r>
              <a:rPr lang="en-US" sz="1300" noProof="0">
                <a:solidFill>
                  <a:srgbClr val="F2F6FB"/>
                </a:solidFill>
                <a:latin typeface="Segoe UI" pitchFamily="34" charset="0"/>
                <a:ea typeface="Segoe UI" pitchFamily="34" charset="-122"/>
                <a:cs typeface="Segoe UI" pitchFamily="34" charset="-120"/>
              </a:rPr>
              <a:t>It reads and writes </a:t>
            </a:r>
            <a:r>
              <a:rPr lang="en-US" sz="1300" b="1" noProof="0">
                <a:solidFill>
                  <a:srgbClr val="F2A93B"/>
                </a:solidFill>
                <a:latin typeface="Segoe UI" pitchFamily="34" charset="0"/>
                <a:ea typeface="Segoe UI" pitchFamily="34" charset="-122"/>
                <a:cs typeface="Segoe UI" pitchFamily="34" charset="-120"/>
              </a:rPr>
              <a:t>the same </a:t>
            </a:r>
            <a:r>
              <a:rPr lang="en-US" sz="1300" b="1" noProof="0" err="1">
                <a:solidFill>
                  <a:srgbClr val="F2A93B"/>
                </a:solidFill>
                <a:latin typeface="Segoe UI" pitchFamily="34" charset="0"/>
                <a:ea typeface="Segoe UI" pitchFamily="34" charset="-122"/>
                <a:cs typeface="Segoe UI" pitchFamily="34" charset="-120"/>
              </a:rPr>
              <a:t>config.json</a:t>
            </a:r>
            <a:r>
              <a:rPr lang="en-US" sz="1300" noProof="0">
                <a:solidFill>
                  <a:srgbClr val="F2F6FB"/>
                </a:solidFill>
                <a:latin typeface="Segoe UI" pitchFamily="34" charset="0"/>
                <a:ea typeface="Segoe UI" pitchFamily="34" charset="-122"/>
                <a:cs typeface="Segoe UI" pitchFamily="34" charset="-120"/>
              </a:rPr>
              <a:t> as the terminal app, so the two never disagree and may be used together.</a:t>
            </a:r>
            <a:endParaRPr lang="en-US" sz="1300" noProof="0"/>
          </a:p>
        </p:txBody>
      </p:sp>
      <p:sp>
        <p:nvSpPr>
          <p:cNvPr id="28"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13</a:t>
            </a:fld>
            <a:endParaRPr lang="en-US" noProof="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Thin client, fat engine</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Desktop GUI</a:t>
            </a:r>
            <a:endParaRPr lang="en-US" sz="1000" noProof="0"/>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731520" y="2286000"/>
            <a:ext cx="4114800" cy="1463040"/>
          </a:xfrm>
          <a:prstGeom prst="roundRect">
            <a:avLst>
              <a:gd name="adj" fmla="val 4375"/>
            </a:avLst>
          </a:prstGeom>
          <a:solidFill>
            <a:srgbClr val="131E2E"/>
          </a:solidFill>
          <a:ln w="12700">
            <a:solidFill>
              <a:srgbClr val="4C9AFF"/>
            </a:solidFill>
            <a:prstDash val="solid"/>
          </a:ln>
        </p:spPr>
        <p:txBody>
          <a:bodyPr/>
          <a:lstStyle/>
          <a:p>
            <a:endParaRPr lang="en-US" noProof="0"/>
          </a:p>
        </p:txBody>
      </p:sp>
      <p:sp>
        <p:nvSpPr>
          <p:cNvPr id="13" name="Text 11"/>
          <p:cNvSpPr/>
          <p:nvPr/>
        </p:nvSpPr>
        <p:spPr>
          <a:xfrm>
            <a:off x="987552" y="2505456"/>
            <a:ext cx="3657600" cy="329184"/>
          </a:xfrm>
          <a:prstGeom prst="rect">
            <a:avLst/>
          </a:prstGeom>
          <a:noFill/>
          <a:ln/>
        </p:spPr>
        <p:txBody>
          <a:bodyPr wrap="square" lIns="0" tIns="0" rIns="0" bIns="0" rtlCol="0" anchor="t"/>
          <a:lstStyle/>
          <a:p>
            <a:pPr marL="0" indent="0">
              <a:buNone/>
            </a:pPr>
            <a:r>
              <a:rPr lang="en-US" sz="1900" noProof="0" err="1">
                <a:solidFill>
                  <a:srgbClr val="4C9AFF"/>
                </a:solidFill>
                <a:latin typeface="Segoe UI Semibold" pitchFamily="34" charset="0"/>
                <a:ea typeface="Segoe UI Semibold" pitchFamily="34" charset="-122"/>
                <a:cs typeface="Segoe UI Semibold" pitchFamily="34" charset="-120"/>
              </a:rPr>
              <a:t>ObotControl.App</a:t>
            </a:r>
            <a:endParaRPr lang="en-US" sz="1900" noProof="0"/>
          </a:p>
        </p:txBody>
      </p:sp>
      <p:sp>
        <p:nvSpPr>
          <p:cNvPr id="14" name="Text 12"/>
          <p:cNvSpPr/>
          <p:nvPr/>
        </p:nvSpPr>
        <p:spPr>
          <a:xfrm>
            <a:off x="987552" y="2907792"/>
            <a:ext cx="3657600" cy="640080"/>
          </a:xfrm>
          <a:prstGeom prst="rect">
            <a:avLst/>
          </a:prstGeom>
          <a:noFill/>
          <a:ln/>
        </p:spPr>
        <p:txBody>
          <a:bodyPr wrap="square" lIns="0" tIns="0" rIns="0" bIns="0" rtlCol="0" anchor="t"/>
          <a:lstStyle/>
          <a:p>
            <a:pPr marL="0" indent="0">
              <a:lnSpc>
                <a:spcPct val="110000"/>
              </a:lnSpc>
              <a:buNone/>
            </a:pPr>
            <a:r>
              <a:rPr lang="en-US" sz="1300" noProof="0">
                <a:solidFill>
                  <a:srgbClr val="8A97A9"/>
                </a:solidFill>
                <a:latin typeface="Segoe UI" pitchFamily="34" charset="0"/>
                <a:ea typeface="Segoe UI" pitchFamily="34" charset="-122"/>
                <a:cs typeface="Segoe UI" pitchFamily="34" charset="-120"/>
              </a:rPr>
              <a:t>Avalonia. Draws things, forwards clicks.</a:t>
            </a:r>
          </a:p>
          <a:p>
            <a:pPr marL="0" indent="0">
              <a:lnSpc>
                <a:spcPct val="110000"/>
              </a:lnSpc>
              <a:buNone/>
            </a:pPr>
            <a:r>
              <a:rPr lang="en-US" sz="1300" noProof="0">
                <a:solidFill>
                  <a:srgbClr val="8A97A9"/>
                </a:solidFill>
                <a:latin typeface="Segoe UI" pitchFamily="34" charset="0"/>
                <a:ea typeface="Segoe UI" pitchFamily="34" charset="-122"/>
                <a:cs typeface="Segoe UI" pitchFamily="34" charset="-120"/>
              </a:rPr>
              <a:t>Knows nothing about the pipeline.</a:t>
            </a:r>
            <a:endParaRPr lang="en-US" sz="1300" noProof="0"/>
          </a:p>
        </p:txBody>
      </p:sp>
      <p:sp>
        <p:nvSpPr>
          <p:cNvPr id="15" name="Shape 13"/>
          <p:cNvSpPr/>
          <p:nvPr/>
        </p:nvSpPr>
        <p:spPr>
          <a:xfrm>
            <a:off x="7342632" y="2286000"/>
            <a:ext cx="4114800" cy="1463040"/>
          </a:xfrm>
          <a:prstGeom prst="roundRect">
            <a:avLst>
              <a:gd name="adj" fmla="val 4375"/>
            </a:avLst>
          </a:prstGeom>
          <a:solidFill>
            <a:srgbClr val="131E2E"/>
          </a:solidFill>
          <a:ln w="12700">
            <a:solidFill>
              <a:srgbClr val="F2A93B"/>
            </a:solidFill>
            <a:prstDash val="solid"/>
          </a:ln>
        </p:spPr>
        <p:txBody>
          <a:bodyPr/>
          <a:lstStyle/>
          <a:p>
            <a:endParaRPr lang="en-US" noProof="0"/>
          </a:p>
        </p:txBody>
      </p:sp>
      <p:sp>
        <p:nvSpPr>
          <p:cNvPr id="16" name="Text 14"/>
          <p:cNvSpPr/>
          <p:nvPr/>
        </p:nvSpPr>
        <p:spPr>
          <a:xfrm>
            <a:off x="7598664" y="2505456"/>
            <a:ext cx="3657600" cy="329184"/>
          </a:xfrm>
          <a:prstGeom prst="rect">
            <a:avLst/>
          </a:prstGeom>
          <a:noFill/>
          <a:ln/>
        </p:spPr>
        <p:txBody>
          <a:bodyPr wrap="square" lIns="0" tIns="0" rIns="0" bIns="0" rtlCol="0" anchor="t"/>
          <a:lstStyle/>
          <a:p>
            <a:pPr marL="0" indent="0">
              <a:buNone/>
            </a:pPr>
            <a:r>
              <a:rPr lang="en-US" sz="1900" noProof="0">
                <a:solidFill>
                  <a:srgbClr val="F2A93B"/>
                </a:solidFill>
                <a:latin typeface="Segoe UI Semibold" pitchFamily="34" charset="0"/>
                <a:ea typeface="Segoe UI Semibold" pitchFamily="34" charset="-122"/>
                <a:cs typeface="Segoe UI Semibold" pitchFamily="34" charset="-120"/>
              </a:rPr>
              <a:t>python -m </a:t>
            </a:r>
            <a:r>
              <a:rPr lang="en-US" sz="1900" noProof="0" err="1">
                <a:solidFill>
                  <a:srgbClr val="F2A93B"/>
                </a:solidFill>
                <a:latin typeface="Segoe UI Semibold" pitchFamily="34" charset="0"/>
                <a:ea typeface="Segoe UI Semibold" pitchFamily="34" charset="-122"/>
                <a:cs typeface="Segoe UI Semibold" pitchFamily="34" charset="-120"/>
              </a:rPr>
              <a:t>obot</a:t>
            </a:r>
            <a:r>
              <a:rPr lang="en-US" sz="1900" noProof="0">
                <a:solidFill>
                  <a:srgbClr val="F2A93B"/>
                </a:solidFill>
                <a:latin typeface="Segoe UI Semibold" pitchFamily="34" charset="0"/>
                <a:ea typeface="Segoe UI Semibold" pitchFamily="34" charset="-122"/>
                <a:cs typeface="Segoe UI Semibold" pitchFamily="34" charset="-120"/>
              </a:rPr>
              <a:t> --serve</a:t>
            </a:r>
            <a:endParaRPr lang="en-US" sz="1900" noProof="0"/>
          </a:p>
        </p:txBody>
      </p:sp>
      <p:sp>
        <p:nvSpPr>
          <p:cNvPr id="17" name="Text 15"/>
          <p:cNvSpPr/>
          <p:nvPr/>
        </p:nvSpPr>
        <p:spPr>
          <a:xfrm>
            <a:off x="7598664" y="2907792"/>
            <a:ext cx="3657600" cy="640080"/>
          </a:xfrm>
          <a:prstGeom prst="rect">
            <a:avLst/>
          </a:prstGeom>
          <a:noFill/>
          <a:ln/>
        </p:spPr>
        <p:txBody>
          <a:bodyPr wrap="square" lIns="0" tIns="0" rIns="0" bIns="0" rtlCol="0" anchor="t"/>
          <a:lstStyle/>
          <a:p>
            <a:pPr marL="0" indent="0">
              <a:lnSpc>
                <a:spcPct val="110000"/>
              </a:lnSpc>
              <a:buNone/>
            </a:pPr>
            <a:r>
              <a:rPr lang="en-US" sz="1300" noProof="0" err="1">
                <a:solidFill>
                  <a:srgbClr val="8A97A9"/>
                </a:solidFill>
                <a:latin typeface="Segoe UI" pitchFamily="34" charset="0"/>
                <a:ea typeface="Segoe UI" pitchFamily="34" charset="-122"/>
                <a:cs typeface="Segoe UI" pitchFamily="34" charset="-120"/>
              </a:rPr>
              <a:t>asyncio</a:t>
            </a:r>
            <a:r>
              <a:rPr lang="en-US" sz="1300" noProof="0">
                <a:solidFill>
                  <a:srgbClr val="8A97A9"/>
                </a:solidFill>
                <a:latin typeface="Segoe UI" pitchFamily="34" charset="0"/>
                <a:ea typeface="Segoe UI" pitchFamily="34" charset="-122"/>
                <a:cs typeface="Segoe UI" pitchFamily="34" charset="-120"/>
              </a:rPr>
              <a:t> pipelines, the serial port, the audio devices, the COM objects.</a:t>
            </a:r>
            <a:endParaRPr lang="en-US" sz="1300" noProof="0"/>
          </a:p>
        </p:txBody>
      </p:sp>
      <p:sp>
        <p:nvSpPr>
          <p:cNvPr id="18" name="Text 16"/>
          <p:cNvSpPr/>
          <p:nvPr/>
        </p:nvSpPr>
        <p:spPr>
          <a:xfrm>
            <a:off x="4754880" y="2340863"/>
            <a:ext cx="2587752" cy="329183"/>
          </a:xfrm>
          <a:prstGeom prst="rect">
            <a:avLst/>
          </a:prstGeom>
          <a:noFill/>
          <a:ln/>
        </p:spPr>
        <p:txBody>
          <a:bodyPr wrap="square" lIns="0" tIns="0" rIns="0" bIns="0" rtlCol="0" anchor="t"/>
          <a:lstStyle/>
          <a:p>
            <a:pPr marL="0" indent="0" algn="ctr">
              <a:buNone/>
            </a:pPr>
            <a:r>
              <a:rPr lang="en-US" sz="1050" noProof="0">
                <a:solidFill>
                  <a:srgbClr val="C7CDD4"/>
                </a:solidFill>
                <a:latin typeface="Consolas" pitchFamily="34" charset="0"/>
                <a:ea typeface="Consolas" pitchFamily="34" charset="-122"/>
                <a:cs typeface="Consolas" pitchFamily="34" charset="-120"/>
              </a:rPr>
              <a:t>WebSocket</a:t>
            </a:r>
          </a:p>
          <a:p>
            <a:pPr marL="0" indent="0" algn="ctr">
              <a:buNone/>
            </a:pPr>
            <a:r>
              <a:rPr lang="en-US" sz="1050" noProof="0">
                <a:solidFill>
                  <a:srgbClr val="C7CDD4"/>
                </a:solidFill>
                <a:latin typeface="Consolas" pitchFamily="34" charset="0"/>
                <a:ea typeface="Consolas" pitchFamily="34" charset="-122"/>
                <a:cs typeface="Consolas" pitchFamily="34" charset="-120"/>
              </a:rPr>
              <a:t>JSON · 127.0.0.1:8765</a:t>
            </a:r>
            <a:endParaRPr lang="en-US" sz="1050" noProof="0"/>
          </a:p>
        </p:txBody>
      </p:sp>
      <p:sp>
        <p:nvSpPr>
          <p:cNvPr id="19" name="Text 17"/>
          <p:cNvSpPr/>
          <p:nvPr/>
        </p:nvSpPr>
        <p:spPr>
          <a:xfrm>
            <a:off x="4846320" y="2761488"/>
            <a:ext cx="2404872" cy="219456"/>
          </a:xfrm>
          <a:prstGeom prst="rect">
            <a:avLst/>
          </a:prstGeom>
          <a:noFill/>
          <a:ln/>
        </p:spPr>
        <p:txBody>
          <a:bodyPr wrap="square" lIns="0" tIns="0" rIns="0" bIns="0" rtlCol="0" anchor="t"/>
          <a:lstStyle/>
          <a:p>
            <a:pPr marL="0" indent="0" algn="ctr">
              <a:buNone/>
            </a:pPr>
            <a:r>
              <a:rPr lang="en-US" sz="1150" noProof="0">
                <a:solidFill>
                  <a:srgbClr val="4C9AFF"/>
                </a:solidFill>
                <a:latin typeface="Segoe UI" pitchFamily="34" charset="0"/>
                <a:ea typeface="Segoe UI" pitchFamily="34" charset="-122"/>
                <a:cs typeface="Segoe UI" pitchFamily="34" charset="-120"/>
              </a:rPr>
              <a:t>calls</a:t>
            </a:r>
            <a:endParaRPr lang="en-US" sz="1150" noProof="0"/>
          </a:p>
        </p:txBody>
      </p:sp>
      <p:sp>
        <p:nvSpPr>
          <p:cNvPr id="20" name="Shape 18"/>
          <p:cNvSpPr/>
          <p:nvPr/>
        </p:nvSpPr>
        <p:spPr>
          <a:xfrm>
            <a:off x="4846320" y="2999232"/>
            <a:ext cx="2404872" cy="0"/>
          </a:xfrm>
          <a:prstGeom prst="line">
            <a:avLst/>
          </a:prstGeom>
          <a:noFill/>
          <a:ln w="22225">
            <a:solidFill>
              <a:srgbClr val="4C9AFF"/>
            </a:solidFill>
            <a:prstDash val="solid"/>
            <a:headEnd type="none"/>
            <a:tailEnd type="triangle"/>
          </a:ln>
        </p:spPr>
        <p:txBody>
          <a:bodyPr/>
          <a:lstStyle/>
          <a:p>
            <a:endParaRPr lang="en-US" noProof="0"/>
          </a:p>
        </p:txBody>
      </p:sp>
      <p:sp>
        <p:nvSpPr>
          <p:cNvPr id="21" name="Shape 19"/>
          <p:cNvSpPr/>
          <p:nvPr/>
        </p:nvSpPr>
        <p:spPr>
          <a:xfrm>
            <a:off x="4846320" y="3255264"/>
            <a:ext cx="2404872" cy="0"/>
          </a:xfrm>
          <a:prstGeom prst="line">
            <a:avLst/>
          </a:prstGeom>
          <a:noFill/>
          <a:ln w="22225">
            <a:solidFill>
              <a:srgbClr val="F2A93B"/>
            </a:solidFill>
            <a:prstDash val="solid"/>
            <a:headEnd type="triangle"/>
            <a:tailEnd type="none"/>
          </a:ln>
        </p:spPr>
        <p:txBody>
          <a:bodyPr/>
          <a:lstStyle/>
          <a:p>
            <a:endParaRPr lang="en-US" noProof="0"/>
          </a:p>
        </p:txBody>
      </p:sp>
      <p:sp>
        <p:nvSpPr>
          <p:cNvPr id="22" name="Text 20"/>
          <p:cNvSpPr/>
          <p:nvPr/>
        </p:nvSpPr>
        <p:spPr>
          <a:xfrm>
            <a:off x="4846320" y="3291840"/>
            <a:ext cx="2404872" cy="219456"/>
          </a:xfrm>
          <a:prstGeom prst="rect">
            <a:avLst/>
          </a:prstGeom>
          <a:noFill/>
          <a:ln/>
        </p:spPr>
        <p:txBody>
          <a:bodyPr wrap="square" lIns="0" tIns="0" rIns="0" bIns="0" rtlCol="0" anchor="t"/>
          <a:lstStyle/>
          <a:p>
            <a:pPr marL="0" indent="0" algn="ctr">
              <a:buNone/>
            </a:pPr>
            <a:r>
              <a:rPr lang="en-US" sz="1150" noProof="0">
                <a:solidFill>
                  <a:srgbClr val="F2A93B"/>
                </a:solidFill>
                <a:latin typeface="Segoe UI" pitchFamily="34" charset="0"/>
                <a:ea typeface="Segoe UI" pitchFamily="34" charset="-122"/>
                <a:cs typeface="Segoe UI" pitchFamily="34" charset="-120"/>
              </a:rPr>
              <a:t>events</a:t>
            </a:r>
            <a:endParaRPr lang="en-US" sz="1150" noProof="0"/>
          </a:p>
        </p:txBody>
      </p:sp>
      <p:sp>
        <p:nvSpPr>
          <p:cNvPr id="23" name="Shape 21"/>
          <p:cNvSpPr/>
          <p:nvPr/>
        </p:nvSpPr>
        <p:spPr>
          <a:xfrm>
            <a:off x="758952" y="412211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4" name="Text 22"/>
          <p:cNvSpPr/>
          <p:nvPr/>
        </p:nvSpPr>
        <p:spPr>
          <a:xfrm>
            <a:off x="1042416" y="4023360"/>
            <a:ext cx="10417759" cy="597408"/>
          </a:xfrm>
          <a:prstGeom prst="rect">
            <a:avLst/>
          </a:prstGeom>
          <a:noFill/>
          <a:ln/>
        </p:spPr>
        <p:txBody>
          <a:bodyPr wrap="square" lIns="0" tIns="0" rIns="0" bIns="0" rtlCol="0" anchor="t"/>
          <a:lstStyle/>
          <a:p>
            <a:pPr marL="0" indent="0">
              <a:lnSpc>
                <a:spcPct val="108000"/>
              </a:lnSpc>
              <a:buNone/>
            </a:pPr>
            <a:r>
              <a:rPr lang="en-US" sz="1500" b="1" noProof="0">
                <a:solidFill>
                  <a:srgbClr val="F2A93B"/>
                </a:solidFill>
                <a:latin typeface="Segoe UI" pitchFamily="34" charset="0"/>
                <a:ea typeface="Segoe UI" pitchFamily="34" charset="-122"/>
                <a:cs typeface="Segoe UI" pitchFamily="34" charset="-120"/>
              </a:rPr>
              <a:t>All the intelligence stays in Python.</a:t>
            </a:r>
            <a:r>
              <a:rPr lang="en-US" sz="1500" noProof="0">
                <a:solidFill>
                  <a:srgbClr val="F2F6FB"/>
                </a:solidFill>
                <a:latin typeface="Segoe UI" pitchFamily="34" charset="0"/>
                <a:ea typeface="Segoe UI" pitchFamily="34" charset="-122"/>
                <a:cs typeface="Segoe UI" pitchFamily="34" charset="-120"/>
              </a:rPr>
              <a:t> The GUI never re-implements a line of the pipeline, as it calls RPC methods and renders what comes back.</a:t>
            </a:r>
            <a:endParaRPr lang="en-US" sz="1500" noProof="0"/>
          </a:p>
        </p:txBody>
      </p:sp>
      <p:sp>
        <p:nvSpPr>
          <p:cNvPr id="25" name="Shape 23"/>
          <p:cNvSpPr/>
          <p:nvPr/>
        </p:nvSpPr>
        <p:spPr>
          <a:xfrm>
            <a:off x="758952" y="4810963"/>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6" name="Text 24"/>
          <p:cNvSpPr/>
          <p:nvPr/>
        </p:nvSpPr>
        <p:spPr>
          <a:xfrm>
            <a:off x="1042416" y="4712208"/>
            <a:ext cx="10417759" cy="597408"/>
          </a:xfrm>
          <a:prstGeom prst="rect">
            <a:avLst/>
          </a:prstGeom>
          <a:noFill/>
          <a:ln/>
        </p:spPr>
        <p:txBody>
          <a:bodyPr wrap="square" lIns="0" tIns="0" rIns="0" bIns="0" rtlCol="0" anchor="t"/>
          <a:lstStyle/>
          <a:p>
            <a:pPr marL="0" indent="0">
              <a:lnSpc>
                <a:spcPct val="108000"/>
              </a:lnSpc>
              <a:buNone/>
            </a:pPr>
            <a:r>
              <a:rPr lang="en-US" sz="1500" b="1" noProof="0">
                <a:solidFill>
                  <a:srgbClr val="F2A93B"/>
                </a:solidFill>
                <a:latin typeface="Segoe UI" pitchFamily="34" charset="0"/>
                <a:ea typeface="Segoe UI" pitchFamily="34" charset="-122"/>
                <a:cs typeface="Segoe UI" pitchFamily="34" charset="-120"/>
              </a:rPr>
              <a:t>Why:</a:t>
            </a:r>
            <a:r>
              <a:rPr lang="en-US" sz="1500" noProof="0">
                <a:solidFill>
                  <a:srgbClr val="F2F6FB"/>
                </a:solidFill>
                <a:latin typeface="Segoe UI" pitchFamily="34" charset="0"/>
                <a:ea typeface="Segoe UI" pitchFamily="34" charset="-122"/>
                <a:cs typeface="Segoe UI" pitchFamily="34" charset="-120"/>
              </a:rPr>
              <a:t> the engine already owns the </a:t>
            </a:r>
            <a:r>
              <a:rPr lang="en-US" sz="1500" noProof="0" err="1">
                <a:solidFill>
                  <a:srgbClr val="F2F6FB"/>
                </a:solidFill>
                <a:latin typeface="Segoe UI" pitchFamily="34" charset="0"/>
                <a:ea typeface="Segoe UI" pitchFamily="34" charset="-122"/>
                <a:cs typeface="Segoe UI" pitchFamily="34" charset="-120"/>
              </a:rPr>
              <a:t>asyncio</a:t>
            </a:r>
            <a:r>
              <a:rPr lang="en-US" sz="1500" noProof="0">
                <a:solidFill>
                  <a:srgbClr val="F2F6FB"/>
                </a:solidFill>
                <a:latin typeface="Segoe UI" pitchFamily="34" charset="0"/>
                <a:ea typeface="Segoe UI" pitchFamily="34" charset="-122"/>
                <a:cs typeface="Segoe UI" pitchFamily="34" charset="-120"/>
              </a:rPr>
              <a:t> pipelines, the serial port, the audio devices and the Windows COM objects. Duplicating any of that would have meant fighting over locks and keeping both in sync.</a:t>
            </a:r>
            <a:endParaRPr lang="en-US" sz="1500" noProof="0"/>
          </a:p>
        </p:txBody>
      </p:sp>
      <p:sp>
        <p:nvSpPr>
          <p:cNvPr id="29"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14</a:t>
            </a:fld>
            <a:endParaRPr lang="en-US" noProof="0"/>
          </a:p>
        </p:txBody>
      </p:sp>
      <p:sp>
        <p:nvSpPr>
          <p:cNvPr id="32" name="Shape 0">
            <a:extLst>
              <a:ext uri="{FF2B5EF4-FFF2-40B4-BE49-F238E27FC236}">
                <a16:creationId xmlns:a16="http://schemas.microsoft.com/office/drawing/2014/main" id="{E90A300E-2583-B803-7333-E34B967D142A}"/>
              </a:ext>
            </a:extLst>
          </p:cNvPr>
          <p:cNvSpPr/>
          <p:nvPr/>
        </p:nvSpPr>
        <p:spPr>
          <a:xfrm>
            <a:off x="731520" y="457200"/>
            <a:ext cx="759638"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4" name="Text 1">
            <a:extLst>
              <a:ext uri="{FF2B5EF4-FFF2-40B4-BE49-F238E27FC236}">
                <a16:creationId xmlns:a16="http://schemas.microsoft.com/office/drawing/2014/main" id="{118C98B9-2A2F-15E9-2234-0EB033F2F545}"/>
              </a:ext>
            </a:extLst>
          </p:cNvPr>
          <p:cNvSpPr/>
          <p:nvPr/>
        </p:nvSpPr>
        <p:spPr>
          <a:xfrm>
            <a:off x="731520" y="502920"/>
            <a:ext cx="759638"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GUI</a:t>
            </a:r>
            <a:endParaRPr lang="en-US" sz="1050" noProof="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31520" y="457200"/>
            <a:ext cx="759638"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759638"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GUI</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Drawing the robot</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15 FPS of simulated Robot goodness.</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Desktop GUI</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859536" y="2322576"/>
            <a:ext cx="2990088" cy="3575304"/>
          </a:xfrm>
          <a:prstGeom prst="roundRect">
            <a:avLst>
              <a:gd name="adj" fmla="val 1835"/>
            </a:avLst>
          </a:prstGeom>
          <a:solidFill>
            <a:srgbClr val="0F1826"/>
          </a:solidFill>
          <a:ln w="12700">
            <a:solidFill>
              <a:srgbClr val="26344A"/>
            </a:solidFill>
            <a:prstDash val="solid"/>
          </a:ln>
        </p:spPr>
        <p:txBody>
          <a:bodyPr/>
          <a:lstStyle/>
          <a:p>
            <a:endParaRPr lang="en-US" noProof="0"/>
          </a:p>
        </p:txBody>
      </p:sp>
      <p:pic>
        <p:nvPicPr>
          <p:cNvPr id="14" name="Image 0" descr="/root/work2/img/face.png"/>
          <p:cNvPicPr>
            <a:picLocks noChangeAspect="1"/>
          </p:cNvPicPr>
          <p:nvPr/>
        </p:nvPicPr>
        <p:blipFill>
          <a:blip r:embed="rId3"/>
          <a:stretch>
            <a:fillRect/>
          </a:stretch>
        </p:blipFill>
        <p:spPr>
          <a:xfrm>
            <a:off x="914400" y="2377440"/>
            <a:ext cx="2880360" cy="3465576"/>
          </a:xfrm>
          <a:prstGeom prst="rect">
            <a:avLst/>
          </a:prstGeom>
        </p:spPr>
      </p:pic>
      <p:sp>
        <p:nvSpPr>
          <p:cNvPr id="15" name="Shape 12"/>
          <p:cNvSpPr/>
          <p:nvPr/>
        </p:nvSpPr>
        <p:spPr>
          <a:xfrm>
            <a:off x="4599432" y="2552029"/>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6" name="Text 13"/>
          <p:cNvSpPr/>
          <p:nvPr/>
        </p:nvSpPr>
        <p:spPr>
          <a:xfrm>
            <a:off x="4882896" y="2450592"/>
            <a:ext cx="6574536" cy="1117600"/>
          </a:xfrm>
          <a:prstGeom prst="rect">
            <a:avLst/>
          </a:prstGeom>
          <a:noFill/>
          <a:ln/>
        </p:spPr>
        <p:txBody>
          <a:bodyPr wrap="square" lIns="0" tIns="0" rIns="0" bIns="0" rtlCol="0" anchor="t"/>
          <a:lstStyle/>
          <a:p>
            <a:pPr marL="0" indent="0">
              <a:lnSpc>
                <a:spcPct val="108000"/>
              </a:lnSpc>
              <a:buNone/>
            </a:pPr>
            <a:r>
              <a:rPr lang="en-US" sz="1550" noProof="0">
                <a:solidFill>
                  <a:srgbClr val="F2F6FB"/>
                </a:solidFill>
                <a:latin typeface="Segoe UI" pitchFamily="34" charset="0"/>
                <a:ea typeface="Segoe UI" pitchFamily="34" charset="-122"/>
                <a:cs typeface="Segoe UI" pitchFamily="34" charset="-120"/>
              </a:rPr>
              <a:t>The head yaws, nods and tilts with parallax. The eyes are glossy spheres under sliding lids. The mouth is </a:t>
            </a:r>
            <a:r>
              <a:rPr lang="en-US" sz="1550" b="1" noProof="0">
                <a:solidFill>
                  <a:srgbClr val="F2A93B"/>
                </a:solidFill>
                <a:latin typeface="Segoe UI" pitchFamily="34" charset="0"/>
                <a:ea typeface="Segoe UI" pitchFamily="34" charset="-122"/>
                <a:cs typeface="Segoe UI" pitchFamily="34" charset="-120"/>
              </a:rPr>
              <a:t>two independent lip plate</a:t>
            </a:r>
            <a:r>
              <a:rPr lang="en-US" sz="1550" b="1">
                <a:solidFill>
                  <a:srgbClr val="F2A93B"/>
                </a:solidFill>
                <a:latin typeface="Segoe UI" pitchFamily="34" charset="0"/>
                <a:ea typeface="Segoe UI" pitchFamily="34" charset="-122"/>
                <a:cs typeface="Segoe UI" pitchFamily="34" charset="-120"/>
              </a:rPr>
              <a:t>s.</a:t>
            </a:r>
            <a:r>
              <a:rPr lang="en-US" sz="1550" b="1">
                <a:solidFill>
                  <a:schemeClr val="bg1"/>
                </a:solidFill>
                <a:latin typeface="Segoe UI" pitchFamily="34" charset="0"/>
                <a:ea typeface="Segoe UI" pitchFamily="34" charset="-122"/>
                <a:cs typeface="Segoe UI" pitchFamily="34" charset="-120"/>
              </a:rPr>
              <a:t> </a:t>
            </a:r>
            <a:r>
              <a:rPr lang="en-US" sz="1550">
                <a:solidFill>
                  <a:schemeClr val="bg1"/>
                </a:solidFill>
                <a:latin typeface="Segoe UI" pitchFamily="34" charset="0"/>
                <a:ea typeface="Segoe UI" pitchFamily="34" charset="-122"/>
                <a:cs typeface="Segoe UI" pitchFamily="34" charset="-120"/>
              </a:rPr>
              <a:t>It’s as close as possible to the real </a:t>
            </a:r>
            <a:r>
              <a:rPr lang="en-US" sz="1550" err="1">
                <a:solidFill>
                  <a:schemeClr val="bg1"/>
                </a:solidFill>
                <a:latin typeface="Segoe UI" pitchFamily="34" charset="0"/>
                <a:ea typeface="Segoe UI" pitchFamily="34" charset="-122"/>
                <a:cs typeface="Segoe UI" pitchFamily="34" charset="-120"/>
              </a:rPr>
              <a:t>OhBot</a:t>
            </a:r>
            <a:r>
              <a:rPr lang="en-US" sz="1550">
                <a:solidFill>
                  <a:schemeClr val="bg1"/>
                </a:solidFill>
                <a:latin typeface="Segoe UI" pitchFamily="34" charset="0"/>
                <a:ea typeface="Segoe UI" pitchFamily="34" charset="-122"/>
                <a:cs typeface="Segoe UI" pitchFamily="34" charset="-120"/>
              </a:rPr>
              <a:t>.</a:t>
            </a:r>
            <a:endParaRPr lang="en-US" sz="1550" noProof="0"/>
          </a:p>
        </p:txBody>
      </p:sp>
      <p:sp>
        <p:nvSpPr>
          <p:cNvPr id="17" name="Shape 14"/>
          <p:cNvSpPr/>
          <p:nvPr/>
        </p:nvSpPr>
        <p:spPr>
          <a:xfrm>
            <a:off x="4599432" y="3852509"/>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8" name="Text 15"/>
          <p:cNvSpPr/>
          <p:nvPr/>
        </p:nvSpPr>
        <p:spPr>
          <a:xfrm>
            <a:off x="4882896" y="3751072"/>
            <a:ext cx="6574536" cy="865632"/>
          </a:xfrm>
          <a:prstGeom prst="rect">
            <a:avLst/>
          </a:prstGeom>
          <a:noFill/>
          <a:ln/>
        </p:spPr>
        <p:txBody>
          <a:bodyPr wrap="square" lIns="0" tIns="0" rIns="0" bIns="0" rtlCol="0" anchor="t"/>
          <a:lstStyle/>
          <a:p>
            <a:pPr marL="0" indent="0">
              <a:lnSpc>
                <a:spcPct val="108000"/>
              </a:lnSpc>
              <a:buNone/>
            </a:pPr>
            <a:r>
              <a:rPr lang="en-US" sz="1550" b="1" noProof="0">
                <a:solidFill>
                  <a:srgbClr val="F2A93B"/>
                </a:solidFill>
                <a:latin typeface="Segoe UI" pitchFamily="34" charset="0"/>
                <a:ea typeface="Segoe UI" pitchFamily="34" charset="-122"/>
                <a:cs typeface="Segoe UI" pitchFamily="34" charset="-120"/>
              </a:rPr>
              <a:t>It means you can build, demo and debug the whole system with no robot present.</a:t>
            </a:r>
            <a:r>
              <a:rPr lang="en-US" sz="1550" noProof="0">
                <a:solidFill>
                  <a:srgbClr val="F2F6FB"/>
                </a:solidFill>
                <a:latin typeface="Segoe UI" pitchFamily="34" charset="0"/>
                <a:ea typeface="Segoe UI" pitchFamily="34" charset="-122"/>
                <a:cs typeface="Segoe UI" pitchFamily="34" charset="-120"/>
              </a:rPr>
              <a:t> The preview moves exactly* as the servos would.</a:t>
            </a:r>
            <a:endParaRPr lang="en-US" sz="1550" noProof="0"/>
          </a:p>
        </p:txBody>
      </p:sp>
      <p:sp>
        <p:nvSpPr>
          <p:cNvPr id="19" name="Shape 16"/>
          <p:cNvSpPr/>
          <p:nvPr/>
        </p:nvSpPr>
        <p:spPr>
          <a:xfrm>
            <a:off x="4572000" y="4791456"/>
            <a:ext cx="6885432" cy="1042416"/>
          </a:xfrm>
          <a:prstGeom prst="roundRect">
            <a:avLst>
              <a:gd name="adj" fmla="val 6140"/>
            </a:avLst>
          </a:prstGeom>
          <a:solidFill>
            <a:srgbClr val="131E2E"/>
          </a:solidFill>
          <a:ln w="12700">
            <a:solidFill>
              <a:srgbClr val="26344A"/>
            </a:solidFill>
            <a:prstDash val="solid"/>
          </a:ln>
        </p:spPr>
        <p:txBody>
          <a:bodyPr/>
          <a:lstStyle/>
          <a:p>
            <a:endParaRPr lang="en-US" noProof="0"/>
          </a:p>
        </p:txBody>
      </p:sp>
      <p:sp>
        <p:nvSpPr>
          <p:cNvPr id="20" name="Shape 17"/>
          <p:cNvSpPr/>
          <p:nvPr/>
        </p:nvSpPr>
        <p:spPr>
          <a:xfrm>
            <a:off x="4773168" y="5166360"/>
            <a:ext cx="292608" cy="292608"/>
          </a:xfrm>
          <a:prstGeom prst="roundRect">
            <a:avLst>
              <a:gd name="adj" fmla="val 156250"/>
            </a:avLst>
          </a:prstGeom>
          <a:solidFill>
            <a:srgbClr val="16304F"/>
          </a:solidFill>
          <a:ln w="12700">
            <a:solidFill>
              <a:srgbClr val="4C9AFF"/>
            </a:solidFill>
            <a:prstDash val="solid"/>
          </a:ln>
        </p:spPr>
        <p:txBody>
          <a:bodyPr/>
          <a:lstStyle/>
          <a:p>
            <a:endParaRPr lang="en-US" noProof="0"/>
          </a:p>
        </p:txBody>
      </p:sp>
      <p:sp>
        <p:nvSpPr>
          <p:cNvPr id="21" name="Text 18"/>
          <p:cNvSpPr/>
          <p:nvPr/>
        </p:nvSpPr>
        <p:spPr>
          <a:xfrm>
            <a:off x="4773168" y="5216652"/>
            <a:ext cx="292608" cy="219456"/>
          </a:xfrm>
          <a:prstGeom prst="rect">
            <a:avLst/>
          </a:prstGeom>
          <a:noFill/>
          <a:ln/>
        </p:spPr>
        <p:txBody>
          <a:bodyPr wrap="square" lIns="0" tIns="0" rIns="0" bIns="0" rtlCol="0" anchor="t"/>
          <a:lstStyle/>
          <a:p>
            <a:pPr marL="0" indent="0" algn="ctr">
              <a:buNone/>
            </a:pPr>
            <a:r>
              <a:rPr lang="en-US" sz="1250" b="1" noProof="0">
                <a:solidFill>
                  <a:srgbClr val="4C9AFF"/>
                </a:solidFill>
                <a:latin typeface="Segoe UI Semibold" pitchFamily="34" charset="0"/>
                <a:ea typeface="Segoe UI Semibold" pitchFamily="34" charset="-122"/>
                <a:cs typeface="Segoe UI Semibold" pitchFamily="34" charset="-120"/>
              </a:rPr>
              <a:t>↻</a:t>
            </a:r>
            <a:endParaRPr lang="en-US" sz="1250" noProof="0"/>
          </a:p>
        </p:txBody>
      </p:sp>
      <p:sp>
        <p:nvSpPr>
          <p:cNvPr id="22" name="Text 19"/>
          <p:cNvSpPr/>
          <p:nvPr/>
        </p:nvSpPr>
        <p:spPr>
          <a:xfrm>
            <a:off x="5193792" y="4953000"/>
            <a:ext cx="6062472" cy="774192"/>
          </a:xfrm>
          <a:prstGeom prst="rect">
            <a:avLst/>
          </a:prstGeom>
          <a:noFill/>
          <a:ln/>
        </p:spPr>
        <p:txBody>
          <a:bodyPr wrap="square" lIns="0" tIns="0" rIns="0" bIns="0" rtlCol="0" anchor="t"/>
          <a:lstStyle/>
          <a:p>
            <a:pPr marL="0" indent="0">
              <a:lnSpc>
                <a:spcPct val="108000"/>
              </a:lnSpc>
              <a:buNone/>
            </a:pPr>
            <a:r>
              <a:rPr lang="en-US" sz="1400" noProof="0">
                <a:solidFill>
                  <a:srgbClr val="F2F6FB"/>
                </a:solidFill>
                <a:latin typeface="Segoe UI" pitchFamily="34" charset="0"/>
                <a:ea typeface="Segoe UI" pitchFamily="34" charset="-122"/>
                <a:cs typeface="Segoe UI" pitchFamily="34" charset="-120"/>
              </a:rPr>
              <a:t>It got reused: Robin's pipeline streams converted BEAT2 clips through </a:t>
            </a:r>
            <a:r>
              <a:rPr lang="en-US" sz="1400" b="1" noProof="0">
                <a:solidFill>
                  <a:srgbClr val="F2A93B"/>
                </a:solidFill>
                <a:latin typeface="Segoe UI" pitchFamily="34" charset="0"/>
                <a:ea typeface="Segoe UI" pitchFamily="34" charset="-122"/>
                <a:cs typeface="Segoe UI" pitchFamily="34" charset="-120"/>
              </a:rPr>
              <a:t>the same protocol</a:t>
            </a:r>
            <a:r>
              <a:rPr lang="en-US" sz="1400" noProof="0">
                <a:solidFill>
                  <a:srgbClr val="F2F6FB"/>
                </a:solidFill>
                <a:latin typeface="Segoe UI" pitchFamily="34" charset="0"/>
                <a:ea typeface="Segoe UI" pitchFamily="34" charset="-122"/>
                <a:cs typeface="Segoe UI" pitchFamily="34" charset="-120"/>
              </a:rPr>
              <a:t>, so mocap can be eyeballed here before anything is trained on it.</a:t>
            </a:r>
            <a:endParaRPr lang="en-US" sz="1400" noProof="0"/>
          </a:p>
        </p:txBody>
      </p:sp>
      <p:sp>
        <p:nvSpPr>
          <p:cNvPr id="23"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16</a:t>
            </a:fld>
            <a:endParaRPr lang="en-US" noProof="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BABY MODE</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EZ Mode: the problem</a:t>
            </a:r>
            <a:endParaRPr lang="en-US" sz="4000" noProof="0"/>
          </a:p>
        </p:txBody>
      </p:sp>
      <p:sp>
        <p:nvSpPr>
          <p:cNvPr id="5" name="Text 3"/>
          <p:cNvSpPr/>
          <p:nvPr/>
        </p:nvSpPr>
        <p:spPr>
          <a:xfrm>
            <a:off x="731520" y="6126480"/>
            <a:ext cx="6400800" cy="256032"/>
          </a:xfrm>
          <a:prstGeom prst="rect">
            <a:avLst/>
          </a:prstGeom>
          <a:noFill/>
          <a:ln/>
        </p:spPr>
        <p:txBody>
          <a:bodyPr wrap="square" lIns="0" tIns="0" rIns="0" bIns="0" rtlCol="0" anchor="t"/>
          <a:lstStyle/>
          <a:p>
            <a:r>
              <a:rPr lang="en-US" sz="1000">
                <a:solidFill>
                  <a:srgbClr val="8A97A9"/>
                </a:solidFill>
                <a:latin typeface="Segoe UI"/>
                <a:ea typeface="Segoe UI" pitchFamily="34" charset="-122"/>
                <a:cs typeface="Segoe UI"/>
              </a:rPr>
              <a:t>EZ Mode</a:t>
            </a:r>
            <a:endParaRPr lang="en-US" sz="1000" noProof="0">
              <a:latin typeface="Segoe UI"/>
              <a:cs typeface="Segoe UI"/>
            </a:endParaRPr>
          </a:p>
        </p:txBody>
      </p:sp>
      <p:sp>
        <p:nvSpPr>
          <p:cNvPr id="6" name="Shape 4"/>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7" name="Shape 5"/>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489040"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1" name="Shape 9"/>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731520" y="2194560"/>
            <a:ext cx="10728655" cy="1243584"/>
          </a:xfrm>
          <a:prstGeom prst="roundRect">
            <a:avLst>
              <a:gd name="adj" fmla="val 5147"/>
            </a:avLst>
          </a:prstGeom>
          <a:solidFill>
            <a:srgbClr val="131E2E"/>
          </a:solidFill>
          <a:ln w="12700">
            <a:solidFill>
              <a:srgbClr val="26344A"/>
            </a:solidFill>
            <a:prstDash val="solid"/>
          </a:ln>
        </p:spPr>
        <p:txBody>
          <a:bodyPr/>
          <a:lstStyle/>
          <a:p>
            <a:endParaRPr lang="en-US" noProof="0"/>
          </a:p>
        </p:txBody>
      </p:sp>
      <p:sp>
        <p:nvSpPr>
          <p:cNvPr id="13" name="Text 11"/>
          <p:cNvSpPr/>
          <p:nvPr/>
        </p:nvSpPr>
        <p:spPr>
          <a:xfrm>
            <a:off x="10741363" y="2898648"/>
            <a:ext cx="640080" cy="731520"/>
          </a:xfrm>
          <a:prstGeom prst="rect">
            <a:avLst/>
          </a:prstGeom>
          <a:noFill/>
          <a:ln/>
        </p:spPr>
        <p:txBody>
          <a:bodyPr wrap="square" lIns="0" tIns="0" rIns="0" bIns="0" rtlCol="0" anchor="t"/>
          <a:lstStyle/>
          <a:p>
            <a:pPr marL="0" indent="0">
              <a:buNone/>
            </a:pPr>
            <a:r>
              <a:rPr lang="en-US" sz="5200" noProof="0">
                <a:solidFill>
                  <a:srgbClr val="26344A"/>
                </a:solidFill>
                <a:latin typeface="Segoe UI Semibold" pitchFamily="34" charset="0"/>
                <a:ea typeface="Segoe UI Semibold" pitchFamily="34" charset="-122"/>
                <a:cs typeface="Segoe UI Semibold" pitchFamily="34" charset="-120"/>
              </a:rPr>
              <a:t>“</a:t>
            </a:r>
            <a:endParaRPr lang="en-US" sz="5200" noProof="0"/>
          </a:p>
        </p:txBody>
      </p:sp>
      <p:sp>
        <p:nvSpPr>
          <p:cNvPr id="14" name="Text 12"/>
          <p:cNvSpPr/>
          <p:nvPr/>
        </p:nvSpPr>
        <p:spPr>
          <a:xfrm>
            <a:off x="1591056" y="2542032"/>
            <a:ext cx="9539935" cy="640080"/>
          </a:xfrm>
          <a:prstGeom prst="rect">
            <a:avLst/>
          </a:prstGeom>
          <a:noFill/>
          <a:ln/>
        </p:spPr>
        <p:txBody>
          <a:bodyPr wrap="square" lIns="0" tIns="0" rIns="0" bIns="0" rtlCol="0" anchor="t"/>
          <a:lstStyle/>
          <a:p>
            <a:pPr marL="0" indent="0">
              <a:buNone/>
            </a:pPr>
            <a:r>
              <a:rPr lang="en-US" sz="2200" noProof="0">
                <a:solidFill>
                  <a:srgbClr val="F2F6FB"/>
                </a:solidFill>
                <a:latin typeface="Segoe UI Semibold" pitchFamily="34" charset="0"/>
                <a:ea typeface="Segoe UI Semibold" pitchFamily="34" charset="-122"/>
                <a:cs typeface="Segoe UI Semibold" pitchFamily="34" charset="-120"/>
              </a:rPr>
              <a:t>A teammate with a fresh laptop/installation and no Python wants to run the robot</a:t>
            </a:r>
            <a:r>
              <a:rPr lang="en-US" sz="2200">
                <a:solidFill>
                  <a:srgbClr val="F2F6FB"/>
                </a:solidFill>
                <a:latin typeface="Segoe UI Semibold" pitchFamily="34" charset="0"/>
                <a:ea typeface="Segoe UI Semibold" pitchFamily="34" charset="-122"/>
                <a:cs typeface="Segoe UI Semibold" pitchFamily="34" charset="-120"/>
              </a:rPr>
              <a:t>, but the Setup is time consuming.</a:t>
            </a:r>
            <a:endParaRPr lang="en-US" sz="2200" noProof="0"/>
          </a:p>
        </p:txBody>
      </p:sp>
      <p:sp>
        <p:nvSpPr>
          <p:cNvPr id="15" name="Shape 13"/>
          <p:cNvSpPr/>
          <p:nvPr/>
        </p:nvSpPr>
        <p:spPr>
          <a:xfrm>
            <a:off x="731520"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16" name="Text 14"/>
          <p:cNvSpPr/>
          <p:nvPr/>
        </p:nvSpPr>
        <p:spPr>
          <a:xfrm>
            <a:off x="877824"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Install Python. </a:t>
            </a:r>
            <a:r>
              <a:rPr lang="en-US" sz="1100">
                <a:solidFill>
                  <a:srgbClr val="8A97A9"/>
                </a:solidFill>
                <a:latin typeface="Segoe UI" pitchFamily="34" charset="0"/>
                <a:ea typeface="Segoe UI" pitchFamily="34" charset="-122"/>
                <a:cs typeface="Segoe UI" pitchFamily="34" charset="-120"/>
              </a:rPr>
              <a:t>T</a:t>
            </a:r>
            <a:r>
              <a:rPr lang="en-US" sz="1100" noProof="0">
                <a:solidFill>
                  <a:srgbClr val="8A97A9"/>
                </a:solidFill>
                <a:latin typeface="Segoe UI" pitchFamily="34" charset="0"/>
                <a:ea typeface="Segoe UI" pitchFamily="34" charset="-122"/>
                <a:cs typeface="Segoe UI" pitchFamily="34" charset="-120"/>
              </a:rPr>
              <a:t>he right version depending on OS</a:t>
            </a:r>
            <a:endParaRPr lang="en-US" sz="1100" noProof="0"/>
          </a:p>
        </p:txBody>
      </p:sp>
      <p:sp>
        <p:nvSpPr>
          <p:cNvPr id="17" name="Shape 15"/>
          <p:cNvSpPr/>
          <p:nvPr/>
        </p:nvSpPr>
        <p:spPr>
          <a:xfrm>
            <a:off x="2169871"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18" name="Shape 16"/>
          <p:cNvSpPr/>
          <p:nvPr/>
        </p:nvSpPr>
        <p:spPr>
          <a:xfrm>
            <a:off x="2297887"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19" name="Text 17"/>
          <p:cNvSpPr/>
          <p:nvPr/>
        </p:nvSpPr>
        <p:spPr>
          <a:xfrm>
            <a:off x="2444191"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Create a v</a:t>
            </a:r>
            <a:r>
              <a:rPr lang="en-US" sz="1100" err="1">
                <a:solidFill>
                  <a:srgbClr val="8A97A9"/>
                </a:solidFill>
                <a:latin typeface="Segoe UI" pitchFamily="34" charset="0"/>
                <a:ea typeface="Segoe UI" pitchFamily="34" charset="-122"/>
                <a:cs typeface="Segoe UI" pitchFamily="34" charset="-120"/>
              </a:rPr>
              <a:t>irtual</a:t>
            </a:r>
            <a:r>
              <a:rPr lang="en-US" sz="1100">
                <a:solidFill>
                  <a:srgbClr val="8A97A9"/>
                </a:solidFill>
                <a:latin typeface="Segoe UI" pitchFamily="34" charset="0"/>
                <a:ea typeface="Segoe UI" pitchFamily="34" charset="-122"/>
                <a:cs typeface="Segoe UI" pitchFamily="34" charset="-120"/>
              </a:rPr>
              <a:t> environment (</a:t>
            </a:r>
            <a:r>
              <a:rPr lang="en-US" sz="1100" err="1">
                <a:solidFill>
                  <a:srgbClr val="8A97A9"/>
                </a:solidFill>
                <a:latin typeface="Segoe UI" pitchFamily="34" charset="0"/>
                <a:ea typeface="Segoe UI" pitchFamily="34" charset="-122"/>
                <a:cs typeface="Segoe UI" pitchFamily="34" charset="-120"/>
              </a:rPr>
              <a:t>venv</a:t>
            </a:r>
            <a:r>
              <a:rPr lang="en-US" sz="1100">
                <a:solidFill>
                  <a:srgbClr val="8A97A9"/>
                </a:solidFill>
                <a:latin typeface="Segoe UI" pitchFamily="34" charset="0"/>
                <a:ea typeface="Segoe UI" pitchFamily="34" charset="-122"/>
                <a:cs typeface="Segoe UI" pitchFamily="34" charset="-120"/>
              </a:rPr>
              <a:t>)</a:t>
            </a:r>
            <a:endParaRPr lang="en-US" sz="1100" noProof="0"/>
          </a:p>
        </p:txBody>
      </p:sp>
      <p:sp>
        <p:nvSpPr>
          <p:cNvPr id="20" name="Shape 18"/>
          <p:cNvSpPr/>
          <p:nvPr/>
        </p:nvSpPr>
        <p:spPr>
          <a:xfrm>
            <a:off x="3736238"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21" name="Shape 19"/>
          <p:cNvSpPr/>
          <p:nvPr/>
        </p:nvSpPr>
        <p:spPr>
          <a:xfrm>
            <a:off x="3864254"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22" name="Text 20"/>
          <p:cNvSpPr/>
          <p:nvPr/>
        </p:nvSpPr>
        <p:spPr>
          <a:xfrm>
            <a:off x="4010558"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Activate it and its requirements.</a:t>
            </a:r>
            <a:endParaRPr lang="en-US" sz="1100" noProof="0"/>
          </a:p>
        </p:txBody>
      </p:sp>
      <p:sp>
        <p:nvSpPr>
          <p:cNvPr id="23" name="Shape 21"/>
          <p:cNvSpPr/>
          <p:nvPr/>
        </p:nvSpPr>
        <p:spPr>
          <a:xfrm>
            <a:off x="5302606"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24" name="Shape 22"/>
          <p:cNvSpPr/>
          <p:nvPr/>
        </p:nvSpPr>
        <p:spPr>
          <a:xfrm>
            <a:off x="5430622"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25" name="Text 23"/>
          <p:cNvSpPr/>
          <p:nvPr/>
        </p:nvSpPr>
        <p:spPr>
          <a:xfrm>
            <a:off x="5576926"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pip install -e .</a:t>
            </a:r>
            <a:endParaRPr lang="en-US" sz="1100" noProof="0"/>
          </a:p>
        </p:txBody>
      </p:sp>
      <p:sp>
        <p:nvSpPr>
          <p:cNvPr id="26" name="Shape 24"/>
          <p:cNvSpPr/>
          <p:nvPr/>
        </p:nvSpPr>
        <p:spPr>
          <a:xfrm>
            <a:off x="6868973"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27" name="Shape 25"/>
          <p:cNvSpPr/>
          <p:nvPr/>
        </p:nvSpPr>
        <p:spPr>
          <a:xfrm>
            <a:off x="6996989"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28" name="Text 26"/>
          <p:cNvSpPr/>
          <p:nvPr/>
        </p:nvSpPr>
        <p:spPr>
          <a:xfrm>
            <a:off x="7143293"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Pick the right requirements file</a:t>
            </a:r>
            <a:endParaRPr lang="en-US" sz="1100" noProof="0"/>
          </a:p>
        </p:txBody>
      </p:sp>
      <p:sp>
        <p:nvSpPr>
          <p:cNvPr id="29" name="Shape 27"/>
          <p:cNvSpPr/>
          <p:nvPr/>
        </p:nvSpPr>
        <p:spPr>
          <a:xfrm>
            <a:off x="8435340"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30" name="Shape 28"/>
          <p:cNvSpPr/>
          <p:nvPr/>
        </p:nvSpPr>
        <p:spPr>
          <a:xfrm>
            <a:off x="8563356"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31" name="Text 29"/>
          <p:cNvSpPr/>
          <p:nvPr/>
        </p:nvSpPr>
        <p:spPr>
          <a:xfrm>
            <a:off x="8709660" y="3877056"/>
            <a:ext cx="1127455"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Find and unzip a </a:t>
            </a:r>
            <a:r>
              <a:rPr lang="en-US" sz="1100" noProof="0" err="1">
                <a:solidFill>
                  <a:srgbClr val="8A97A9"/>
                </a:solidFill>
                <a:latin typeface="Segoe UI" pitchFamily="34" charset="0"/>
                <a:ea typeface="Segoe UI" pitchFamily="34" charset="-122"/>
                <a:cs typeface="Segoe UI" pitchFamily="34" charset="-120"/>
              </a:rPr>
              <a:t>Vosk</a:t>
            </a:r>
            <a:r>
              <a:rPr lang="en-US" sz="1100" noProof="0">
                <a:solidFill>
                  <a:srgbClr val="8A97A9"/>
                </a:solidFill>
                <a:latin typeface="Segoe UI" pitchFamily="34" charset="0"/>
                <a:ea typeface="Segoe UI" pitchFamily="34" charset="-122"/>
                <a:cs typeface="Segoe UI" pitchFamily="34" charset="-120"/>
              </a:rPr>
              <a:t> model of the correct</a:t>
            </a:r>
            <a:endParaRPr lang="en-US" sz="1100" noProof="0"/>
          </a:p>
        </p:txBody>
      </p:sp>
      <p:sp>
        <p:nvSpPr>
          <p:cNvPr id="32" name="Shape 30"/>
          <p:cNvSpPr/>
          <p:nvPr/>
        </p:nvSpPr>
        <p:spPr>
          <a:xfrm>
            <a:off x="10001707" y="4169664"/>
            <a:ext cx="109728" cy="0"/>
          </a:xfrm>
          <a:prstGeom prst="line">
            <a:avLst/>
          </a:prstGeom>
          <a:noFill/>
          <a:ln w="12700">
            <a:solidFill>
              <a:srgbClr val="26344A"/>
            </a:solidFill>
            <a:prstDash val="solid"/>
            <a:headEnd type="none"/>
            <a:tailEnd type="triangle"/>
          </a:ln>
        </p:spPr>
        <p:txBody>
          <a:bodyPr/>
          <a:lstStyle/>
          <a:p>
            <a:endParaRPr lang="en-US" noProof="0"/>
          </a:p>
        </p:txBody>
      </p:sp>
      <p:sp>
        <p:nvSpPr>
          <p:cNvPr id="33" name="Shape 31"/>
          <p:cNvSpPr/>
          <p:nvPr/>
        </p:nvSpPr>
        <p:spPr>
          <a:xfrm>
            <a:off x="10129723" y="3712464"/>
            <a:ext cx="1420063" cy="914400"/>
          </a:xfrm>
          <a:prstGeom prst="roundRect">
            <a:avLst>
              <a:gd name="adj" fmla="val 7000"/>
            </a:avLst>
          </a:prstGeom>
          <a:solidFill>
            <a:srgbClr val="0F1826"/>
          </a:solidFill>
          <a:ln w="12700">
            <a:solidFill>
              <a:srgbClr val="26344A"/>
            </a:solidFill>
            <a:prstDash val="solid"/>
          </a:ln>
        </p:spPr>
        <p:txBody>
          <a:bodyPr/>
          <a:lstStyle/>
          <a:p>
            <a:endParaRPr lang="en-US" noProof="0"/>
          </a:p>
        </p:txBody>
      </p:sp>
      <p:sp>
        <p:nvSpPr>
          <p:cNvPr id="34" name="Text 32"/>
          <p:cNvSpPr/>
          <p:nvPr/>
        </p:nvSpPr>
        <p:spPr>
          <a:xfrm>
            <a:off x="10228021" y="3758809"/>
            <a:ext cx="1184148" cy="640080"/>
          </a:xfrm>
          <a:prstGeom prst="rect">
            <a:avLst/>
          </a:prstGeom>
          <a:noFill/>
          <a:ln/>
        </p:spPr>
        <p:txBody>
          <a:bodyPr wrap="square" lIns="0" tIns="0" rIns="0" bIns="0" rtlCol="0" anchor="t"/>
          <a:lstStyle/>
          <a:p>
            <a:pPr marL="0" indent="0">
              <a:lnSpc>
                <a:spcPct val="112000"/>
              </a:lnSpc>
              <a:buNone/>
            </a:pPr>
            <a:r>
              <a:rPr lang="en-US" sz="1100" noProof="0">
                <a:solidFill>
                  <a:srgbClr val="8A97A9"/>
                </a:solidFill>
                <a:latin typeface="Segoe UI" pitchFamily="34" charset="0"/>
                <a:ea typeface="Segoe UI" pitchFamily="34" charset="-122"/>
                <a:cs typeface="Segoe UI" pitchFamily="34" charset="-120"/>
              </a:rPr>
              <a:t>Hand-edit a JSON file and grab corresponding keys</a:t>
            </a:r>
            <a:endParaRPr lang="en-US" sz="1100" noProof="0"/>
          </a:p>
        </p:txBody>
      </p:sp>
      <p:sp>
        <p:nvSpPr>
          <p:cNvPr id="35" name="Text 33"/>
          <p:cNvSpPr/>
          <p:nvPr/>
        </p:nvSpPr>
        <p:spPr>
          <a:xfrm>
            <a:off x="731520" y="4754880"/>
            <a:ext cx="10728655" cy="274320"/>
          </a:xfrm>
          <a:prstGeom prst="rect">
            <a:avLst/>
          </a:prstGeom>
          <a:noFill/>
          <a:ln/>
        </p:spPr>
        <p:txBody>
          <a:bodyPr wrap="square" lIns="0" tIns="0" rIns="0" bIns="0" rtlCol="0" anchor="t"/>
          <a:lstStyle/>
          <a:p>
            <a:pPr marL="0" indent="0">
              <a:buNone/>
            </a:pPr>
            <a:r>
              <a:rPr lang="en-US" sz="1300" i="1" noProof="0">
                <a:solidFill>
                  <a:srgbClr val="8A97A9"/>
                </a:solidFill>
                <a:latin typeface="Segoe UI" pitchFamily="34" charset="0"/>
                <a:ea typeface="Segoe UI" pitchFamily="34" charset="-122"/>
                <a:cs typeface="Segoe UI" pitchFamily="34" charset="-120"/>
              </a:rPr>
              <a:t>…and any one of those failing gives them an error message that means nothing and would require me to help </a:t>
            </a:r>
            <a:r>
              <a:rPr lang="en-US" sz="1300" i="1">
                <a:solidFill>
                  <a:srgbClr val="8A97A9"/>
                </a:solidFill>
                <a:latin typeface="Segoe UI" pitchFamily="34" charset="0"/>
                <a:ea typeface="Segoe UI" pitchFamily="34" charset="-122"/>
                <a:cs typeface="Segoe UI" pitchFamily="34" charset="-120"/>
              </a:rPr>
              <a:t>out.</a:t>
            </a:r>
            <a:endParaRPr lang="en-US" sz="1300" noProof="0"/>
          </a:p>
        </p:txBody>
      </p:sp>
      <p:sp>
        <p:nvSpPr>
          <p:cNvPr id="36" name="Shape 34"/>
          <p:cNvSpPr/>
          <p:nvPr/>
        </p:nvSpPr>
        <p:spPr>
          <a:xfrm>
            <a:off x="731520" y="5138928"/>
            <a:ext cx="10728655" cy="713232"/>
          </a:xfrm>
          <a:prstGeom prst="roundRect">
            <a:avLst>
              <a:gd name="adj" fmla="val 8974"/>
            </a:avLst>
          </a:prstGeom>
          <a:solidFill>
            <a:srgbClr val="1A2436"/>
          </a:solidFill>
          <a:ln w="12700">
            <a:solidFill>
              <a:srgbClr val="F2A93B"/>
            </a:solidFill>
            <a:prstDash val="solid"/>
          </a:ln>
        </p:spPr>
        <p:txBody>
          <a:bodyPr/>
          <a:lstStyle/>
          <a:p>
            <a:endParaRPr lang="en-US" noProof="0"/>
          </a:p>
        </p:txBody>
      </p:sp>
      <p:sp>
        <p:nvSpPr>
          <p:cNvPr id="37" name="Text 35"/>
          <p:cNvSpPr/>
          <p:nvPr/>
        </p:nvSpPr>
        <p:spPr>
          <a:xfrm>
            <a:off x="1024128" y="5321808"/>
            <a:ext cx="10143439" cy="365760"/>
          </a:xfrm>
          <a:prstGeom prst="rect">
            <a:avLst/>
          </a:prstGeom>
          <a:noFill/>
          <a:ln/>
        </p:spPr>
        <p:txBody>
          <a:bodyPr wrap="square" lIns="0" tIns="0" rIns="0" bIns="0" rtlCol="0" anchor="t"/>
          <a:lstStyle/>
          <a:p>
            <a:pPr marL="0" indent="0">
              <a:buNone/>
            </a:pPr>
            <a:r>
              <a:rPr lang="en-US" sz="1900" noProof="0">
                <a:solidFill>
                  <a:srgbClr val="F2A93B"/>
                </a:solidFill>
                <a:latin typeface="Segoe UI Semibold" pitchFamily="34" charset="0"/>
                <a:ea typeface="Segoe UI Semibold" pitchFamily="34" charset="-122"/>
                <a:cs typeface="Segoe UI Semibold" pitchFamily="34" charset="-120"/>
              </a:rPr>
              <a:t>Zero terminal commands. Zero admin rights. Nothing broken on their machine.</a:t>
            </a:r>
            <a:endParaRPr lang="en-US" sz="1900" noProof="0"/>
          </a:p>
        </p:txBody>
      </p:sp>
      <p:sp>
        <p:nvSpPr>
          <p:cNvPr id="38"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17</a:t>
            </a:fld>
            <a:endParaRPr lang="en-US" noProof="0"/>
          </a:p>
        </p:txBody>
      </p:sp>
      <p:sp>
        <p:nvSpPr>
          <p:cNvPr id="42" name="Text 11">
            <a:extLst>
              <a:ext uri="{FF2B5EF4-FFF2-40B4-BE49-F238E27FC236}">
                <a16:creationId xmlns:a16="http://schemas.microsoft.com/office/drawing/2014/main" id="{2258FF76-7DB1-917E-9EC4-3EB276299315}"/>
              </a:ext>
            </a:extLst>
          </p:cNvPr>
          <p:cNvSpPr/>
          <p:nvPr/>
        </p:nvSpPr>
        <p:spPr>
          <a:xfrm>
            <a:off x="1103376" y="2292096"/>
            <a:ext cx="640080" cy="731520"/>
          </a:xfrm>
          <a:prstGeom prst="rect">
            <a:avLst/>
          </a:prstGeom>
          <a:noFill/>
          <a:ln/>
        </p:spPr>
        <p:txBody>
          <a:bodyPr wrap="square" lIns="0" tIns="0" rIns="0" bIns="0" rtlCol="0" anchor="t"/>
          <a:lstStyle/>
          <a:p>
            <a:pPr marL="0" indent="0">
              <a:buNone/>
            </a:pPr>
            <a:r>
              <a:rPr lang="en-US" sz="5200" noProof="0">
                <a:solidFill>
                  <a:srgbClr val="26344A"/>
                </a:solidFill>
                <a:latin typeface="Segoe UI Semibold" pitchFamily="34" charset="0"/>
                <a:ea typeface="Segoe UI Semibold" pitchFamily="34" charset="-122"/>
                <a:cs typeface="Segoe UI Semibold" pitchFamily="34" charset="-120"/>
              </a:rPr>
              <a:t>“</a:t>
            </a:r>
            <a:endParaRPr lang="en-US" sz="5200" noProof="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BABY MODE</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EZ Mode: how it works</a:t>
            </a:r>
            <a:endParaRPr lang="en-US" sz="4000" noProof="0"/>
          </a:p>
        </p:txBody>
      </p:sp>
      <p:sp>
        <p:nvSpPr>
          <p:cNvPr id="5" name="Text 3"/>
          <p:cNvSpPr/>
          <p:nvPr/>
        </p:nvSpPr>
        <p:spPr>
          <a:xfrm>
            <a:off x="731521" y="1719072"/>
            <a:ext cx="4825764" cy="365760"/>
          </a:xfrm>
          <a:prstGeom prst="rect">
            <a:avLst/>
          </a:prstGeom>
          <a:noFill/>
          <a:ln/>
        </p:spPr>
        <p:txBody>
          <a:bodyPr wrap="square" lIns="0" tIns="0" rIns="0" bIns="0" rtlCol="0" anchor="t"/>
          <a:lstStyle/>
          <a:p>
            <a:pPr marL="0" indent="0">
              <a:buNone/>
            </a:pPr>
            <a:r>
              <a:rPr lang="en-US" sz="1550" i="1" noProof="0" err="1">
                <a:solidFill>
                  <a:srgbClr val="8A97A9"/>
                </a:solidFill>
                <a:latin typeface="Segoe UI" pitchFamily="34" charset="0"/>
                <a:ea typeface="Segoe UI" pitchFamily="34" charset="-122"/>
                <a:cs typeface="Segoe UI" pitchFamily="34" charset="-120"/>
              </a:rPr>
              <a:t>PythonEnvironmentService</a:t>
            </a:r>
            <a:r>
              <a:rPr lang="en-US" sz="1550" i="1">
                <a:solidFill>
                  <a:srgbClr val="8A97A9"/>
                </a:solidFill>
                <a:latin typeface="Segoe UI" pitchFamily="34" charset="0"/>
                <a:ea typeface="Segoe UI" pitchFamily="34" charset="-122"/>
                <a:cs typeface="Segoe UI" pitchFamily="34" charset="-120"/>
              </a:rPr>
              <a:t> handles it.</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EZ Mode</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340864"/>
            <a:ext cx="6583680" cy="969264"/>
          </a:xfrm>
          <a:prstGeom prst="roundRect">
            <a:avLst>
              <a:gd name="adj" fmla="val 6604"/>
            </a:avLst>
          </a:prstGeom>
          <a:solidFill>
            <a:srgbClr val="131E2E"/>
          </a:solidFill>
          <a:ln w="12700">
            <a:solidFill>
              <a:srgbClr val="5FD08A"/>
            </a:solidFill>
            <a:prstDash val="solid"/>
          </a:ln>
        </p:spPr>
        <p:txBody>
          <a:bodyPr/>
          <a:lstStyle/>
          <a:p>
            <a:endParaRPr lang="en-US" noProof="0"/>
          </a:p>
        </p:txBody>
      </p:sp>
      <p:sp>
        <p:nvSpPr>
          <p:cNvPr id="14" name="Shape 12"/>
          <p:cNvSpPr/>
          <p:nvPr/>
        </p:nvSpPr>
        <p:spPr>
          <a:xfrm>
            <a:off x="950976" y="2487168"/>
            <a:ext cx="1920240" cy="274320"/>
          </a:xfrm>
          <a:prstGeom prst="roundRect">
            <a:avLst>
              <a:gd name="adj" fmla="val 166667"/>
            </a:avLst>
          </a:prstGeom>
          <a:solidFill>
            <a:srgbClr val="0F1826"/>
          </a:solidFill>
          <a:ln w="12700">
            <a:solidFill>
              <a:srgbClr val="5FD08A"/>
            </a:solidFill>
            <a:prstDash val="solid"/>
          </a:ln>
        </p:spPr>
        <p:txBody>
          <a:bodyPr/>
          <a:lstStyle/>
          <a:p>
            <a:endParaRPr lang="en-US" noProof="0"/>
          </a:p>
        </p:txBody>
      </p:sp>
      <p:sp>
        <p:nvSpPr>
          <p:cNvPr id="15" name="Text 13"/>
          <p:cNvSpPr/>
          <p:nvPr/>
        </p:nvSpPr>
        <p:spPr>
          <a:xfrm>
            <a:off x="950976" y="2532888"/>
            <a:ext cx="1920240" cy="182880"/>
          </a:xfrm>
          <a:prstGeom prst="rect">
            <a:avLst/>
          </a:prstGeom>
          <a:noFill/>
          <a:ln/>
        </p:spPr>
        <p:txBody>
          <a:bodyPr wrap="square" lIns="0" tIns="0" rIns="0" bIns="0" rtlCol="0" anchor="t"/>
          <a:lstStyle/>
          <a:p>
            <a:pPr marL="0" indent="0" algn="ctr">
              <a:buNone/>
            </a:pPr>
            <a:r>
              <a:rPr lang="en-US" sz="900" b="1" kern="0" spc="110" noProof="0">
                <a:solidFill>
                  <a:srgbClr val="5FD08A"/>
                </a:solidFill>
                <a:latin typeface="Segoe UI" pitchFamily="34" charset="0"/>
                <a:ea typeface="Segoe UI" pitchFamily="34" charset="-122"/>
                <a:cs typeface="Segoe UI" pitchFamily="34" charset="-120"/>
              </a:rPr>
              <a:t>TIER 1 || PREFERRED</a:t>
            </a:r>
            <a:endParaRPr lang="en-US" sz="900" noProof="0"/>
          </a:p>
        </p:txBody>
      </p:sp>
      <p:sp>
        <p:nvSpPr>
          <p:cNvPr id="16" name="Text 14"/>
          <p:cNvSpPr/>
          <p:nvPr/>
        </p:nvSpPr>
        <p:spPr>
          <a:xfrm>
            <a:off x="3017520" y="2487168"/>
            <a:ext cx="4114800" cy="658368"/>
          </a:xfrm>
          <a:prstGeom prst="rect">
            <a:avLst/>
          </a:prstGeom>
          <a:noFill/>
          <a:ln/>
        </p:spPr>
        <p:txBody>
          <a:bodyPr wrap="square" lIns="0" tIns="0" rIns="0" bIns="0" rtlCol="0" anchor="t"/>
          <a:lstStyle/>
          <a:p>
            <a:pPr marL="0" indent="0">
              <a:lnSpc>
                <a:spcPct val="110000"/>
              </a:lnSpc>
              <a:buNone/>
            </a:pPr>
            <a:r>
              <a:rPr lang="en-US" sz="1300" noProof="0">
                <a:solidFill>
                  <a:srgbClr val="C7CDD4"/>
                </a:solidFill>
                <a:latin typeface="Segoe UI" pitchFamily="34" charset="0"/>
                <a:ea typeface="Segoe UI" pitchFamily="34" charset="-122"/>
                <a:cs typeface="Segoe UI" pitchFamily="34" charset="-120"/>
              </a:rPr>
              <a:t>Reuse whatever is already there: any </a:t>
            </a:r>
            <a:r>
              <a:rPr lang="en-US" sz="1300" noProof="0" err="1">
                <a:solidFill>
                  <a:srgbClr val="C7CDD4"/>
                </a:solidFill>
                <a:latin typeface="Segoe UI" pitchFamily="34" charset="0"/>
                <a:ea typeface="Segoe UI" pitchFamily="34" charset="-122"/>
                <a:cs typeface="Segoe UI" pitchFamily="34" charset="-120"/>
              </a:rPr>
              <a:t>venv</a:t>
            </a:r>
            <a:r>
              <a:rPr lang="en-US" sz="1300" noProof="0">
                <a:solidFill>
                  <a:srgbClr val="C7CDD4"/>
                </a:solidFill>
                <a:latin typeface="Segoe UI" pitchFamily="34" charset="0"/>
                <a:ea typeface="Segoe UI" pitchFamily="34" charset="-122"/>
                <a:cs typeface="Segoe UI" pitchFamily="34" charset="-120"/>
              </a:rPr>
              <a:t> under the repo, or a system interpreter on PATH, as long as it reports </a:t>
            </a:r>
            <a:r>
              <a:rPr lang="en-US" sz="1300" b="1" noProof="0">
                <a:solidFill>
                  <a:srgbClr val="F2A93B"/>
                </a:solidFill>
                <a:latin typeface="Segoe UI" pitchFamily="34" charset="0"/>
                <a:ea typeface="Segoe UI" pitchFamily="34" charset="-122"/>
                <a:cs typeface="Segoe UI" pitchFamily="34" charset="-120"/>
              </a:rPr>
              <a:t>3.12</a:t>
            </a:r>
            <a:r>
              <a:rPr lang="en-US" sz="1300" noProof="0">
                <a:solidFill>
                  <a:srgbClr val="C7CDD4"/>
                </a:solidFill>
                <a:latin typeface="Segoe UI" pitchFamily="34" charset="0"/>
                <a:ea typeface="Segoe UI" pitchFamily="34" charset="-122"/>
                <a:cs typeface="Segoe UI" pitchFamily="34" charset="-120"/>
              </a:rPr>
              <a:t>.</a:t>
            </a:r>
            <a:endParaRPr lang="en-US" sz="1300" noProof="0"/>
          </a:p>
        </p:txBody>
      </p:sp>
      <p:sp>
        <p:nvSpPr>
          <p:cNvPr id="17" name="Shape 15"/>
          <p:cNvSpPr/>
          <p:nvPr/>
        </p:nvSpPr>
        <p:spPr>
          <a:xfrm>
            <a:off x="1828800" y="3364992"/>
            <a:ext cx="0" cy="201168"/>
          </a:xfrm>
          <a:prstGeom prst="line">
            <a:avLst/>
          </a:prstGeom>
          <a:noFill/>
          <a:ln w="19050">
            <a:solidFill>
              <a:srgbClr val="C7CDD4"/>
            </a:solidFill>
            <a:prstDash val="solid"/>
            <a:headEnd type="none"/>
            <a:tailEnd type="triangle"/>
          </a:ln>
        </p:spPr>
        <p:txBody>
          <a:bodyPr/>
          <a:lstStyle/>
          <a:p>
            <a:endParaRPr lang="en-US" noProof="0"/>
          </a:p>
        </p:txBody>
      </p:sp>
      <p:sp>
        <p:nvSpPr>
          <p:cNvPr id="18" name="Text 16"/>
          <p:cNvSpPr/>
          <p:nvPr/>
        </p:nvSpPr>
        <p:spPr>
          <a:xfrm>
            <a:off x="2029968" y="3364992"/>
            <a:ext cx="2743200" cy="219456"/>
          </a:xfrm>
          <a:prstGeom prst="rect">
            <a:avLst/>
          </a:prstGeom>
          <a:noFill/>
          <a:ln/>
        </p:spPr>
        <p:txBody>
          <a:bodyPr wrap="square" lIns="0" tIns="0" rIns="0" bIns="0" rtlCol="0" anchor="t"/>
          <a:lstStyle/>
          <a:p>
            <a:pPr marL="0" indent="0">
              <a:buNone/>
            </a:pPr>
            <a:r>
              <a:rPr lang="en-US" sz="1100" i="1" noProof="0">
                <a:solidFill>
                  <a:srgbClr val="8A97A9"/>
                </a:solidFill>
                <a:latin typeface="Segoe UI" pitchFamily="34" charset="0"/>
                <a:ea typeface="Segoe UI" pitchFamily="34" charset="-122"/>
                <a:cs typeface="Segoe UI" pitchFamily="34" charset="-120"/>
              </a:rPr>
              <a:t>nothing usable found</a:t>
            </a:r>
            <a:endParaRPr lang="en-US" sz="1100" noProof="0"/>
          </a:p>
        </p:txBody>
      </p:sp>
      <p:sp>
        <p:nvSpPr>
          <p:cNvPr id="19" name="Shape 17"/>
          <p:cNvSpPr/>
          <p:nvPr/>
        </p:nvSpPr>
        <p:spPr>
          <a:xfrm>
            <a:off x="731520" y="3639312"/>
            <a:ext cx="6583680" cy="1042416"/>
          </a:xfrm>
          <a:prstGeom prst="roundRect">
            <a:avLst>
              <a:gd name="adj" fmla="val 6140"/>
            </a:avLst>
          </a:prstGeom>
          <a:solidFill>
            <a:srgbClr val="131E2E"/>
          </a:solidFill>
          <a:ln w="12700">
            <a:solidFill>
              <a:srgbClr val="F2A93B"/>
            </a:solidFill>
            <a:prstDash val="solid"/>
          </a:ln>
        </p:spPr>
        <p:txBody>
          <a:bodyPr/>
          <a:lstStyle/>
          <a:p>
            <a:endParaRPr lang="en-US" noProof="0"/>
          </a:p>
        </p:txBody>
      </p:sp>
      <p:sp>
        <p:nvSpPr>
          <p:cNvPr id="20" name="Shape 18"/>
          <p:cNvSpPr/>
          <p:nvPr/>
        </p:nvSpPr>
        <p:spPr>
          <a:xfrm>
            <a:off x="950976" y="3785616"/>
            <a:ext cx="1920240"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21" name="Text 19"/>
          <p:cNvSpPr/>
          <p:nvPr/>
        </p:nvSpPr>
        <p:spPr>
          <a:xfrm>
            <a:off x="950976" y="3831336"/>
            <a:ext cx="1920240" cy="182880"/>
          </a:xfrm>
          <a:prstGeom prst="rect">
            <a:avLst/>
          </a:prstGeom>
          <a:noFill/>
          <a:ln/>
        </p:spPr>
        <p:txBody>
          <a:bodyPr wrap="square" lIns="0" tIns="0" rIns="0" bIns="0" rtlCol="0" anchor="t"/>
          <a:lstStyle/>
          <a:p>
            <a:pPr marL="0" indent="0" algn="ctr">
              <a:buNone/>
            </a:pPr>
            <a:r>
              <a:rPr lang="en-US" sz="900" b="1" kern="0" spc="110" noProof="0">
                <a:solidFill>
                  <a:srgbClr val="F2A93B"/>
                </a:solidFill>
                <a:latin typeface="Segoe UI" pitchFamily="34" charset="0"/>
                <a:ea typeface="Segoe UI" pitchFamily="34" charset="-122"/>
                <a:cs typeface="Segoe UI" pitchFamily="34" charset="-120"/>
              </a:rPr>
              <a:t>TIER 2 || FALLBACK</a:t>
            </a:r>
            <a:endParaRPr lang="en-US" sz="900" noProof="0"/>
          </a:p>
        </p:txBody>
      </p:sp>
      <p:sp>
        <p:nvSpPr>
          <p:cNvPr id="22" name="Text 20"/>
          <p:cNvSpPr/>
          <p:nvPr/>
        </p:nvSpPr>
        <p:spPr>
          <a:xfrm>
            <a:off x="3017520" y="3785616"/>
            <a:ext cx="4114800" cy="731520"/>
          </a:xfrm>
          <a:prstGeom prst="rect">
            <a:avLst/>
          </a:prstGeom>
          <a:noFill/>
          <a:ln/>
        </p:spPr>
        <p:txBody>
          <a:bodyPr wrap="square" lIns="0" tIns="0" rIns="0" bIns="0" rtlCol="0" anchor="t"/>
          <a:lstStyle/>
          <a:p>
            <a:pPr marL="0" indent="0">
              <a:lnSpc>
                <a:spcPct val="110000"/>
              </a:lnSpc>
              <a:buNone/>
            </a:pPr>
            <a:r>
              <a:rPr lang="en-US" sz="1300" noProof="0">
                <a:solidFill>
                  <a:srgbClr val="C7CDD4"/>
                </a:solidFill>
                <a:latin typeface="Segoe UI" pitchFamily="34" charset="0"/>
                <a:ea typeface="Segoe UI" pitchFamily="34" charset="-122"/>
                <a:cs typeface="Segoe UI" pitchFamily="34" charset="-120"/>
              </a:rPr>
              <a:t>Download a </a:t>
            </a:r>
            <a:r>
              <a:rPr lang="en-US" sz="1300" b="1" noProof="0">
                <a:solidFill>
                  <a:srgbClr val="F2A93B"/>
                </a:solidFill>
                <a:latin typeface="Segoe UI" pitchFamily="34" charset="0"/>
                <a:ea typeface="Segoe UI" pitchFamily="34" charset="-122"/>
                <a:cs typeface="Segoe UI" pitchFamily="34" charset="-120"/>
              </a:rPr>
              <a:t>private</a:t>
            </a:r>
            <a:r>
              <a:rPr lang="en-US" sz="1300" noProof="0">
                <a:solidFill>
                  <a:srgbClr val="C7CDD4"/>
                </a:solidFill>
                <a:latin typeface="Segoe UI" pitchFamily="34" charset="0"/>
                <a:ea typeface="Segoe UI" pitchFamily="34" charset="-122"/>
                <a:cs typeface="Segoe UI" pitchFamily="34" charset="-120"/>
              </a:rPr>
              <a:t> Python 3.12.10 via python.org on Windows, python-build-standalone elsewhere with a  checksum-verify, into our own folder.</a:t>
            </a:r>
            <a:endParaRPr lang="en-US" sz="1300" noProof="0"/>
          </a:p>
        </p:txBody>
      </p:sp>
      <p:sp>
        <p:nvSpPr>
          <p:cNvPr id="23" name="Shape 21"/>
          <p:cNvSpPr/>
          <p:nvPr/>
        </p:nvSpPr>
        <p:spPr>
          <a:xfrm>
            <a:off x="1828800" y="4736592"/>
            <a:ext cx="0" cy="182880"/>
          </a:xfrm>
          <a:prstGeom prst="line">
            <a:avLst/>
          </a:prstGeom>
          <a:noFill/>
          <a:ln w="19050">
            <a:solidFill>
              <a:srgbClr val="C7CDD4"/>
            </a:solidFill>
            <a:prstDash val="solid"/>
            <a:headEnd type="none"/>
            <a:tailEnd type="triangle"/>
          </a:ln>
        </p:spPr>
        <p:txBody>
          <a:bodyPr/>
          <a:lstStyle/>
          <a:p>
            <a:endParaRPr lang="en-US" noProof="0"/>
          </a:p>
        </p:txBody>
      </p:sp>
      <p:sp>
        <p:nvSpPr>
          <p:cNvPr id="24" name="Shape 22"/>
          <p:cNvSpPr/>
          <p:nvPr/>
        </p:nvSpPr>
        <p:spPr>
          <a:xfrm>
            <a:off x="731520" y="4992624"/>
            <a:ext cx="6583680" cy="822960"/>
          </a:xfrm>
          <a:prstGeom prst="roundRect">
            <a:avLst>
              <a:gd name="adj" fmla="val 7778"/>
            </a:avLst>
          </a:prstGeom>
          <a:solidFill>
            <a:srgbClr val="0F1826"/>
          </a:solidFill>
          <a:ln w="12700">
            <a:solidFill>
              <a:srgbClr val="26344A"/>
            </a:solidFill>
            <a:prstDash val="solid"/>
          </a:ln>
        </p:spPr>
        <p:txBody>
          <a:bodyPr/>
          <a:lstStyle/>
          <a:p>
            <a:endParaRPr lang="en-US" noProof="0"/>
          </a:p>
        </p:txBody>
      </p:sp>
      <p:sp>
        <p:nvSpPr>
          <p:cNvPr id="25" name="Text 23"/>
          <p:cNvSpPr/>
          <p:nvPr/>
        </p:nvSpPr>
        <p:spPr>
          <a:xfrm>
            <a:off x="969264" y="5138928"/>
            <a:ext cx="6126480" cy="548640"/>
          </a:xfrm>
          <a:prstGeom prst="rect">
            <a:avLst/>
          </a:prstGeom>
          <a:noFill/>
          <a:ln/>
        </p:spPr>
        <p:txBody>
          <a:bodyPr wrap="square" lIns="0" tIns="0" rIns="0" bIns="0" rtlCol="0" anchor="t"/>
          <a:lstStyle/>
          <a:p>
            <a:pPr marL="0" indent="0">
              <a:lnSpc>
                <a:spcPct val="110000"/>
              </a:lnSpc>
              <a:buNone/>
            </a:pPr>
            <a:r>
              <a:rPr lang="en-US" sz="1300" noProof="0">
                <a:solidFill>
                  <a:srgbClr val="C7CDD4"/>
                </a:solidFill>
                <a:latin typeface="Segoe UI" pitchFamily="34" charset="0"/>
                <a:ea typeface="Segoe UI" pitchFamily="34" charset="-122"/>
                <a:cs typeface="Segoe UI" pitchFamily="34" charset="-120"/>
              </a:rPr>
              <a:t>Either way: </a:t>
            </a:r>
            <a:r>
              <a:rPr lang="en-US" sz="1200" noProof="0" err="1">
                <a:solidFill>
                  <a:srgbClr val="4C9AFF"/>
                </a:solidFill>
                <a:latin typeface="Consolas" pitchFamily="34" charset="0"/>
                <a:ea typeface="Consolas" pitchFamily="34" charset="-122"/>
                <a:cs typeface="Consolas" pitchFamily="34" charset="-120"/>
              </a:rPr>
              <a:t>venv</a:t>
            </a:r>
            <a:r>
              <a:rPr lang="en-US" sz="1200" noProof="0">
                <a:solidFill>
                  <a:srgbClr val="4C9AFF"/>
                </a:solidFill>
                <a:latin typeface="Consolas" pitchFamily="34" charset="0"/>
                <a:ea typeface="Consolas" pitchFamily="34" charset="-122"/>
                <a:cs typeface="Consolas" pitchFamily="34" charset="-120"/>
              </a:rPr>
              <a:t> </a:t>
            </a:r>
            <a:r>
              <a:rPr lang="en-US" sz="1200" noProof="0" err="1">
                <a:solidFill>
                  <a:srgbClr val="4C9AFF"/>
                </a:solidFill>
                <a:latin typeface="Consolas" pitchFamily="34" charset="0"/>
                <a:ea typeface="Consolas" pitchFamily="34" charset="-122"/>
                <a:cs typeface="Consolas" pitchFamily="34" charset="-120"/>
              </a:rPr>
              <a:t>OhBots</a:t>
            </a:r>
            <a:r>
              <a:rPr lang="en-US" sz="1300" noProof="0">
                <a:solidFill>
                  <a:srgbClr val="C7CDD4"/>
                </a:solidFill>
                <a:latin typeface="Segoe UI" pitchFamily="34" charset="0"/>
                <a:ea typeface="Segoe UI" pitchFamily="34" charset="-122"/>
                <a:cs typeface="Segoe UI" pitchFamily="34" charset="-120"/>
              </a:rPr>
              <a:t> → </a:t>
            </a:r>
            <a:r>
              <a:rPr lang="en-US" sz="1200" noProof="0">
                <a:solidFill>
                  <a:srgbClr val="4C9AFF"/>
                </a:solidFill>
                <a:latin typeface="Consolas" pitchFamily="34" charset="0"/>
                <a:ea typeface="Consolas" pitchFamily="34" charset="-122"/>
                <a:cs typeface="Consolas" pitchFamily="34" charset="-120"/>
              </a:rPr>
              <a:t>pip install -e .</a:t>
            </a:r>
            <a:r>
              <a:rPr lang="en-US" sz="1300" noProof="0">
                <a:solidFill>
                  <a:srgbClr val="C7CDD4"/>
                </a:solidFill>
                <a:latin typeface="Segoe UI" pitchFamily="34" charset="0"/>
                <a:ea typeface="Segoe UI" pitchFamily="34" charset="-122"/>
                <a:cs typeface="Segoe UI" pitchFamily="34" charset="-120"/>
              </a:rPr>
              <a:t> → per-platform requirements → verify by importing.</a:t>
            </a:r>
            <a:endParaRPr lang="en-US" sz="1300" noProof="0"/>
          </a:p>
        </p:txBody>
      </p:sp>
      <p:sp>
        <p:nvSpPr>
          <p:cNvPr id="26" name="Shape 24"/>
          <p:cNvSpPr/>
          <p:nvPr/>
        </p:nvSpPr>
        <p:spPr>
          <a:xfrm>
            <a:off x="7580376" y="2286000"/>
            <a:ext cx="3931920" cy="960120"/>
          </a:xfrm>
          <a:prstGeom prst="roundRect">
            <a:avLst>
              <a:gd name="adj" fmla="val 5714"/>
            </a:avLst>
          </a:prstGeom>
          <a:solidFill>
            <a:srgbClr val="0F1826"/>
          </a:solidFill>
          <a:ln w="12700">
            <a:solidFill>
              <a:srgbClr val="26344A"/>
            </a:solidFill>
            <a:prstDash val="solid"/>
          </a:ln>
        </p:spPr>
        <p:txBody>
          <a:bodyPr/>
          <a:lstStyle/>
          <a:p>
            <a:endParaRPr lang="en-US" noProof="0"/>
          </a:p>
        </p:txBody>
      </p:sp>
      <p:pic>
        <p:nvPicPr>
          <p:cNvPr id="27" name="Image 0" descr="/root/work2/img/pyenv.png"/>
          <p:cNvPicPr>
            <a:picLocks noChangeAspect="1"/>
          </p:cNvPicPr>
          <p:nvPr/>
        </p:nvPicPr>
        <p:blipFill>
          <a:blip r:embed="rId3"/>
          <a:stretch>
            <a:fillRect/>
          </a:stretch>
        </p:blipFill>
        <p:spPr>
          <a:xfrm>
            <a:off x="7635240" y="2340864"/>
            <a:ext cx="3822192" cy="850392"/>
          </a:xfrm>
          <a:prstGeom prst="rect">
            <a:avLst/>
          </a:prstGeom>
        </p:spPr>
      </p:pic>
      <p:sp>
        <p:nvSpPr>
          <p:cNvPr id="28" name="Shape 25"/>
          <p:cNvSpPr/>
          <p:nvPr/>
        </p:nvSpPr>
        <p:spPr>
          <a:xfrm>
            <a:off x="7662672" y="3471306"/>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9" name="Text 26"/>
          <p:cNvSpPr/>
          <p:nvPr/>
        </p:nvSpPr>
        <p:spPr>
          <a:xfrm>
            <a:off x="7946136" y="3383280"/>
            <a:ext cx="3511296" cy="321056"/>
          </a:xfrm>
          <a:prstGeom prst="rect">
            <a:avLst/>
          </a:prstGeom>
          <a:noFill/>
          <a:ln/>
        </p:spPr>
        <p:txBody>
          <a:bodyPr wrap="square" lIns="0" tIns="0" rIns="0" bIns="0" rtlCol="0" anchor="t"/>
          <a:lstStyle/>
          <a:p>
            <a:pPr marL="0" indent="0">
              <a:lnSpc>
                <a:spcPct val="108000"/>
              </a:lnSpc>
              <a:buNone/>
            </a:pPr>
            <a:r>
              <a:rPr lang="en-US" sz="1300" b="1" noProof="0">
                <a:solidFill>
                  <a:srgbClr val="F2A93B"/>
                </a:solidFill>
                <a:latin typeface="Segoe UI" pitchFamily="34" charset="0"/>
                <a:ea typeface="Segoe UI" pitchFamily="34" charset="-122"/>
                <a:cs typeface="Segoe UI" pitchFamily="34" charset="-120"/>
              </a:rPr>
              <a:t>No administrator rights.*</a:t>
            </a:r>
            <a:endParaRPr lang="en-US" sz="1300" noProof="0"/>
          </a:p>
        </p:txBody>
      </p:sp>
      <p:sp>
        <p:nvSpPr>
          <p:cNvPr id="30" name="Shape 27"/>
          <p:cNvSpPr/>
          <p:nvPr/>
        </p:nvSpPr>
        <p:spPr>
          <a:xfrm>
            <a:off x="7662672" y="3847226"/>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1" name="Text 28"/>
          <p:cNvSpPr/>
          <p:nvPr/>
        </p:nvSpPr>
        <p:spPr>
          <a:xfrm>
            <a:off x="7946136" y="3759200"/>
            <a:ext cx="3511296" cy="532384"/>
          </a:xfrm>
          <a:prstGeom prst="rect">
            <a:avLst/>
          </a:prstGeom>
          <a:noFill/>
          <a:ln/>
        </p:spPr>
        <p:txBody>
          <a:bodyPr wrap="square" lIns="0" tIns="0" rIns="0" bIns="0" rtlCol="0" anchor="t"/>
          <a:lstStyle/>
          <a:p>
            <a:pPr marL="0" indent="0">
              <a:lnSpc>
                <a:spcPct val="108000"/>
              </a:lnSpc>
              <a:buNone/>
            </a:pPr>
            <a:r>
              <a:rPr lang="en-US" sz="1300" b="1" noProof="0">
                <a:solidFill>
                  <a:srgbClr val="F2A93B"/>
                </a:solidFill>
                <a:latin typeface="Segoe UI" pitchFamily="34" charset="0"/>
                <a:ea typeface="Segoe UI" pitchFamily="34" charset="-122"/>
                <a:cs typeface="Segoe UI" pitchFamily="34" charset="-120"/>
              </a:rPr>
              <a:t>It never touches `PATH`</a:t>
            </a:r>
            <a:r>
              <a:rPr lang="en-US" sz="1300" noProof="0">
                <a:solidFill>
                  <a:srgbClr val="F2F6FB"/>
                </a:solidFill>
                <a:latin typeface="Segoe UI" pitchFamily="34" charset="0"/>
                <a:ea typeface="Segoe UI" pitchFamily="34" charset="-122"/>
                <a:cs typeface="Segoe UI" pitchFamily="34" charset="-120"/>
              </a:rPr>
              <a:t> or an existing install.</a:t>
            </a:r>
            <a:endParaRPr lang="en-US" sz="1300" noProof="0"/>
          </a:p>
        </p:txBody>
      </p:sp>
      <p:sp>
        <p:nvSpPr>
          <p:cNvPr id="32" name="Shape 29"/>
          <p:cNvSpPr/>
          <p:nvPr/>
        </p:nvSpPr>
        <p:spPr>
          <a:xfrm>
            <a:off x="7662672" y="4434474"/>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3" name="Text 30"/>
          <p:cNvSpPr/>
          <p:nvPr/>
        </p:nvSpPr>
        <p:spPr>
          <a:xfrm>
            <a:off x="7946136" y="4346448"/>
            <a:ext cx="3511296" cy="321056"/>
          </a:xfrm>
          <a:prstGeom prst="rect">
            <a:avLst/>
          </a:prstGeom>
          <a:noFill/>
          <a:ln/>
        </p:spPr>
        <p:txBody>
          <a:bodyPr wrap="square" lIns="0" tIns="0" rIns="0" bIns="0" rtlCol="0" anchor="t"/>
          <a:lstStyle/>
          <a:p>
            <a:pPr marL="0" indent="0">
              <a:lnSpc>
                <a:spcPct val="108000"/>
              </a:lnSpc>
              <a:buNone/>
            </a:pPr>
            <a:r>
              <a:rPr lang="en-US" sz="1300" b="1" noProof="0">
                <a:solidFill>
                  <a:srgbClr val="F2A93B"/>
                </a:solidFill>
                <a:latin typeface="Segoe UI" pitchFamily="34" charset="0"/>
                <a:ea typeface="Segoe UI" pitchFamily="34" charset="-122"/>
                <a:cs typeface="Segoe UI" pitchFamily="34" charset="-120"/>
              </a:rPr>
              <a:t>It prefers what you already have.</a:t>
            </a:r>
            <a:endParaRPr lang="en-US" sz="1300" noProof="0"/>
          </a:p>
        </p:txBody>
      </p:sp>
      <p:sp>
        <p:nvSpPr>
          <p:cNvPr id="34" name="Shape 31"/>
          <p:cNvSpPr/>
          <p:nvPr/>
        </p:nvSpPr>
        <p:spPr>
          <a:xfrm>
            <a:off x="7635240" y="4846320"/>
            <a:ext cx="3822192" cy="987552"/>
          </a:xfrm>
          <a:prstGeom prst="roundRect">
            <a:avLst>
              <a:gd name="adj" fmla="val 6481"/>
            </a:avLst>
          </a:prstGeom>
          <a:solidFill>
            <a:srgbClr val="131E2E"/>
          </a:solidFill>
          <a:ln w="12700">
            <a:solidFill>
              <a:srgbClr val="26344A"/>
            </a:solidFill>
            <a:prstDash val="solid"/>
          </a:ln>
        </p:spPr>
        <p:txBody>
          <a:bodyPr/>
          <a:lstStyle/>
          <a:p>
            <a:endParaRPr lang="en-US" noProof="0"/>
          </a:p>
        </p:txBody>
      </p:sp>
      <p:sp>
        <p:nvSpPr>
          <p:cNvPr id="35" name="Shape 32"/>
          <p:cNvSpPr/>
          <p:nvPr/>
        </p:nvSpPr>
        <p:spPr>
          <a:xfrm>
            <a:off x="7836408" y="5193792"/>
            <a:ext cx="292608" cy="292608"/>
          </a:xfrm>
          <a:prstGeom prst="roundRect">
            <a:avLst>
              <a:gd name="adj" fmla="val 156250"/>
            </a:avLst>
          </a:prstGeom>
          <a:solidFill>
            <a:srgbClr val="16304F"/>
          </a:solidFill>
          <a:ln w="12700">
            <a:solidFill>
              <a:srgbClr val="4C9AFF"/>
            </a:solidFill>
            <a:prstDash val="solid"/>
          </a:ln>
        </p:spPr>
        <p:txBody>
          <a:bodyPr/>
          <a:lstStyle/>
          <a:p>
            <a:endParaRPr lang="en-US" noProof="0"/>
          </a:p>
        </p:txBody>
      </p:sp>
      <p:sp>
        <p:nvSpPr>
          <p:cNvPr id="36" name="Text 33"/>
          <p:cNvSpPr/>
          <p:nvPr/>
        </p:nvSpPr>
        <p:spPr>
          <a:xfrm>
            <a:off x="7836408" y="5244084"/>
            <a:ext cx="292608" cy="219456"/>
          </a:xfrm>
          <a:prstGeom prst="rect">
            <a:avLst/>
          </a:prstGeom>
          <a:noFill/>
          <a:ln/>
        </p:spPr>
        <p:txBody>
          <a:bodyPr wrap="square" lIns="0" tIns="0" rIns="0" bIns="0" rtlCol="0" anchor="t"/>
          <a:lstStyle/>
          <a:p>
            <a:pPr marL="0" indent="0" algn="ctr">
              <a:buNone/>
            </a:pPr>
            <a:r>
              <a:rPr lang="en-US" sz="1250" b="1" noProof="0">
                <a:solidFill>
                  <a:srgbClr val="4C9AFF"/>
                </a:solidFill>
                <a:latin typeface="Segoe UI Semibold" pitchFamily="34" charset="0"/>
                <a:ea typeface="Segoe UI Semibold" pitchFamily="34" charset="-122"/>
                <a:cs typeface="Segoe UI Semibold" pitchFamily="34" charset="-120"/>
              </a:rPr>
              <a:t>?</a:t>
            </a:r>
            <a:endParaRPr lang="en-US" sz="1250" noProof="0"/>
          </a:p>
        </p:txBody>
      </p:sp>
      <p:sp>
        <p:nvSpPr>
          <p:cNvPr id="37" name="Text 34"/>
          <p:cNvSpPr/>
          <p:nvPr/>
        </p:nvSpPr>
        <p:spPr>
          <a:xfrm>
            <a:off x="8257032" y="4915408"/>
            <a:ext cx="2999232" cy="904240"/>
          </a:xfrm>
          <a:prstGeom prst="rect">
            <a:avLst/>
          </a:prstGeom>
          <a:noFill/>
          <a:ln/>
        </p:spPr>
        <p:txBody>
          <a:bodyPr wrap="square" lIns="0" tIns="0" rIns="0" bIns="0" rtlCol="0" anchor="t"/>
          <a:lstStyle/>
          <a:p>
            <a:pPr marL="0" indent="0">
              <a:lnSpc>
                <a:spcPct val="108000"/>
              </a:lnSpc>
              <a:buNone/>
            </a:pPr>
            <a:r>
              <a:rPr lang="en-US" sz="1250" b="1" noProof="0">
                <a:solidFill>
                  <a:srgbClr val="F2A93B"/>
                </a:solidFill>
                <a:latin typeface="Segoe UI" pitchFamily="34" charset="0"/>
                <a:ea typeface="Segoe UI" pitchFamily="34" charset="-122"/>
                <a:cs typeface="Segoe UI" pitchFamily="34" charset="-120"/>
              </a:rPr>
              <a:t>Why 3.12?</a:t>
            </a:r>
            <a:r>
              <a:rPr lang="en-US" sz="1250" noProof="0">
                <a:solidFill>
                  <a:srgbClr val="F2F6FB"/>
                </a:solidFill>
                <a:latin typeface="Segoe UI" pitchFamily="34" charset="0"/>
                <a:ea typeface="Segoe UI" pitchFamily="34" charset="-122"/>
                <a:cs typeface="Segoe UI" pitchFamily="34" charset="-120"/>
              </a:rPr>
              <a:t> Audio-stack wheels are only reliable there. </a:t>
            </a:r>
            <a:r>
              <a:rPr lang="en-US" sz="1250">
                <a:solidFill>
                  <a:srgbClr val="F2F6FB"/>
                </a:solidFill>
                <a:latin typeface="Segoe UI" pitchFamily="34" charset="0"/>
                <a:ea typeface="Segoe UI" pitchFamily="34" charset="-122"/>
                <a:cs typeface="Segoe UI" pitchFamily="34" charset="-120"/>
              </a:rPr>
              <a:t>A</a:t>
            </a:r>
            <a:r>
              <a:rPr lang="en-US" sz="1250" noProof="0" err="1">
                <a:solidFill>
                  <a:srgbClr val="F2F6FB"/>
                </a:solidFill>
                <a:latin typeface="Segoe UI" pitchFamily="34" charset="0"/>
                <a:ea typeface="Segoe UI" pitchFamily="34" charset="-122"/>
                <a:cs typeface="Segoe UI" pitchFamily="34" charset="-120"/>
              </a:rPr>
              <a:t>nd</a:t>
            </a:r>
            <a:r>
              <a:rPr lang="en-US" sz="1250" noProof="0">
                <a:solidFill>
                  <a:srgbClr val="F2F6FB"/>
                </a:solidFill>
                <a:latin typeface="Segoe UI" pitchFamily="34" charset="0"/>
                <a:ea typeface="Segoe UI" pitchFamily="34" charset="-122"/>
                <a:cs typeface="Segoe UI" pitchFamily="34" charset="-120"/>
              </a:rPr>
              <a:t> Ubuntu 25+ ships something newer, so Tier 2 has to exist.</a:t>
            </a:r>
            <a:endParaRPr lang="en-US" sz="1250" noProof="0"/>
          </a:p>
        </p:txBody>
      </p:sp>
      <p:sp>
        <p:nvSpPr>
          <p:cNvPr id="38"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18</a:t>
            </a:fld>
            <a:endParaRPr lang="en-US" noProof="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31520" y="457200"/>
            <a:ext cx="1364513" cy="274320"/>
          </a:xfrm>
          <a:prstGeom prst="roundRect">
            <a:avLst>
              <a:gd name="adj" fmla="val 166667"/>
            </a:avLst>
          </a:prstGeom>
          <a:solidFill>
            <a:srgbClr val="0F1826"/>
          </a:solidFill>
          <a:ln w="12700">
            <a:solidFill>
              <a:srgbClr val="F2A93B"/>
            </a:solidFill>
            <a:prstDash val="solid"/>
          </a:ln>
        </p:spPr>
        <p:txBody>
          <a:bodyPr/>
          <a:lstStyle/>
          <a:p>
            <a:endParaRPr lang="en-US" noProof="0"/>
          </a:p>
        </p:txBody>
      </p:sp>
      <p:sp>
        <p:nvSpPr>
          <p:cNvPr id="3" name="Text 1"/>
          <p:cNvSpPr/>
          <p:nvPr/>
        </p:nvSpPr>
        <p:spPr>
          <a:xfrm>
            <a:off x="731520" y="502920"/>
            <a:ext cx="1364513" cy="182880"/>
          </a:xfrm>
          <a:prstGeom prst="rect">
            <a:avLst/>
          </a:prstGeom>
          <a:noFill/>
          <a:ln/>
        </p:spPr>
        <p:txBody>
          <a:bodyPr wrap="square" lIns="0" tIns="0" rIns="0" bIns="0" rtlCol="0" anchor="t"/>
          <a:lstStyle/>
          <a:p>
            <a:pPr marL="0" indent="0" algn="ctr">
              <a:buNone/>
            </a:pPr>
            <a:r>
              <a:rPr lang="en-US" sz="1050" b="1" kern="0" spc="110" noProof="0">
                <a:solidFill>
                  <a:srgbClr val="F2A93B"/>
                </a:solidFill>
                <a:latin typeface="Segoe UI" pitchFamily="34" charset="0"/>
                <a:ea typeface="Segoe UI" pitchFamily="34" charset="-122"/>
                <a:cs typeface="Segoe UI" pitchFamily="34" charset="-120"/>
              </a:rPr>
              <a:t>BABY MODE</a:t>
            </a:r>
            <a:endParaRPr lang="en-US" sz="1050" noProof="0"/>
          </a:p>
        </p:txBody>
      </p:sp>
      <p:sp>
        <p:nvSpPr>
          <p:cNvPr id="4" name="Text 2"/>
          <p:cNvSpPr/>
          <p:nvPr/>
        </p:nvSpPr>
        <p:spPr>
          <a:xfrm>
            <a:off x="731520" y="896112"/>
            <a:ext cx="10728655" cy="868680"/>
          </a:xfrm>
          <a:prstGeom prst="rect">
            <a:avLst/>
          </a:prstGeom>
          <a:noFill/>
          <a:ln/>
        </p:spPr>
        <p:txBody>
          <a:bodyPr wrap="square" lIns="0" tIns="0" rIns="0" bIns="0" rtlCol="0" anchor="t"/>
          <a:lstStyle/>
          <a:p>
            <a:pPr marL="0" indent="0">
              <a:buNone/>
            </a:pPr>
            <a:r>
              <a:rPr lang="en-US" sz="4000" noProof="0">
                <a:solidFill>
                  <a:srgbClr val="F2F6FB"/>
                </a:solidFill>
                <a:latin typeface="Segoe UI Semibold" pitchFamily="34" charset="0"/>
                <a:ea typeface="Segoe UI Semibold" pitchFamily="34" charset="-122"/>
                <a:cs typeface="Segoe UI Semibold" pitchFamily="34" charset="-120"/>
              </a:rPr>
              <a:t>One codebase, three platforms</a:t>
            </a:r>
            <a:endParaRPr lang="en-US" sz="4000" noProof="0"/>
          </a:p>
        </p:txBody>
      </p:sp>
      <p:sp>
        <p:nvSpPr>
          <p:cNvPr id="5" name="Text 3"/>
          <p:cNvSpPr/>
          <p:nvPr/>
        </p:nvSpPr>
        <p:spPr>
          <a:xfrm>
            <a:off x="731520" y="1719072"/>
            <a:ext cx="10728655" cy="365760"/>
          </a:xfrm>
          <a:prstGeom prst="rect">
            <a:avLst/>
          </a:prstGeom>
          <a:noFill/>
          <a:ln/>
        </p:spPr>
        <p:txBody>
          <a:bodyPr wrap="square" lIns="0" tIns="0" rIns="0" bIns="0" rtlCol="0" anchor="t"/>
          <a:lstStyle/>
          <a:p>
            <a:pPr marL="0" indent="0">
              <a:buNone/>
            </a:pPr>
            <a:r>
              <a:rPr lang="en-US" sz="1550" i="1" noProof="0">
                <a:solidFill>
                  <a:srgbClr val="8A97A9"/>
                </a:solidFill>
                <a:latin typeface="Segoe UI" pitchFamily="34" charset="0"/>
                <a:ea typeface="Segoe UI" pitchFamily="34" charset="-122"/>
                <a:cs typeface="Segoe UI" pitchFamily="34" charset="-120"/>
              </a:rPr>
              <a:t>Commit 65c8879, 19 July.</a:t>
            </a:r>
            <a:endParaRPr lang="en-US" sz="1550" noProof="0"/>
          </a:p>
        </p:txBody>
      </p:sp>
      <p:sp>
        <p:nvSpPr>
          <p:cNvPr id="6" name="Text 4"/>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EZ Mode</a:t>
            </a:r>
            <a:endParaRPr lang="en-US" sz="1000" noProof="0"/>
          </a:p>
        </p:txBody>
      </p:sp>
      <p:sp>
        <p:nvSpPr>
          <p:cNvPr id="7" name="Shape 5"/>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8" name="Shape 6"/>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9" name="Shape 7"/>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0" name="Shape 8"/>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6489040"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2" name="Shape 10"/>
          <p:cNvSpPr/>
          <p:nvPr/>
        </p:nvSpPr>
        <p:spPr>
          <a:xfrm>
            <a:off x="678164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731520" y="2377440"/>
            <a:ext cx="3456432" cy="1371600"/>
          </a:xfrm>
          <a:prstGeom prst="roundRect">
            <a:avLst>
              <a:gd name="adj" fmla="val 4667"/>
            </a:avLst>
          </a:prstGeom>
          <a:solidFill>
            <a:srgbClr val="131E2E"/>
          </a:solidFill>
          <a:ln w="12700">
            <a:solidFill>
              <a:srgbClr val="F2A93B"/>
            </a:solidFill>
            <a:prstDash val="solid"/>
          </a:ln>
        </p:spPr>
        <p:txBody>
          <a:bodyPr/>
          <a:lstStyle/>
          <a:p>
            <a:endParaRPr lang="en-US" noProof="0"/>
          </a:p>
        </p:txBody>
      </p:sp>
      <p:sp>
        <p:nvSpPr>
          <p:cNvPr id="14" name="Text 12"/>
          <p:cNvSpPr/>
          <p:nvPr/>
        </p:nvSpPr>
        <p:spPr>
          <a:xfrm>
            <a:off x="969264" y="2578608"/>
            <a:ext cx="2980944" cy="329184"/>
          </a:xfrm>
          <a:prstGeom prst="rect">
            <a:avLst/>
          </a:prstGeom>
          <a:noFill/>
          <a:ln/>
        </p:spPr>
        <p:txBody>
          <a:bodyPr wrap="square" lIns="0" tIns="0" rIns="0" bIns="0" rtlCol="0" anchor="t"/>
          <a:lstStyle/>
          <a:p>
            <a:pPr marL="0" indent="0">
              <a:buNone/>
            </a:pPr>
            <a:r>
              <a:rPr lang="en-US" sz="1900" noProof="0">
                <a:solidFill>
                  <a:srgbClr val="F2A93B"/>
                </a:solidFill>
                <a:latin typeface="Segoe UI Semibold" pitchFamily="34" charset="0"/>
                <a:ea typeface="Segoe UI Semibold" pitchFamily="34" charset="-122"/>
                <a:cs typeface="Segoe UI Semibold" pitchFamily="34" charset="-120"/>
              </a:rPr>
              <a:t>Windows</a:t>
            </a:r>
            <a:endParaRPr lang="en-US" sz="1900" noProof="0"/>
          </a:p>
        </p:txBody>
      </p:sp>
      <p:sp>
        <p:nvSpPr>
          <p:cNvPr id="15" name="Text 13"/>
          <p:cNvSpPr/>
          <p:nvPr/>
        </p:nvSpPr>
        <p:spPr>
          <a:xfrm>
            <a:off x="969264" y="2980944"/>
            <a:ext cx="2980944" cy="640080"/>
          </a:xfrm>
          <a:prstGeom prst="rect">
            <a:avLst/>
          </a:prstGeom>
          <a:noFill/>
          <a:ln/>
        </p:spPr>
        <p:txBody>
          <a:bodyPr wrap="square" lIns="0" tIns="0" rIns="0" bIns="0" rtlCol="0" anchor="t"/>
          <a:lstStyle/>
          <a:p>
            <a:pPr marL="0" indent="0">
              <a:lnSpc>
                <a:spcPct val="110000"/>
              </a:lnSpc>
              <a:buNone/>
            </a:pPr>
            <a:r>
              <a:rPr lang="en-US" sz="1300" noProof="0">
                <a:solidFill>
                  <a:srgbClr val="8A97A9"/>
                </a:solidFill>
                <a:latin typeface="Segoe UI" pitchFamily="34" charset="0"/>
                <a:ea typeface="Segoe UI" pitchFamily="34" charset="-122"/>
                <a:cs typeface="Segoe UI" pitchFamily="34" charset="-120"/>
              </a:rPr>
              <a:t>SAPI voices, python.org installer, a dedicated COM thread.</a:t>
            </a:r>
            <a:endParaRPr lang="en-US" sz="1300" noProof="0"/>
          </a:p>
        </p:txBody>
      </p:sp>
      <p:sp>
        <p:nvSpPr>
          <p:cNvPr id="16" name="Shape 14"/>
          <p:cNvSpPr/>
          <p:nvPr/>
        </p:nvSpPr>
        <p:spPr>
          <a:xfrm>
            <a:off x="4370832" y="2377440"/>
            <a:ext cx="3456432" cy="1371600"/>
          </a:xfrm>
          <a:prstGeom prst="roundRect">
            <a:avLst>
              <a:gd name="adj" fmla="val 4667"/>
            </a:avLst>
          </a:prstGeom>
          <a:solidFill>
            <a:srgbClr val="131E2E"/>
          </a:solidFill>
          <a:ln w="12700">
            <a:solidFill>
              <a:srgbClr val="F2A93B"/>
            </a:solidFill>
            <a:prstDash val="solid"/>
          </a:ln>
        </p:spPr>
        <p:txBody>
          <a:bodyPr/>
          <a:lstStyle/>
          <a:p>
            <a:endParaRPr lang="en-US" noProof="0"/>
          </a:p>
        </p:txBody>
      </p:sp>
      <p:sp>
        <p:nvSpPr>
          <p:cNvPr id="17" name="Text 15"/>
          <p:cNvSpPr/>
          <p:nvPr/>
        </p:nvSpPr>
        <p:spPr>
          <a:xfrm>
            <a:off x="4608576" y="2578608"/>
            <a:ext cx="2980944" cy="329184"/>
          </a:xfrm>
          <a:prstGeom prst="rect">
            <a:avLst/>
          </a:prstGeom>
          <a:noFill/>
          <a:ln/>
        </p:spPr>
        <p:txBody>
          <a:bodyPr wrap="square" lIns="0" tIns="0" rIns="0" bIns="0" rtlCol="0" anchor="t"/>
          <a:lstStyle/>
          <a:p>
            <a:pPr marL="0" indent="0">
              <a:buNone/>
            </a:pPr>
            <a:r>
              <a:rPr lang="en-US" sz="1900" noProof="0">
                <a:solidFill>
                  <a:srgbClr val="F2A93B"/>
                </a:solidFill>
                <a:latin typeface="Segoe UI Semibold" pitchFamily="34" charset="0"/>
                <a:ea typeface="Segoe UI Semibold" pitchFamily="34" charset="-122"/>
                <a:cs typeface="Segoe UI Semibold" pitchFamily="34" charset="-120"/>
              </a:rPr>
              <a:t>Linux</a:t>
            </a:r>
            <a:endParaRPr lang="en-US" sz="1900" noProof="0"/>
          </a:p>
        </p:txBody>
      </p:sp>
      <p:sp>
        <p:nvSpPr>
          <p:cNvPr id="18" name="Text 16"/>
          <p:cNvSpPr/>
          <p:nvPr/>
        </p:nvSpPr>
        <p:spPr>
          <a:xfrm>
            <a:off x="4608576" y="2980944"/>
            <a:ext cx="2980944" cy="640080"/>
          </a:xfrm>
          <a:prstGeom prst="rect">
            <a:avLst/>
          </a:prstGeom>
          <a:noFill/>
          <a:ln/>
        </p:spPr>
        <p:txBody>
          <a:bodyPr wrap="square" lIns="0" tIns="0" rIns="0" bIns="0" rtlCol="0" anchor="t"/>
          <a:lstStyle/>
          <a:p>
            <a:pPr marL="0" indent="0">
              <a:lnSpc>
                <a:spcPct val="110000"/>
              </a:lnSpc>
              <a:buNone/>
            </a:pPr>
            <a:r>
              <a:rPr lang="en-US" sz="1300" noProof="0" err="1">
                <a:solidFill>
                  <a:srgbClr val="8A97A9"/>
                </a:solidFill>
                <a:latin typeface="Segoe UI" pitchFamily="34" charset="0"/>
                <a:ea typeface="Segoe UI" pitchFamily="34" charset="-122"/>
                <a:cs typeface="Segoe UI" pitchFamily="34" charset="-120"/>
              </a:rPr>
              <a:t>espeak</a:t>
            </a:r>
            <a:r>
              <a:rPr lang="en-US" sz="1300" noProof="0">
                <a:solidFill>
                  <a:srgbClr val="8A97A9"/>
                </a:solidFill>
                <a:latin typeface="Segoe UI" pitchFamily="34" charset="0"/>
                <a:ea typeface="Segoe UI" pitchFamily="34" charset="-122"/>
                <a:cs typeface="Segoe UI" pitchFamily="34" charset="-120"/>
              </a:rPr>
              <a:t>-ng, python-build-standalone, no root required.</a:t>
            </a:r>
            <a:endParaRPr lang="en-US" sz="1300" noProof="0"/>
          </a:p>
        </p:txBody>
      </p:sp>
      <p:sp>
        <p:nvSpPr>
          <p:cNvPr id="19" name="Shape 17"/>
          <p:cNvSpPr/>
          <p:nvPr/>
        </p:nvSpPr>
        <p:spPr>
          <a:xfrm>
            <a:off x="8010144" y="2377440"/>
            <a:ext cx="3456432" cy="1371600"/>
          </a:xfrm>
          <a:prstGeom prst="roundRect">
            <a:avLst>
              <a:gd name="adj" fmla="val 4667"/>
            </a:avLst>
          </a:prstGeom>
          <a:solidFill>
            <a:srgbClr val="131E2E"/>
          </a:solidFill>
          <a:ln w="12700">
            <a:solidFill>
              <a:srgbClr val="F2A93B"/>
            </a:solidFill>
            <a:prstDash val="solid"/>
          </a:ln>
        </p:spPr>
        <p:txBody>
          <a:bodyPr/>
          <a:lstStyle/>
          <a:p>
            <a:endParaRPr lang="en-US" noProof="0"/>
          </a:p>
        </p:txBody>
      </p:sp>
      <p:sp>
        <p:nvSpPr>
          <p:cNvPr id="20" name="Text 18"/>
          <p:cNvSpPr/>
          <p:nvPr/>
        </p:nvSpPr>
        <p:spPr>
          <a:xfrm>
            <a:off x="8247888" y="2578608"/>
            <a:ext cx="2980944" cy="329184"/>
          </a:xfrm>
          <a:prstGeom prst="rect">
            <a:avLst/>
          </a:prstGeom>
          <a:noFill/>
          <a:ln/>
        </p:spPr>
        <p:txBody>
          <a:bodyPr wrap="square" lIns="0" tIns="0" rIns="0" bIns="0" rtlCol="0" anchor="t"/>
          <a:lstStyle/>
          <a:p>
            <a:pPr marL="0" indent="0">
              <a:buNone/>
            </a:pPr>
            <a:r>
              <a:rPr lang="en-US" sz="1900" noProof="0">
                <a:solidFill>
                  <a:srgbClr val="F2A93B"/>
                </a:solidFill>
                <a:latin typeface="Segoe UI Semibold" pitchFamily="34" charset="0"/>
                <a:ea typeface="Segoe UI Semibold" pitchFamily="34" charset="-122"/>
                <a:cs typeface="Segoe UI Semibold" pitchFamily="34" charset="-120"/>
              </a:rPr>
              <a:t>Raspberry Pi</a:t>
            </a:r>
            <a:endParaRPr lang="en-US" sz="1900" noProof="0"/>
          </a:p>
        </p:txBody>
      </p:sp>
      <p:sp>
        <p:nvSpPr>
          <p:cNvPr id="21" name="Text 19"/>
          <p:cNvSpPr/>
          <p:nvPr/>
        </p:nvSpPr>
        <p:spPr>
          <a:xfrm>
            <a:off x="8247888" y="2980944"/>
            <a:ext cx="2980944" cy="640080"/>
          </a:xfrm>
          <a:prstGeom prst="rect">
            <a:avLst/>
          </a:prstGeom>
          <a:noFill/>
          <a:ln/>
        </p:spPr>
        <p:txBody>
          <a:bodyPr wrap="square" lIns="0" tIns="0" rIns="0" bIns="0" rtlCol="0" anchor="t"/>
          <a:lstStyle/>
          <a:p>
            <a:pPr marL="0" indent="0">
              <a:lnSpc>
                <a:spcPct val="110000"/>
              </a:lnSpc>
              <a:buNone/>
            </a:pPr>
            <a:r>
              <a:rPr lang="en-US" sz="1300" noProof="0">
                <a:solidFill>
                  <a:srgbClr val="8A97A9"/>
                </a:solidFill>
                <a:latin typeface="Segoe UI" pitchFamily="34" charset="0"/>
                <a:ea typeface="Segoe UI" pitchFamily="34" charset="-122"/>
                <a:cs typeface="Segoe UI" pitchFamily="34" charset="-120"/>
              </a:rPr>
              <a:t>The same Avalonia binary; the engine local or over the network.</a:t>
            </a:r>
            <a:endParaRPr lang="en-US" sz="1300" noProof="0"/>
          </a:p>
        </p:txBody>
      </p:sp>
      <p:sp>
        <p:nvSpPr>
          <p:cNvPr id="22" name="Shape 20"/>
          <p:cNvSpPr/>
          <p:nvPr/>
        </p:nvSpPr>
        <p:spPr>
          <a:xfrm>
            <a:off x="731520" y="4041648"/>
            <a:ext cx="10728655" cy="786384"/>
          </a:xfrm>
          <a:prstGeom prst="roundRect">
            <a:avLst>
              <a:gd name="adj" fmla="val 8140"/>
            </a:avLst>
          </a:prstGeom>
          <a:solidFill>
            <a:srgbClr val="131E2E"/>
          </a:solidFill>
          <a:ln w="12700">
            <a:solidFill>
              <a:srgbClr val="26344A"/>
            </a:solidFill>
            <a:prstDash val="solid"/>
          </a:ln>
        </p:spPr>
        <p:txBody>
          <a:bodyPr/>
          <a:lstStyle/>
          <a:p>
            <a:endParaRPr lang="en-US" noProof="0"/>
          </a:p>
        </p:txBody>
      </p:sp>
      <p:sp>
        <p:nvSpPr>
          <p:cNvPr id="23" name="Shape 21"/>
          <p:cNvSpPr/>
          <p:nvPr/>
        </p:nvSpPr>
        <p:spPr>
          <a:xfrm>
            <a:off x="932688" y="4288536"/>
            <a:ext cx="292608" cy="292608"/>
          </a:xfrm>
          <a:prstGeom prst="roundRect">
            <a:avLst>
              <a:gd name="adj" fmla="val 156250"/>
            </a:avLst>
          </a:prstGeom>
          <a:solidFill>
            <a:srgbClr val="5E4318"/>
          </a:solidFill>
          <a:ln w="12700">
            <a:solidFill>
              <a:srgbClr val="F2A93B"/>
            </a:solidFill>
            <a:prstDash val="solid"/>
          </a:ln>
        </p:spPr>
        <p:txBody>
          <a:bodyPr/>
          <a:lstStyle/>
          <a:p>
            <a:endParaRPr lang="en-US" noProof="0"/>
          </a:p>
        </p:txBody>
      </p:sp>
      <p:sp>
        <p:nvSpPr>
          <p:cNvPr id="24" name="Text 22"/>
          <p:cNvSpPr/>
          <p:nvPr/>
        </p:nvSpPr>
        <p:spPr>
          <a:xfrm>
            <a:off x="932688" y="4338828"/>
            <a:ext cx="292608" cy="219456"/>
          </a:xfrm>
          <a:prstGeom prst="rect">
            <a:avLst/>
          </a:prstGeom>
          <a:noFill/>
          <a:ln/>
        </p:spPr>
        <p:txBody>
          <a:bodyPr wrap="square" lIns="0" tIns="0" rIns="0" bIns="0" rtlCol="0" anchor="t"/>
          <a:lstStyle/>
          <a:p>
            <a:pPr marL="0" indent="0" algn="ctr">
              <a:buNone/>
            </a:pPr>
            <a:r>
              <a:rPr lang="en-US" sz="1250" b="1" noProof="0">
                <a:solidFill>
                  <a:srgbClr val="F2A93B"/>
                </a:solidFill>
                <a:latin typeface="Segoe UI Semibold" pitchFamily="34" charset="0"/>
                <a:ea typeface="Segoe UI Semibold" pitchFamily="34" charset="-122"/>
                <a:cs typeface="Segoe UI Semibold" pitchFamily="34" charset="-120"/>
              </a:rPr>
              <a:t>!</a:t>
            </a:r>
            <a:endParaRPr lang="en-US" sz="1250" noProof="0"/>
          </a:p>
        </p:txBody>
      </p:sp>
      <p:sp>
        <p:nvSpPr>
          <p:cNvPr id="25" name="Text 23"/>
          <p:cNvSpPr/>
          <p:nvPr/>
        </p:nvSpPr>
        <p:spPr>
          <a:xfrm>
            <a:off x="1353312" y="4172712"/>
            <a:ext cx="9905695" cy="579120"/>
          </a:xfrm>
          <a:prstGeom prst="rect">
            <a:avLst/>
          </a:prstGeom>
          <a:noFill/>
          <a:ln/>
        </p:spPr>
        <p:txBody>
          <a:bodyPr wrap="square" lIns="0" tIns="0" rIns="0" bIns="0" rtlCol="0" anchor="t"/>
          <a:lstStyle/>
          <a:p>
            <a:pPr marL="0" indent="0">
              <a:lnSpc>
                <a:spcPct val="108000"/>
              </a:lnSpc>
              <a:buNone/>
            </a:pPr>
            <a:r>
              <a:rPr lang="en-US" sz="1500" noProof="0">
                <a:solidFill>
                  <a:srgbClr val="F2F6FB"/>
                </a:solidFill>
                <a:latin typeface="Segoe UI" pitchFamily="34" charset="0"/>
                <a:ea typeface="Segoe UI" pitchFamily="34" charset="-122"/>
                <a:cs typeface="Segoe UI" pitchFamily="34" charset="-120"/>
              </a:rPr>
              <a:t>One issue remains for Linux: Some system components are expected:</a:t>
            </a:r>
            <a:br>
              <a:rPr lang="en-US" sz="1500" noProof="0">
                <a:solidFill>
                  <a:srgbClr val="F2F6FB"/>
                </a:solidFill>
                <a:latin typeface="Segoe UI" pitchFamily="34" charset="0"/>
                <a:ea typeface="Segoe UI" pitchFamily="34" charset="-122"/>
                <a:cs typeface="Segoe UI" pitchFamily="34" charset="-120"/>
              </a:rPr>
            </a:br>
            <a:r>
              <a:rPr lang="en-US" sz="1400" noProof="0" err="1">
                <a:solidFill>
                  <a:srgbClr val="4C9AFF"/>
                </a:solidFill>
                <a:latin typeface="Consolas" pitchFamily="34" charset="0"/>
                <a:ea typeface="Consolas" pitchFamily="34" charset="-122"/>
                <a:cs typeface="Consolas" pitchFamily="34" charset="-120"/>
              </a:rPr>
              <a:t>sudo</a:t>
            </a:r>
            <a:r>
              <a:rPr lang="en-US" sz="1400" noProof="0">
                <a:solidFill>
                  <a:srgbClr val="4C9AFF"/>
                </a:solidFill>
                <a:latin typeface="Consolas" pitchFamily="34" charset="0"/>
                <a:ea typeface="Consolas" pitchFamily="34" charset="-122"/>
                <a:cs typeface="Consolas" pitchFamily="34" charset="-120"/>
              </a:rPr>
              <a:t> apt install libportaudio2 </a:t>
            </a:r>
            <a:r>
              <a:rPr lang="en-US" sz="1400" noProof="0" err="1">
                <a:solidFill>
                  <a:srgbClr val="4C9AFF"/>
                </a:solidFill>
                <a:latin typeface="Consolas" pitchFamily="34" charset="0"/>
                <a:ea typeface="Consolas" pitchFamily="34" charset="-122"/>
                <a:cs typeface="Consolas" pitchFamily="34" charset="-120"/>
              </a:rPr>
              <a:t>espeak</a:t>
            </a:r>
            <a:r>
              <a:rPr lang="en-US" sz="1400" noProof="0">
                <a:solidFill>
                  <a:srgbClr val="4C9AFF"/>
                </a:solidFill>
                <a:latin typeface="Consolas" pitchFamily="34" charset="0"/>
                <a:ea typeface="Consolas" pitchFamily="34" charset="-122"/>
                <a:cs typeface="Consolas" pitchFamily="34" charset="-120"/>
              </a:rPr>
              <a:t>-ng</a:t>
            </a:r>
            <a:r>
              <a:rPr lang="en-US" sz="1500" noProof="0">
                <a:solidFill>
                  <a:srgbClr val="F2F6FB"/>
                </a:solidFill>
                <a:latin typeface="Segoe UI" pitchFamily="34" charset="0"/>
                <a:ea typeface="Segoe UI" pitchFamily="34" charset="-122"/>
                <a:cs typeface="Segoe UI" pitchFamily="34" charset="-120"/>
              </a:rPr>
              <a:t>. The GUI will detect the missing one and inform you.</a:t>
            </a:r>
            <a:endParaRPr lang="en-US" sz="1500" noProof="0"/>
          </a:p>
        </p:txBody>
      </p:sp>
      <p:sp>
        <p:nvSpPr>
          <p:cNvPr id="29"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19</a:t>
            </a:fld>
            <a:endParaRPr lang="en-US" noProof="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31520" y="1828800"/>
            <a:ext cx="1263701" cy="310896"/>
          </a:xfrm>
          <a:prstGeom prst="roundRect">
            <a:avLst>
              <a:gd name="adj" fmla="val 147059"/>
            </a:avLst>
          </a:prstGeom>
          <a:solidFill>
            <a:srgbClr val="0F1826"/>
          </a:solidFill>
          <a:ln w="12700">
            <a:solidFill>
              <a:srgbClr val="4C9AFF"/>
            </a:solidFill>
            <a:prstDash val="solid"/>
          </a:ln>
        </p:spPr>
        <p:txBody>
          <a:bodyPr/>
          <a:lstStyle/>
          <a:p>
            <a:endParaRPr lang="en-US" noProof="0"/>
          </a:p>
        </p:txBody>
      </p:sp>
      <p:sp>
        <p:nvSpPr>
          <p:cNvPr id="3" name="Text 1"/>
          <p:cNvSpPr/>
          <p:nvPr/>
        </p:nvSpPr>
        <p:spPr>
          <a:xfrm>
            <a:off x="731520" y="1892808"/>
            <a:ext cx="1263701" cy="182880"/>
          </a:xfrm>
          <a:prstGeom prst="rect">
            <a:avLst/>
          </a:prstGeom>
          <a:noFill/>
          <a:ln/>
        </p:spPr>
        <p:txBody>
          <a:bodyPr wrap="square" lIns="0" tIns="0" rIns="0" bIns="0" rtlCol="0" anchor="t"/>
          <a:lstStyle/>
          <a:p>
            <a:pPr marL="0" indent="0" algn="ctr">
              <a:buNone/>
            </a:pPr>
            <a:r>
              <a:rPr lang="en-US" sz="1050" b="1" kern="0" spc="110" noProof="0">
                <a:solidFill>
                  <a:srgbClr val="4C9AFF"/>
                </a:solidFill>
                <a:latin typeface="Segoe UI" pitchFamily="34" charset="0"/>
                <a:ea typeface="Segoe UI" pitchFamily="34" charset="-122"/>
                <a:cs typeface="Segoe UI" pitchFamily="34" charset="-120"/>
              </a:rPr>
              <a:t>PART TWO</a:t>
            </a:r>
            <a:endParaRPr lang="en-US" sz="1050" noProof="0"/>
          </a:p>
        </p:txBody>
      </p:sp>
      <p:sp>
        <p:nvSpPr>
          <p:cNvPr id="4" name="Text 2"/>
          <p:cNvSpPr/>
          <p:nvPr/>
        </p:nvSpPr>
        <p:spPr>
          <a:xfrm>
            <a:off x="731520" y="2340864"/>
            <a:ext cx="7863840" cy="1371600"/>
          </a:xfrm>
          <a:prstGeom prst="rect">
            <a:avLst/>
          </a:prstGeom>
          <a:noFill/>
          <a:ln/>
        </p:spPr>
        <p:txBody>
          <a:bodyPr wrap="square" lIns="0" tIns="0" rIns="0" bIns="0" rtlCol="0" anchor="t"/>
          <a:lstStyle/>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Teaching the robot</a:t>
            </a:r>
            <a:endParaRPr lang="en-US" sz="4400" noProof="0"/>
          </a:p>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to gesture</a:t>
            </a:r>
            <a:endParaRPr lang="en-US" sz="4400" noProof="0"/>
          </a:p>
        </p:txBody>
      </p:sp>
      <p:sp>
        <p:nvSpPr>
          <p:cNvPr id="5" name="Text 3"/>
          <p:cNvSpPr/>
          <p:nvPr/>
        </p:nvSpPr>
        <p:spPr>
          <a:xfrm>
            <a:off x="731520" y="3840480"/>
            <a:ext cx="7863840" cy="402336"/>
          </a:xfrm>
          <a:prstGeom prst="rect">
            <a:avLst/>
          </a:prstGeom>
          <a:noFill/>
          <a:ln/>
        </p:spPr>
        <p:txBody>
          <a:bodyPr wrap="square" lIns="0" tIns="0" rIns="0" bIns="0" rtlCol="0" anchor="t"/>
          <a:lstStyle/>
          <a:p>
            <a:pPr marL="0" indent="0">
              <a:buNone/>
            </a:pPr>
            <a:r>
              <a:rPr lang="en-US" sz="2000" noProof="0">
                <a:solidFill>
                  <a:srgbClr val="4C9AFF"/>
                </a:solidFill>
                <a:latin typeface="Segoe UI"/>
                <a:ea typeface="Segoe UI" pitchFamily="34" charset="-122"/>
                <a:cs typeface="Segoe UI"/>
              </a:rPr>
              <a:t>Robin</a:t>
            </a:r>
            <a:endParaRPr lang="en-US" sz="2000" noProof="0">
              <a:solidFill>
                <a:srgbClr val="4C9AFF"/>
              </a:solidFill>
              <a:latin typeface="Segoe UI"/>
              <a:ea typeface="Calibri" panose="020F0502020204030204"/>
              <a:cs typeface="Segoe UI"/>
            </a:endParaRPr>
          </a:p>
        </p:txBody>
      </p:sp>
      <p:sp>
        <p:nvSpPr>
          <p:cNvPr id="6" name="Text 4"/>
          <p:cNvSpPr/>
          <p:nvPr/>
        </p:nvSpPr>
        <p:spPr>
          <a:xfrm>
            <a:off x="731520" y="4315968"/>
            <a:ext cx="7863840" cy="457200"/>
          </a:xfrm>
          <a:prstGeom prst="rect">
            <a:avLst/>
          </a:prstGeom>
          <a:noFill/>
          <a:ln/>
        </p:spPr>
        <p:txBody>
          <a:bodyPr wrap="square" lIns="0" tIns="0" rIns="0" bIns="0" rtlCol="0" anchor="t"/>
          <a:lstStyle/>
          <a:p>
            <a:pPr marL="0" indent="0">
              <a:lnSpc>
                <a:spcPct val="110000"/>
              </a:lnSpc>
              <a:buNone/>
            </a:pPr>
            <a:endParaRPr lang="en-US" sz="1450" noProof="0">
              <a:solidFill>
                <a:srgbClr val="8A97A9"/>
              </a:solidFill>
              <a:latin typeface="Segoe UI"/>
              <a:cs typeface="Segoe UI"/>
            </a:endParaRPr>
          </a:p>
        </p:txBody>
      </p:sp>
      <p:sp>
        <p:nvSpPr>
          <p:cNvPr id="7" name="Shape 5"/>
          <p:cNvSpPr/>
          <p:nvPr/>
        </p:nvSpPr>
        <p:spPr>
          <a:xfrm>
            <a:off x="8123426" y="2194560"/>
            <a:ext cx="3196121" cy="2651760"/>
          </a:xfrm>
          <a:prstGeom prst="roundRect">
            <a:avLst>
              <a:gd name="adj" fmla="val 2827"/>
            </a:avLst>
          </a:prstGeom>
          <a:solidFill>
            <a:srgbClr val="0B1320"/>
          </a:solidFill>
          <a:ln w="12700">
            <a:solidFill>
              <a:srgbClr val="4C9AFF"/>
            </a:solidFill>
            <a:prstDash val="dash"/>
          </a:ln>
        </p:spPr>
        <p:txBody>
          <a:bodyPr/>
          <a:lstStyle/>
          <a:p>
            <a:endParaRPr lang="en-US" noProof="0"/>
          </a:p>
        </p:txBody>
      </p:sp>
      <p:sp>
        <p:nvSpPr>
          <p:cNvPr id="9" name="Text 7"/>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a:t>
            </a:r>
            <a:endParaRPr lang="en-US" sz="1000" noProof="0"/>
          </a:p>
        </p:txBody>
      </p:sp>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20</a:t>
            </a:fld>
            <a:endParaRPr lang="en-US" noProof="0"/>
          </a:p>
        </p:txBody>
      </p:sp>
      <p:pic>
        <p:nvPicPr>
          <p:cNvPr id="8" name="Graphic 7">
            <a:extLst>
              <a:ext uri="{FF2B5EF4-FFF2-40B4-BE49-F238E27FC236}">
                <a16:creationId xmlns:a16="http://schemas.microsoft.com/office/drawing/2014/main" id="{61BBF747-A750-8479-E658-2630E2D2D1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0942" y="2426758"/>
            <a:ext cx="2686050" cy="21145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4" name="Text 2"/>
          <p:cNvSpPr/>
          <p:nvPr/>
        </p:nvSpPr>
        <p:spPr>
          <a:xfrm>
            <a:off x="731520" y="896112"/>
            <a:ext cx="10728655" cy="82296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Pipeline Overview</a:t>
            </a:r>
            <a:endParaRPr lang="en-US" noProof="0"/>
          </a:p>
        </p:txBody>
      </p:sp>
      <p:sp>
        <p:nvSpPr>
          <p:cNvPr id="6" name="Shape 4"/>
          <p:cNvSpPr/>
          <p:nvPr/>
        </p:nvSpPr>
        <p:spPr>
          <a:xfrm>
            <a:off x="731520" y="2286000"/>
            <a:ext cx="7772400" cy="3529584"/>
          </a:xfrm>
          <a:prstGeom prst="roundRect">
            <a:avLst>
              <a:gd name="adj" fmla="val 2073"/>
            </a:avLst>
          </a:prstGeom>
          <a:solidFill>
            <a:srgbClr val="0F1826"/>
          </a:solidFill>
          <a:ln w="19050">
            <a:solidFill>
              <a:srgbClr val="4C9AFF"/>
            </a:solidFill>
            <a:prstDash val="dash"/>
          </a:ln>
        </p:spPr>
        <p:txBody>
          <a:bodyPr/>
          <a:lstStyle/>
          <a:p>
            <a:endParaRPr lang="en-US" noProof="0"/>
          </a:p>
        </p:txBody>
      </p:sp>
      <p:sp>
        <p:nvSpPr>
          <p:cNvPr id="7" name="Shape 5"/>
          <p:cNvSpPr/>
          <p:nvPr/>
        </p:nvSpPr>
        <p:spPr>
          <a:xfrm>
            <a:off x="896112" y="2148840"/>
            <a:ext cx="3017520" cy="292608"/>
          </a:xfrm>
          <a:prstGeom prst="roundRect">
            <a:avLst>
              <a:gd name="adj" fmla="val 156250"/>
            </a:avLst>
          </a:prstGeom>
          <a:solidFill>
            <a:srgbClr val="0B1320"/>
          </a:solidFill>
          <a:ln w="12700">
            <a:solidFill>
              <a:srgbClr val="4C9AFF"/>
            </a:solidFill>
            <a:prstDash val="solid"/>
          </a:ln>
        </p:spPr>
        <p:txBody>
          <a:bodyPr/>
          <a:lstStyle/>
          <a:p>
            <a:endParaRPr lang="en-US" noProof="0"/>
          </a:p>
        </p:txBody>
      </p:sp>
      <p:sp>
        <p:nvSpPr>
          <p:cNvPr id="8" name="Text 6"/>
          <p:cNvSpPr/>
          <p:nvPr/>
        </p:nvSpPr>
        <p:spPr>
          <a:xfrm>
            <a:off x="896112" y="2212848"/>
            <a:ext cx="3017520" cy="182880"/>
          </a:xfrm>
          <a:prstGeom prst="rect">
            <a:avLst/>
          </a:prstGeom>
          <a:noFill/>
          <a:ln/>
        </p:spPr>
        <p:txBody>
          <a:bodyPr wrap="square" lIns="0" tIns="0" rIns="0" bIns="0" rtlCol="0" anchor="t"/>
          <a:lstStyle/>
          <a:p>
            <a:pPr algn="ctr"/>
            <a:r>
              <a:rPr lang="en-US" sz="1000" b="1" kern="0" spc="110" noProof="0">
                <a:solidFill>
                  <a:srgbClr val="4C9AFF"/>
                </a:solidFill>
                <a:latin typeface="Segoe UI"/>
                <a:cs typeface="Segoe UI"/>
              </a:rPr>
              <a:t>New Pipeline</a:t>
            </a:r>
            <a:endParaRPr lang="en-US" noProof="0"/>
          </a:p>
        </p:txBody>
      </p:sp>
      <p:sp>
        <p:nvSpPr>
          <p:cNvPr id="10" name="Shape 8"/>
          <p:cNvSpPr/>
          <p:nvPr/>
        </p:nvSpPr>
        <p:spPr>
          <a:xfrm>
            <a:off x="8732520" y="2286000"/>
            <a:ext cx="2724912" cy="3529584"/>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2" name="Shape 10"/>
          <p:cNvSpPr/>
          <p:nvPr/>
        </p:nvSpPr>
        <p:spPr>
          <a:xfrm>
            <a:off x="8961120" y="2807574"/>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3" name="Text 11"/>
          <p:cNvSpPr/>
          <p:nvPr/>
        </p:nvSpPr>
        <p:spPr>
          <a:xfrm>
            <a:off x="9171432" y="2724912"/>
            <a:ext cx="2084832" cy="890016"/>
          </a:xfrm>
          <a:prstGeom prst="rect">
            <a:avLst/>
          </a:prstGeom>
          <a:noFill/>
          <a:ln/>
        </p:spPr>
        <p:txBody>
          <a:bodyPr wrap="square" lIns="0" tIns="0" rIns="0" bIns="0" rtlCol="0" anchor="t"/>
          <a:lstStyle/>
          <a:p>
            <a:pPr>
              <a:lnSpc>
                <a:spcPct val="108000"/>
              </a:lnSpc>
            </a:pPr>
            <a:r>
              <a:rPr lang="en-US" sz="1200" noProof="0">
                <a:solidFill>
                  <a:srgbClr val="C7CDD4"/>
                </a:solidFill>
                <a:latin typeface="Segoe UI"/>
                <a:cs typeface="Segoe UI"/>
              </a:rPr>
              <a:t>ML gesture model for dynamic head movement</a:t>
            </a:r>
            <a:endParaRPr lang="en-US" sz="1200" noProof="0">
              <a:solidFill>
                <a:srgbClr val="C7CDD4"/>
              </a:solidFill>
              <a:latin typeface="Segoe UI" pitchFamily="34" charset="0"/>
              <a:cs typeface="Segoe UI" pitchFamily="34" charset="-120"/>
            </a:endParaRPr>
          </a:p>
        </p:txBody>
      </p:sp>
      <p:sp>
        <p:nvSpPr>
          <p:cNvPr id="14" name="Shape 12"/>
          <p:cNvSpPr/>
          <p:nvPr/>
        </p:nvSpPr>
        <p:spPr>
          <a:xfrm>
            <a:off x="8961120" y="3734166"/>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5" name="Text 13"/>
          <p:cNvSpPr/>
          <p:nvPr/>
        </p:nvSpPr>
        <p:spPr>
          <a:xfrm>
            <a:off x="9171432" y="3651504"/>
            <a:ext cx="2084832" cy="890016"/>
          </a:xfrm>
          <a:prstGeom prst="rect">
            <a:avLst/>
          </a:prstGeom>
          <a:noFill/>
          <a:ln/>
        </p:spPr>
        <p:txBody>
          <a:bodyPr wrap="square" lIns="0" tIns="0" rIns="0" bIns="0" rtlCol="0" anchor="t"/>
          <a:lstStyle/>
          <a:p>
            <a:pPr>
              <a:lnSpc>
                <a:spcPct val="108000"/>
              </a:lnSpc>
            </a:pPr>
            <a:r>
              <a:rPr lang="en-US" sz="1200" noProof="0">
                <a:solidFill>
                  <a:srgbClr val="C7CDD4"/>
                </a:solidFill>
                <a:latin typeface="Segoe UI"/>
                <a:cs typeface="Segoe UI"/>
              </a:rPr>
              <a:t>Scripted mouth for</a:t>
            </a:r>
            <a:r>
              <a:rPr lang="en-US" sz="1200">
                <a:solidFill>
                  <a:srgbClr val="C7CDD4"/>
                </a:solidFill>
                <a:latin typeface="Segoe UI"/>
                <a:cs typeface="Segoe UI"/>
              </a:rPr>
              <a:t> </a:t>
            </a:r>
            <a:r>
              <a:rPr lang="en-US" sz="1200" noProof="0">
                <a:solidFill>
                  <a:srgbClr val="C7CDD4"/>
                </a:solidFill>
                <a:latin typeface="Segoe UI"/>
                <a:cs typeface="Segoe UI"/>
              </a:rPr>
              <a:t>audio-based </a:t>
            </a:r>
            <a:r>
              <a:rPr lang="en-US" sz="1200">
                <a:solidFill>
                  <a:srgbClr val="C7CDD4"/>
                </a:solidFill>
                <a:latin typeface="Segoe UI"/>
                <a:cs typeface="Segoe UI"/>
              </a:rPr>
              <a:t>mouth movement</a:t>
            </a:r>
            <a:endParaRPr lang="en-US" noProof="0"/>
          </a:p>
        </p:txBody>
      </p:sp>
      <p:sp>
        <p:nvSpPr>
          <p:cNvPr id="16" name="Shape 14"/>
          <p:cNvSpPr/>
          <p:nvPr/>
        </p:nvSpPr>
        <p:spPr>
          <a:xfrm>
            <a:off x="8961120" y="4660758"/>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7" name="Text 15"/>
          <p:cNvSpPr/>
          <p:nvPr/>
        </p:nvSpPr>
        <p:spPr>
          <a:xfrm>
            <a:off x="9171432" y="4578096"/>
            <a:ext cx="2084832" cy="1085088"/>
          </a:xfrm>
          <a:prstGeom prst="rect">
            <a:avLst/>
          </a:prstGeom>
          <a:noFill/>
          <a:ln/>
        </p:spPr>
        <p:txBody>
          <a:bodyPr wrap="square" lIns="0" tIns="0" rIns="0" bIns="0" rtlCol="0" anchor="t"/>
          <a:lstStyle/>
          <a:p>
            <a:pPr>
              <a:lnSpc>
                <a:spcPct val="108000"/>
              </a:lnSpc>
            </a:pPr>
            <a:r>
              <a:rPr lang="en-US" sz="1200" noProof="0">
                <a:solidFill>
                  <a:srgbClr val="C7CDD4"/>
                </a:solidFill>
                <a:latin typeface="Segoe UI"/>
                <a:cs typeface="Segoe UI"/>
              </a:rPr>
              <a:t>Merged movement of ML Gesture, scripted mouth and Behavior modules</a:t>
            </a:r>
          </a:p>
        </p:txBody>
      </p:sp>
      <p:sp>
        <p:nvSpPr>
          <p:cNvPr id="19" name="Text 17"/>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6"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21</a:t>
            </a:fld>
            <a:endParaRPr lang="en-US" noProof="0"/>
          </a:p>
        </p:txBody>
      </p:sp>
      <p:pic>
        <p:nvPicPr>
          <p:cNvPr id="9" name="Graphic 8">
            <a:extLst>
              <a:ext uri="{FF2B5EF4-FFF2-40B4-BE49-F238E27FC236}">
                <a16:creationId xmlns:a16="http://schemas.microsoft.com/office/drawing/2014/main" id="{C168E0DC-FB97-7225-E06E-05264C130A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6787" y="3079751"/>
            <a:ext cx="7218891" cy="15155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7DED7-7E58-8ADA-8DB1-6F49A47730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2B23EF-BE6A-F1A8-1B9F-3A94757BFFBF}"/>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3" name="Text 1">
            <a:extLst>
              <a:ext uri="{FF2B5EF4-FFF2-40B4-BE49-F238E27FC236}">
                <a16:creationId xmlns:a16="http://schemas.microsoft.com/office/drawing/2014/main" id="{F24B92E2-1E3C-E9A9-05B4-BE1E3D34A79A}"/>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a:solidFill>
                  <a:srgbClr val="0070C0"/>
                </a:solidFill>
                <a:latin typeface="Segoe UI"/>
                <a:cs typeface="Segoe UI"/>
              </a:rPr>
              <a:t>Data</a:t>
            </a:r>
            <a:endParaRPr lang="de-DE"/>
          </a:p>
        </p:txBody>
      </p:sp>
      <p:sp>
        <p:nvSpPr>
          <p:cNvPr id="4" name="Text 2">
            <a:extLst>
              <a:ext uri="{FF2B5EF4-FFF2-40B4-BE49-F238E27FC236}">
                <a16:creationId xmlns:a16="http://schemas.microsoft.com/office/drawing/2014/main" id="{22400C38-961D-C229-F15C-87B13A630911}"/>
              </a:ext>
            </a:extLst>
          </p:cNvPr>
          <p:cNvSpPr/>
          <p:nvPr/>
        </p:nvSpPr>
        <p:spPr>
          <a:xfrm>
            <a:off x="731520" y="896112"/>
            <a:ext cx="10728655" cy="86868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BEAT2 Dataset</a:t>
            </a:r>
          </a:p>
        </p:txBody>
      </p:sp>
      <p:sp>
        <p:nvSpPr>
          <p:cNvPr id="5" name="Text 3">
            <a:extLst>
              <a:ext uri="{FF2B5EF4-FFF2-40B4-BE49-F238E27FC236}">
                <a16:creationId xmlns:a16="http://schemas.microsoft.com/office/drawing/2014/main" id="{085BD714-783F-2E58-20C8-EAFEF40F11E7}"/>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Speech engine</a:t>
            </a:r>
            <a:endParaRPr lang="en-US" sz="1000" noProof="0"/>
          </a:p>
        </p:txBody>
      </p:sp>
      <p:sp>
        <p:nvSpPr>
          <p:cNvPr id="12" name="Shape 10">
            <a:extLst>
              <a:ext uri="{FF2B5EF4-FFF2-40B4-BE49-F238E27FC236}">
                <a16:creationId xmlns:a16="http://schemas.microsoft.com/office/drawing/2014/main" id="{7C13BDA1-093E-DE9C-61B5-F943C5BBC0A8}"/>
              </a:ext>
            </a:extLst>
          </p:cNvPr>
          <p:cNvSpPr/>
          <p:nvPr/>
        </p:nvSpPr>
        <p:spPr>
          <a:xfrm>
            <a:off x="731520"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38E258FE-85E6-5402-22E0-DFA749E2D259}"/>
              </a:ext>
            </a:extLst>
          </p:cNvPr>
          <p:cNvSpPr/>
          <p:nvPr/>
        </p:nvSpPr>
        <p:spPr>
          <a:xfrm>
            <a:off x="859536"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F6FB"/>
                </a:solidFill>
                <a:latin typeface="Segoe UI Semibold"/>
                <a:cs typeface="Segoe UI Semibold"/>
              </a:rPr>
              <a:t>Speech  audio</a:t>
            </a:r>
            <a:endParaRPr lang="en-US" noProof="0"/>
          </a:p>
        </p:txBody>
      </p:sp>
      <p:sp>
        <p:nvSpPr>
          <p:cNvPr id="14" name="Text 12">
            <a:extLst>
              <a:ext uri="{FF2B5EF4-FFF2-40B4-BE49-F238E27FC236}">
                <a16:creationId xmlns:a16="http://schemas.microsoft.com/office/drawing/2014/main" id="{69D488EE-0BCE-3344-5BB1-48777B2D4333}"/>
              </a:ext>
            </a:extLst>
          </p:cNvPr>
          <p:cNvSpPr/>
          <p:nvPr/>
        </p:nvSpPr>
        <p:spPr>
          <a:xfrm>
            <a:off x="865828" y="2626590"/>
            <a:ext cx="1397421" cy="317778"/>
          </a:xfrm>
          <a:prstGeom prst="rect">
            <a:avLst/>
          </a:prstGeom>
          <a:noFill/>
          <a:ln/>
        </p:spPr>
        <p:txBody>
          <a:bodyPr wrap="square" lIns="0" tIns="0" rIns="0" bIns="0" rtlCol="0" anchor="t"/>
          <a:lstStyle/>
          <a:p>
            <a:pPr algn="ctr"/>
            <a:r>
              <a:rPr lang="en-US" sz="1050" noProof="0">
                <a:solidFill>
                  <a:srgbClr val="4C9AFF"/>
                </a:solidFill>
                <a:latin typeface="Consolas"/>
              </a:rPr>
              <a:t>.wav files, 16khz mono</a:t>
            </a:r>
            <a:endParaRPr lang="en-US" noProof="0"/>
          </a:p>
        </p:txBody>
      </p:sp>
      <p:sp>
        <p:nvSpPr>
          <p:cNvPr id="16" name="Shape 14">
            <a:extLst>
              <a:ext uri="{FF2B5EF4-FFF2-40B4-BE49-F238E27FC236}">
                <a16:creationId xmlns:a16="http://schemas.microsoft.com/office/drawing/2014/main" id="{A8D40C81-8454-2E6D-6112-0B9AA0F6CF66}"/>
              </a:ext>
            </a:extLst>
          </p:cNvPr>
          <p:cNvSpPr/>
          <p:nvPr/>
        </p:nvSpPr>
        <p:spPr>
          <a:xfrm>
            <a:off x="2543861"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17" name="Text 15">
            <a:extLst>
              <a:ext uri="{FF2B5EF4-FFF2-40B4-BE49-F238E27FC236}">
                <a16:creationId xmlns:a16="http://schemas.microsoft.com/office/drawing/2014/main" id="{A8BC3325-C0AE-3083-3F0B-FE1C2D8DCE77}"/>
              </a:ext>
            </a:extLst>
          </p:cNvPr>
          <p:cNvSpPr/>
          <p:nvPr/>
        </p:nvSpPr>
        <p:spPr>
          <a:xfrm>
            <a:off x="2671877"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F6FB"/>
                </a:solidFill>
                <a:latin typeface="Segoe UI Semibold"/>
                <a:cs typeface="Segoe UI Semibold"/>
              </a:rPr>
              <a:t>Body Pose</a:t>
            </a:r>
          </a:p>
        </p:txBody>
      </p:sp>
      <p:sp>
        <p:nvSpPr>
          <p:cNvPr id="18" name="Text 16">
            <a:extLst>
              <a:ext uri="{FF2B5EF4-FFF2-40B4-BE49-F238E27FC236}">
                <a16:creationId xmlns:a16="http://schemas.microsoft.com/office/drawing/2014/main" id="{6CFA25FF-165D-C809-975D-85D45A9526A8}"/>
              </a:ext>
            </a:extLst>
          </p:cNvPr>
          <p:cNvSpPr/>
          <p:nvPr/>
        </p:nvSpPr>
        <p:spPr>
          <a:xfrm>
            <a:off x="2653589" y="2624328"/>
            <a:ext cx="1446581" cy="219456"/>
          </a:xfrm>
          <a:prstGeom prst="rect">
            <a:avLst/>
          </a:prstGeom>
          <a:noFill/>
          <a:ln/>
        </p:spPr>
        <p:txBody>
          <a:bodyPr wrap="square" lIns="0" tIns="0" rIns="0" bIns="0" rtlCol="0" anchor="t"/>
          <a:lstStyle/>
          <a:p>
            <a:pPr algn="ctr"/>
            <a:r>
              <a:rPr lang="en-US" sz="1100" noProof="0">
                <a:solidFill>
                  <a:srgbClr val="4C9AFF"/>
                </a:solidFill>
                <a:latin typeface="Calibri"/>
                <a:ea typeface="Calibri"/>
                <a:cs typeface="Calibri"/>
              </a:rPr>
              <a:t>float32 axis-angle rotations (T, </a:t>
            </a:r>
            <a:r>
              <a:rPr lang="en-US" sz="1100">
                <a:solidFill>
                  <a:srgbClr val="4C9AFF"/>
                </a:solidFill>
                <a:latin typeface="Calibri"/>
                <a:ea typeface="Calibri"/>
                <a:cs typeface="Calibri"/>
              </a:rPr>
              <a:t>63</a:t>
            </a:r>
            <a:r>
              <a:rPr lang="en-US" sz="1100" noProof="0">
                <a:solidFill>
                  <a:srgbClr val="4C9AFF"/>
                </a:solidFill>
                <a:latin typeface="Calibri"/>
                <a:ea typeface="Calibri"/>
                <a:cs typeface="Calibri"/>
              </a:rPr>
              <a:t>)</a:t>
            </a:r>
          </a:p>
          <a:p>
            <a:pPr marL="0" indent="0" algn="ctr">
              <a:buNone/>
            </a:pPr>
            <a:endParaRPr lang="en-US" sz="1050" noProof="0">
              <a:solidFill>
                <a:srgbClr val="4C9AFF"/>
              </a:solidFill>
              <a:latin typeface="Consolas"/>
            </a:endParaRPr>
          </a:p>
        </p:txBody>
      </p:sp>
      <p:sp>
        <p:nvSpPr>
          <p:cNvPr id="20" name="Shape 18">
            <a:extLst>
              <a:ext uri="{FF2B5EF4-FFF2-40B4-BE49-F238E27FC236}">
                <a16:creationId xmlns:a16="http://schemas.microsoft.com/office/drawing/2014/main" id="{8E2A62D9-E427-906C-EBB6-C5C41A71CAE8}"/>
              </a:ext>
            </a:extLst>
          </p:cNvPr>
          <p:cNvSpPr/>
          <p:nvPr/>
        </p:nvSpPr>
        <p:spPr>
          <a:xfrm>
            <a:off x="4356202"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1" name="Text 19">
            <a:extLst>
              <a:ext uri="{FF2B5EF4-FFF2-40B4-BE49-F238E27FC236}">
                <a16:creationId xmlns:a16="http://schemas.microsoft.com/office/drawing/2014/main" id="{9E4A245E-E581-8057-CA50-048458336BDC}"/>
              </a:ext>
            </a:extLst>
          </p:cNvPr>
          <p:cNvSpPr/>
          <p:nvPr/>
        </p:nvSpPr>
        <p:spPr>
          <a:xfrm>
            <a:off x="4484218"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F6FB"/>
                </a:solidFill>
                <a:latin typeface="Segoe UI Semibold"/>
                <a:cs typeface="Segoe UI Semibold"/>
              </a:rPr>
              <a:t>Hand Pose</a:t>
            </a:r>
            <a:endParaRPr lang="en-US" noProof="0"/>
          </a:p>
        </p:txBody>
      </p:sp>
      <p:sp>
        <p:nvSpPr>
          <p:cNvPr id="22" name="Text 20">
            <a:extLst>
              <a:ext uri="{FF2B5EF4-FFF2-40B4-BE49-F238E27FC236}">
                <a16:creationId xmlns:a16="http://schemas.microsoft.com/office/drawing/2014/main" id="{A41E4C9E-EC21-F17B-E649-8BF6A8A46746}"/>
              </a:ext>
            </a:extLst>
          </p:cNvPr>
          <p:cNvSpPr/>
          <p:nvPr/>
        </p:nvSpPr>
        <p:spPr>
          <a:xfrm>
            <a:off x="4465930" y="2626955"/>
            <a:ext cx="1446581" cy="219456"/>
          </a:xfrm>
          <a:prstGeom prst="rect">
            <a:avLst/>
          </a:prstGeom>
          <a:noFill/>
          <a:ln/>
        </p:spPr>
        <p:txBody>
          <a:bodyPr wrap="square" lIns="0" tIns="0" rIns="0" bIns="0" rtlCol="0" anchor="t"/>
          <a:lstStyle/>
          <a:p>
            <a:pPr algn="ctr"/>
            <a:r>
              <a:rPr lang="en-US" sz="1050" noProof="0">
                <a:solidFill>
                  <a:srgbClr val="4C9AFF"/>
                </a:solidFill>
                <a:ea typeface="+mn-lt"/>
                <a:cs typeface="+mn-lt"/>
              </a:rPr>
              <a:t>float32 axis-angle rotations (T, 90)</a:t>
            </a:r>
            <a:endParaRPr lang="en-US" noProof="0"/>
          </a:p>
        </p:txBody>
      </p:sp>
      <p:sp>
        <p:nvSpPr>
          <p:cNvPr id="24" name="Shape 22">
            <a:extLst>
              <a:ext uri="{FF2B5EF4-FFF2-40B4-BE49-F238E27FC236}">
                <a16:creationId xmlns:a16="http://schemas.microsoft.com/office/drawing/2014/main" id="{29AF1B0F-C140-EA13-4023-9629DFB08989}"/>
              </a:ext>
            </a:extLst>
          </p:cNvPr>
          <p:cNvSpPr/>
          <p:nvPr/>
        </p:nvSpPr>
        <p:spPr>
          <a:xfrm>
            <a:off x="6168542"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5" name="Text 23">
            <a:extLst>
              <a:ext uri="{FF2B5EF4-FFF2-40B4-BE49-F238E27FC236}">
                <a16:creationId xmlns:a16="http://schemas.microsoft.com/office/drawing/2014/main" id="{D88B4233-2EDE-7247-D227-4D36E1A495F1}"/>
              </a:ext>
            </a:extLst>
          </p:cNvPr>
          <p:cNvSpPr/>
          <p:nvPr/>
        </p:nvSpPr>
        <p:spPr>
          <a:xfrm>
            <a:off x="6296558"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F6FB"/>
                </a:solidFill>
                <a:latin typeface="Segoe UI Semibold"/>
                <a:cs typeface="Segoe UI Semibold"/>
              </a:rPr>
              <a:t>Facial Expression</a:t>
            </a:r>
            <a:endParaRPr lang="en-US" noProof="0"/>
          </a:p>
        </p:txBody>
      </p:sp>
      <p:sp>
        <p:nvSpPr>
          <p:cNvPr id="26" name="Text 24">
            <a:extLst>
              <a:ext uri="{FF2B5EF4-FFF2-40B4-BE49-F238E27FC236}">
                <a16:creationId xmlns:a16="http://schemas.microsoft.com/office/drawing/2014/main" id="{DFAE0CC2-1877-3982-AF4D-0BEB51147F2E}"/>
              </a:ext>
            </a:extLst>
          </p:cNvPr>
          <p:cNvSpPr/>
          <p:nvPr/>
        </p:nvSpPr>
        <p:spPr>
          <a:xfrm>
            <a:off x="6278270" y="2613233"/>
            <a:ext cx="1446581" cy="219456"/>
          </a:xfrm>
          <a:prstGeom prst="rect">
            <a:avLst/>
          </a:prstGeom>
          <a:noFill/>
          <a:ln/>
        </p:spPr>
        <p:txBody>
          <a:bodyPr wrap="square" lIns="0" tIns="0" rIns="0" bIns="0" rtlCol="0" anchor="t"/>
          <a:lstStyle/>
          <a:p>
            <a:pPr algn="ctr"/>
            <a:r>
              <a:rPr lang="en-US" sz="1050" noProof="0">
                <a:solidFill>
                  <a:srgbClr val="4C9AFF"/>
                </a:solidFill>
                <a:latin typeface="Consolas"/>
              </a:rPr>
              <a:t>FLAME </a:t>
            </a:r>
            <a:r>
              <a:rPr lang="en-US" sz="1050" noProof="0" err="1">
                <a:solidFill>
                  <a:srgbClr val="4C9AFF"/>
                </a:solidFill>
                <a:latin typeface="Consolas"/>
              </a:rPr>
              <a:t>Blendshaps</a:t>
            </a:r>
            <a:r>
              <a:rPr lang="en-US" sz="1050" noProof="0">
                <a:solidFill>
                  <a:srgbClr val="4C9AFF"/>
                </a:solidFill>
                <a:latin typeface="Consolas"/>
              </a:rPr>
              <a:t> (T, 100)</a:t>
            </a:r>
            <a:endParaRPr lang="en-US" noProof="0"/>
          </a:p>
        </p:txBody>
      </p:sp>
      <p:sp>
        <p:nvSpPr>
          <p:cNvPr id="28" name="Shape 26">
            <a:extLst>
              <a:ext uri="{FF2B5EF4-FFF2-40B4-BE49-F238E27FC236}">
                <a16:creationId xmlns:a16="http://schemas.microsoft.com/office/drawing/2014/main" id="{FAE486D8-BA02-E2F1-9006-82046D1E571C}"/>
              </a:ext>
            </a:extLst>
          </p:cNvPr>
          <p:cNvSpPr/>
          <p:nvPr/>
        </p:nvSpPr>
        <p:spPr>
          <a:xfrm>
            <a:off x="7980883" y="2103120"/>
            <a:ext cx="1666037" cy="914400"/>
          </a:xfrm>
          <a:prstGeom prst="roundRect">
            <a:avLst>
              <a:gd name="adj" fmla="val 7000"/>
            </a:avLst>
          </a:prstGeom>
          <a:solidFill>
            <a:srgbClr val="131E2E"/>
          </a:solidFill>
          <a:ln w="12700">
            <a:solidFill>
              <a:srgbClr val="26344A"/>
            </a:solidFill>
            <a:prstDash val="solid"/>
          </a:ln>
        </p:spPr>
        <p:txBody>
          <a:bodyPr/>
          <a:lstStyle/>
          <a:p>
            <a:endParaRPr lang="en-US" noProof="0"/>
          </a:p>
        </p:txBody>
      </p:sp>
      <p:sp>
        <p:nvSpPr>
          <p:cNvPr id="29" name="Text 27">
            <a:extLst>
              <a:ext uri="{FF2B5EF4-FFF2-40B4-BE49-F238E27FC236}">
                <a16:creationId xmlns:a16="http://schemas.microsoft.com/office/drawing/2014/main" id="{DB17E507-7D9E-65CE-0F43-66755089FDDB}"/>
              </a:ext>
            </a:extLst>
          </p:cNvPr>
          <p:cNvSpPr/>
          <p:nvPr/>
        </p:nvSpPr>
        <p:spPr>
          <a:xfrm>
            <a:off x="8108899"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F6FB"/>
                </a:solidFill>
                <a:latin typeface="Segoe UI Semibold"/>
                <a:cs typeface="Segoe UI Semibold"/>
              </a:rPr>
              <a:t>Global Translation</a:t>
            </a:r>
            <a:endParaRPr lang="en-US" noProof="0"/>
          </a:p>
        </p:txBody>
      </p:sp>
      <p:sp>
        <p:nvSpPr>
          <p:cNvPr id="30" name="Text 28">
            <a:extLst>
              <a:ext uri="{FF2B5EF4-FFF2-40B4-BE49-F238E27FC236}">
                <a16:creationId xmlns:a16="http://schemas.microsoft.com/office/drawing/2014/main" id="{327AE118-B91E-29BE-E542-EBC93913247D}"/>
              </a:ext>
            </a:extLst>
          </p:cNvPr>
          <p:cNvSpPr/>
          <p:nvPr/>
        </p:nvSpPr>
        <p:spPr>
          <a:xfrm>
            <a:off x="8090611" y="2724912"/>
            <a:ext cx="1446581" cy="219456"/>
          </a:xfrm>
          <a:prstGeom prst="rect">
            <a:avLst/>
          </a:prstGeom>
          <a:noFill/>
          <a:ln/>
        </p:spPr>
        <p:txBody>
          <a:bodyPr wrap="square" lIns="0" tIns="0" rIns="0" bIns="0" rtlCol="0" anchor="t"/>
          <a:lstStyle/>
          <a:p>
            <a:pPr algn="ctr"/>
            <a:r>
              <a:rPr lang="en-US" sz="1050" noProof="0">
                <a:solidFill>
                  <a:srgbClr val="4C9AFF"/>
                </a:solidFill>
                <a:ea typeface="+mn-lt"/>
                <a:cs typeface="+mn-lt"/>
              </a:rPr>
              <a:t>float64 XYZ position (T, 3)</a:t>
            </a:r>
            <a:endParaRPr lang="en-US" sz="1050" noProof="0">
              <a:solidFill>
                <a:srgbClr val="4C9AFF"/>
              </a:solidFill>
              <a:ea typeface="Calibri"/>
              <a:cs typeface="Calibri"/>
            </a:endParaRPr>
          </a:p>
        </p:txBody>
      </p:sp>
      <p:sp>
        <p:nvSpPr>
          <p:cNvPr id="32" name="Shape 30">
            <a:extLst>
              <a:ext uri="{FF2B5EF4-FFF2-40B4-BE49-F238E27FC236}">
                <a16:creationId xmlns:a16="http://schemas.microsoft.com/office/drawing/2014/main" id="{8E7CFDC6-62D3-BAB6-8863-A1661B9C26D1}"/>
              </a:ext>
            </a:extLst>
          </p:cNvPr>
          <p:cNvSpPr/>
          <p:nvPr/>
        </p:nvSpPr>
        <p:spPr>
          <a:xfrm>
            <a:off x="9793224" y="2103120"/>
            <a:ext cx="1666037" cy="914400"/>
          </a:xfrm>
          <a:prstGeom prst="roundRect">
            <a:avLst>
              <a:gd name="adj" fmla="val 7000"/>
            </a:avLst>
          </a:prstGeom>
          <a:solidFill>
            <a:srgbClr val="131E2E"/>
          </a:solidFill>
          <a:ln w="12700">
            <a:solidFill>
              <a:srgbClr val="F2A93B"/>
            </a:solidFill>
            <a:prstDash val="solid"/>
          </a:ln>
        </p:spPr>
        <p:txBody>
          <a:bodyPr/>
          <a:lstStyle/>
          <a:p>
            <a:endParaRPr lang="en-US" noProof="0"/>
          </a:p>
        </p:txBody>
      </p:sp>
      <p:sp>
        <p:nvSpPr>
          <p:cNvPr id="33" name="Text 31">
            <a:extLst>
              <a:ext uri="{FF2B5EF4-FFF2-40B4-BE49-F238E27FC236}">
                <a16:creationId xmlns:a16="http://schemas.microsoft.com/office/drawing/2014/main" id="{C5BB4B47-89F4-44DE-CD87-64938A163373}"/>
              </a:ext>
            </a:extLst>
          </p:cNvPr>
          <p:cNvSpPr/>
          <p:nvPr/>
        </p:nvSpPr>
        <p:spPr>
          <a:xfrm>
            <a:off x="9921240" y="2249424"/>
            <a:ext cx="1410005" cy="457200"/>
          </a:xfrm>
          <a:prstGeom prst="rect">
            <a:avLst/>
          </a:prstGeom>
          <a:noFill/>
          <a:ln/>
        </p:spPr>
        <p:txBody>
          <a:bodyPr wrap="square" lIns="0" tIns="0" rIns="0" bIns="0" rtlCol="0" anchor="t"/>
          <a:lstStyle/>
          <a:p>
            <a:pPr algn="ctr">
              <a:lnSpc>
                <a:spcPct val="102000"/>
              </a:lnSpc>
            </a:pPr>
            <a:r>
              <a:rPr lang="en-US" sz="1300" noProof="0">
                <a:solidFill>
                  <a:srgbClr val="F2A93B"/>
                </a:solidFill>
                <a:latin typeface="Segoe UI Semibold"/>
                <a:cs typeface="Segoe UI Semibold"/>
              </a:rPr>
              <a:t>30 fps</a:t>
            </a:r>
            <a:endParaRPr lang="en-US" sz="1300" noProof="0">
              <a:latin typeface="Segoe UI Semibold"/>
              <a:cs typeface="Segoe UI Semibold"/>
            </a:endParaRPr>
          </a:p>
        </p:txBody>
      </p:sp>
      <p:sp>
        <p:nvSpPr>
          <p:cNvPr id="38" name="Shape 35">
            <a:extLst>
              <a:ext uri="{FF2B5EF4-FFF2-40B4-BE49-F238E27FC236}">
                <a16:creationId xmlns:a16="http://schemas.microsoft.com/office/drawing/2014/main" id="{BBC7F1CC-5C7F-8352-173B-9DFA0DE42F9F}"/>
              </a:ext>
            </a:extLst>
          </p:cNvPr>
          <p:cNvSpPr/>
          <p:nvPr/>
        </p:nvSpPr>
        <p:spPr>
          <a:xfrm>
            <a:off x="934212" y="3423970"/>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9" name="Text 36">
            <a:extLst>
              <a:ext uri="{FF2B5EF4-FFF2-40B4-BE49-F238E27FC236}">
                <a16:creationId xmlns:a16="http://schemas.microsoft.com/office/drawing/2014/main" id="{6D4EEE3E-8C54-2CAA-3692-4B22E595F313}"/>
              </a:ext>
            </a:extLst>
          </p:cNvPr>
          <p:cNvSpPr/>
          <p:nvPr/>
        </p:nvSpPr>
        <p:spPr>
          <a:xfrm>
            <a:off x="1217676" y="3330579"/>
            <a:ext cx="9127481" cy="792480"/>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Introduced in </a:t>
            </a:r>
            <a:r>
              <a:rPr lang="en-US" sz="1300" b="1" noProof="0">
                <a:solidFill>
                  <a:srgbClr val="F2A93B"/>
                </a:solidFill>
                <a:latin typeface="Segoe UI"/>
                <a:cs typeface="Segoe UI"/>
              </a:rPr>
              <a:t>EMAGE: Towards Unified Holistic Co-Speech Gesture Generation via Expressive Masked Audio Gesture Modeling </a:t>
            </a:r>
            <a:r>
              <a:rPr lang="en-US" sz="1400" noProof="0">
                <a:solidFill>
                  <a:srgbClr val="F2F6FB"/>
                </a:solidFill>
                <a:latin typeface="Segoe UI"/>
                <a:cs typeface="Segoe UI"/>
              </a:rPr>
              <a:t>building on the BEAT dataset</a:t>
            </a:r>
          </a:p>
        </p:txBody>
      </p:sp>
      <p:sp>
        <p:nvSpPr>
          <p:cNvPr id="40" name="Shape 37">
            <a:extLst>
              <a:ext uri="{FF2B5EF4-FFF2-40B4-BE49-F238E27FC236}">
                <a16:creationId xmlns:a16="http://schemas.microsoft.com/office/drawing/2014/main" id="{400E0E27-37BB-DF35-00EB-B7DD747942ED}"/>
              </a:ext>
            </a:extLst>
          </p:cNvPr>
          <p:cNvSpPr/>
          <p:nvPr/>
        </p:nvSpPr>
        <p:spPr>
          <a:xfrm>
            <a:off x="934212" y="4261730"/>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41" name="Text 38">
            <a:extLst>
              <a:ext uri="{FF2B5EF4-FFF2-40B4-BE49-F238E27FC236}">
                <a16:creationId xmlns:a16="http://schemas.microsoft.com/office/drawing/2014/main" id="{9D1B0F1C-8834-6609-946F-D2BDAA405534}"/>
              </a:ext>
            </a:extLst>
          </p:cNvPr>
          <p:cNvSpPr/>
          <p:nvPr/>
        </p:nvSpPr>
        <p:spPr>
          <a:xfrm>
            <a:off x="1217676" y="4168339"/>
            <a:ext cx="5477256" cy="337312"/>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Standard benchmark in co-speech gesture generation field</a:t>
            </a:r>
          </a:p>
        </p:txBody>
      </p:sp>
      <p:sp>
        <p:nvSpPr>
          <p:cNvPr id="46" name="Slide Number Placeholder 0">
            <a:extLst>
              <a:ext uri="{FF2B5EF4-FFF2-40B4-BE49-F238E27FC236}">
                <a16:creationId xmlns:a16="http://schemas.microsoft.com/office/drawing/2014/main" id="{4FAEC63B-A2CC-6BD0-A91D-B1ED3C27217D}"/>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22</a:t>
            </a:fld>
            <a:endParaRPr lang="en-US" noProof="0"/>
          </a:p>
        </p:txBody>
      </p:sp>
      <p:sp>
        <p:nvSpPr>
          <p:cNvPr id="47" name="Shape 35">
            <a:extLst>
              <a:ext uri="{FF2B5EF4-FFF2-40B4-BE49-F238E27FC236}">
                <a16:creationId xmlns:a16="http://schemas.microsoft.com/office/drawing/2014/main" id="{03803326-5204-7700-AAF5-FDB1EB223422}"/>
              </a:ext>
            </a:extLst>
          </p:cNvPr>
          <p:cNvSpPr/>
          <p:nvPr/>
        </p:nvSpPr>
        <p:spPr>
          <a:xfrm>
            <a:off x="934211" y="4960259"/>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48" name="Text 36">
            <a:extLst>
              <a:ext uri="{FF2B5EF4-FFF2-40B4-BE49-F238E27FC236}">
                <a16:creationId xmlns:a16="http://schemas.microsoft.com/office/drawing/2014/main" id="{A0B77F96-75A5-EDE3-FD4A-4779E672B012}"/>
              </a:ext>
            </a:extLst>
          </p:cNvPr>
          <p:cNvSpPr/>
          <p:nvPr/>
        </p:nvSpPr>
        <p:spPr>
          <a:xfrm>
            <a:off x="1217675" y="4866868"/>
            <a:ext cx="9127481" cy="792480"/>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Unified Body, Hand and Facial Expression</a:t>
            </a:r>
          </a:p>
        </p:txBody>
      </p:sp>
      <p:sp>
        <p:nvSpPr>
          <p:cNvPr id="49" name="Text 28">
            <a:extLst>
              <a:ext uri="{FF2B5EF4-FFF2-40B4-BE49-F238E27FC236}">
                <a16:creationId xmlns:a16="http://schemas.microsoft.com/office/drawing/2014/main" id="{AD53DD34-9ADD-C215-09A2-05E10C431953}"/>
              </a:ext>
            </a:extLst>
          </p:cNvPr>
          <p:cNvSpPr/>
          <p:nvPr/>
        </p:nvSpPr>
        <p:spPr>
          <a:xfrm>
            <a:off x="9903434" y="2706476"/>
            <a:ext cx="1446581" cy="219456"/>
          </a:xfrm>
          <a:prstGeom prst="rect">
            <a:avLst/>
          </a:prstGeom>
          <a:noFill/>
          <a:ln/>
        </p:spPr>
        <p:txBody>
          <a:bodyPr wrap="square" lIns="0" tIns="0" rIns="0" bIns="0" rtlCol="0" anchor="t"/>
          <a:lstStyle/>
          <a:p>
            <a:pPr algn="ctr"/>
            <a:r>
              <a:rPr lang="en-US" sz="1050" noProof="0">
                <a:solidFill>
                  <a:srgbClr val="4C9AFF"/>
                </a:solidFill>
                <a:ea typeface="Calibri"/>
                <a:cs typeface="Calibri"/>
              </a:rPr>
              <a:t>~ 60h</a:t>
            </a:r>
          </a:p>
        </p:txBody>
      </p:sp>
    </p:spTree>
    <p:extLst>
      <p:ext uri="{BB962C8B-B14F-4D97-AF65-F5344CB8AC3E}">
        <p14:creationId xmlns:p14="http://schemas.microsoft.com/office/powerpoint/2010/main" val="728778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BAB1C-D9F4-EE71-D0D0-73B8009E656B}"/>
            </a:ext>
          </a:extLst>
        </p:cNvPr>
        <p:cNvGrpSpPr/>
        <p:nvPr/>
      </p:nvGrpSpPr>
      <p:grpSpPr>
        <a:xfrm>
          <a:off x="0" y="0"/>
          <a:ext cx="0" cy="0"/>
          <a:chOff x="0" y="0"/>
          <a:chExt cx="0" cy="0"/>
        </a:xfrm>
      </p:grpSpPr>
      <p:sp>
        <p:nvSpPr>
          <p:cNvPr id="60" name="Shape 5">
            <a:extLst>
              <a:ext uri="{FF2B5EF4-FFF2-40B4-BE49-F238E27FC236}">
                <a16:creationId xmlns:a16="http://schemas.microsoft.com/office/drawing/2014/main" id="{855069AA-861D-7D55-471A-151826CAE69F}"/>
              </a:ext>
            </a:extLst>
          </p:cNvPr>
          <p:cNvSpPr/>
          <p:nvPr/>
        </p:nvSpPr>
        <p:spPr>
          <a:xfrm>
            <a:off x="4740133" y="1764399"/>
            <a:ext cx="5973734" cy="1564067"/>
          </a:xfrm>
          <a:prstGeom prst="roundRect">
            <a:avLst>
              <a:gd name="adj" fmla="val 2827"/>
            </a:avLst>
          </a:prstGeom>
          <a:solidFill>
            <a:srgbClr val="0B1320"/>
          </a:solidFill>
          <a:ln w="12700">
            <a:solidFill>
              <a:srgbClr val="4C9AFF"/>
            </a:solidFill>
            <a:prstDash val="dash"/>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p>
        </p:txBody>
      </p:sp>
      <p:sp>
        <p:nvSpPr>
          <p:cNvPr id="4" name="Text 2">
            <a:extLst>
              <a:ext uri="{FF2B5EF4-FFF2-40B4-BE49-F238E27FC236}">
                <a16:creationId xmlns:a16="http://schemas.microsoft.com/office/drawing/2014/main" id="{9D1627F4-5044-53D3-0D27-8D85A9295C7C}"/>
              </a:ext>
            </a:extLst>
          </p:cNvPr>
          <p:cNvSpPr/>
          <p:nvPr/>
        </p:nvSpPr>
        <p:spPr>
          <a:xfrm>
            <a:off x="731520" y="896112"/>
            <a:ext cx="10728655" cy="868680"/>
          </a:xfrm>
          <a:prstGeom prst="rect">
            <a:avLst/>
          </a:prstGeom>
          <a:noFill/>
          <a:ln/>
        </p:spPr>
        <p:txBody>
          <a:bodyPr wrap="square" lIns="0" tIns="0" rIns="0" bIns="0" rtlCol="0" anchor="t"/>
          <a:lstStyle/>
          <a:p>
            <a:r>
              <a:rPr lang="en-US" sz="4000" noProof="0">
                <a:solidFill>
                  <a:srgbClr val="F2F6FB"/>
                </a:solidFill>
                <a:latin typeface="Segoe UI Semibold"/>
                <a:cs typeface="Segoe UI Semibold"/>
              </a:rPr>
              <a:t>Conversion </a:t>
            </a:r>
            <a:r>
              <a:rPr lang="en-US" sz="4000">
                <a:solidFill>
                  <a:srgbClr val="F2F6FB"/>
                </a:solidFill>
                <a:latin typeface="Segoe UI Semibold"/>
                <a:cs typeface="Segoe UI Semibold"/>
              </a:rPr>
              <a:t>Before vs</a:t>
            </a:r>
            <a:r>
              <a:rPr lang="en-US" sz="4000" noProof="0">
                <a:solidFill>
                  <a:srgbClr val="F2F6FB"/>
                </a:solidFill>
                <a:latin typeface="Segoe UI Semibold"/>
                <a:cs typeface="Segoe UI Semibold"/>
              </a:rPr>
              <a:t>. </a:t>
            </a:r>
            <a:r>
              <a:rPr lang="en-US" sz="4000">
                <a:solidFill>
                  <a:srgbClr val="F2F6FB"/>
                </a:solidFill>
                <a:latin typeface="Segoe UI Semibold"/>
                <a:cs typeface="Segoe UI Semibold"/>
              </a:rPr>
              <a:t>After Training</a:t>
            </a:r>
            <a:endParaRPr lang="en-US" sz="4000" noProof="0">
              <a:solidFill>
                <a:srgbClr val="F2F6FB"/>
              </a:solidFill>
              <a:latin typeface="Segoe UI Semibold"/>
              <a:cs typeface="Segoe UI Semibold"/>
            </a:endParaRPr>
          </a:p>
        </p:txBody>
      </p:sp>
      <p:sp>
        <p:nvSpPr>
          <p:cNvPr id="5" name="Text 3">
            <a:extLst>
              <a:ext uri="{FF2B5EF4-FFF2-40B4-BE49-F238E27FC236}">
                <a16:creationId xmlns:a16="http://schemas.microsoft.com/office/drawing/2014/main" id="{76CF513B-5361-ADC6-2B1D-E25053E3976F}"/>
              </a:ext>
            </a:extLst>
          </p:cNvPr>
          <p:cNvSpPr/>
          <p:nvPr/>
        </p:nvSpPr>
        <p:spPr>
          <a:xfrm>
            <a:off x="731520" y="6126480"/>
            <a:ext cx="6400800" cy="256032"/>
          </a:xfrm>
          <a:prstGeom prst="rect">
            <a:avLst/>
          </a:prstGeom>
          <a:noFill/>
          <a:ln/>
        </p:spPr>
        <p:txBody>
          <a:bodyPr wrap="square" lIns="0" tIns="0" rIns="0" bIns="0" rtlCol="0" anchor="t"/>
          <a:lstStyle/>
          <a:p>
            <a:r>
              <a:rPr lang="en-US" sz="1000" noProof="0">
                <a:solidFill>
                  <a:srgbClr val="8A97A9"/>
                </a:solidFill>
                <a:latin typeface="Segoe UI"/>
                <a:cs typeface="Segoe UI"/>
              </a:rPr>
              <a:t>AI gesture model · Robin</a:t>
            </a:r>
          </a:p>
          <a:p>
            <a:pPr marL="0" indent="0">
              <a:buNone/>
            </a:pPr>
            <a:endParaRPr lang="en-US" sz="1000" noProof="0">
              <a:solidFill>
                <a:srgbClr val="8A97A9"/>
              </a:solidFill>
              <a:latin typeface="Segoe UI"/>
              <a:cs typeface="Segoe UI"/>
            </a:endParaRPr>
          </a:p>
        </p:txBody>
      </p:sp>
      <p:sp>
        <p:nvSpPr>
          <p:cNvPr id="36" name="Text 34">
            <a:extLst>
              <a:ext uri="{FF2B5EF4-FFF2-40B4-BE49-F238E27FC236}">
                <a16:creationId xmlns:a16="http://schemas.microsoft.com/office/drawing/2014/main" id="{453F773A-354B-65C8-784F-1191274E93CD}"/>
              </a:ext>
            </a:extLst>
          </p:cNvPr>
          <p:cNvSpPr/>
          <p:nvPr/>
        </p:nvSpPr>
        <p:spPr>
          <a:xfrm>
            <a:off x="688504" y="2146775"/>
            <a:ext cx="1691640" cy="365760"/>
          </a:xfrm>
          <a:prstGeom prst="rect">
            <a:avLst/>
          </a:prstGeom>
          <a:noFill/>
          <a:ln/>
        </p:spPr>
        <p:txBody>
          <a:bodyPr wrap="square" lIns="0" tIns="0" rIns="0" bIns="0" rtlCol="0" anchor="ctr"/>
          <a:lstStyle/>
          <a:p>
            <a:r>
              <a:rPr lang="en-US" sz="1400" noProof="0">
                <a:solidFill>
                  <a:srgbClr val="8A97A9"/>
                </a:solidFill>
                <a:latin typeface="Segoe UI"/>
                <a:cs typeface="Segoe UI"/>
              </a:rPr>
              <a:t>After Training</a:t>
            </a:r>
          </a:p>
        </p:txBody>
      </p:sp>
      <p:grpSp>
        <p:nvGrpSpPr>
          <p:cNvPr id="56" name="Group 55">
            <a:extLst>
              <a:ext uri="{FF2B5EF4-FFF2-40B4-BE49-F238E27FC236}">
                <a16:creationId xmlns:a16="http://schemas.microsoft.com/office/drawing/2014/main" id="{15EDBE88-64A7-DAC5-8A08-4AE48285A6C6}"/>
              </a:ext>
            </a:extLst>
          </p:cNvPr>
          <p:cNvGrpSpPr/>
          <p:nvPr/>
        </p:nvGrpSpPr>
        <p:grpSpPr>
          <a:xfrm>
            <a:off x="2022988" y="2061480"/>
            <a:ext cx="741697" cy="548640"/>
            <a:chOff x="2514600" y="3456432"/>
            <a:chExt cx="1755648" cy="548640"/>
          </a:xfrm>
        </p:grpSpPr>
        <p:sp>
          <p:nvSpPr>
            <p:cNvPr id="37" name="Shape 35">
              <a:extLst>
                <a:ext uri="{FF2B5EF4-FFF2-40B4-BE49-F238E27FC236}">
                  <a16:creationId xmlns:a16="http://schemas.microsoft.com/office/drawing/2014/main" id="{C1FA186F-05C7-CC10-BCEB-8D1048AA08E4}"/>
                </a:ext>
              </a:extLst>
            </p:cNvPr>
            <p:cNvSpPr/>
            <p:nvPr/>
          </p:nvSpPr>
          <p:spPr>
            <a:xfrm>
              <a:off x="2514600"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38" name="Text 36">
              <a:extLst>
                <a:ext uri="{FF2B5EF4-FFF2-40B4-BE49-F238E27FC236}">
                  <a16:creationId xmlns:a16="http://schemas.microsoft.com/office/drawing/2014/main" id="{C3E8865B-99A7-842F-5463-CE0EEE9449FB}"/>
                </a:ext>
              </a:extLst>
            </p:cNvPr>
            <p:cNvSpPr/>
            <p:nvPr/>
          </p:nvSpPr>
          <p:spPr>
            <a:xfrm>
              <a:off x="2514600"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a:cs typeface="Segoe UI Semibold"/>
                </a:rPr>
                <a:t>BEAT2</a:t>
              </a:r>
              <a:endParaRPr lang="en-US" noProof="0"/>
            </a:p>
          </p:txBody>
        </p:sp>
      </p:grpSp>
      <p:sp>
        <p:nvSpPr>
          <p:cNvPr id="39" name="Shape 37">
            <a:extLst>
              <a:ext uri="{FF2B5EF4-FFF2-40B4-BE49-F238E27FC236}">
                <a16:creationId xmlns:a16="http://schemas.microsoft.com/office/drawing/2014/main" id="{C7D8B29D-A0D7-B088-B9F1-5AA7A6E2690F}"/>
              </a:ext>
            </a:extLst>
          </p:cNvPr>
          <p:cNvSpPr/>
          <p:nvPr/>
        </p:nvSpPr>
        <p:spPr>
          <a:xfrm>
            <a:off x="2843982" y="2335800"/>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57" name="Group 56">
            <a:extLst>
              <a:ext uri="{FF2B5EF4-FFF2-40B4-BE49-F238E27FC236}">
                <a16:creationId xmlns:a16="http://schemas.microsoft.com/office/drawing/2014/main" id="{875ECBAC-369A-25A4-6660-CC913952ECA1}"/>
              </a:ext>
            </a:extLst>
          </p:cNvPr>
          <p:cNvGrpSpPr/>
          <p:nvPr/>
        </p:nvGrpSpPr>
        <p:grpSpPr>
          <a:xfrm>
            <a:off x="3228030" y="2061480"/>
            <a:ext cx="1300907" cy="548640"/>
            <a:chOff x="4727448" y="3456432"/>
            <a:chExt cx="1755648" cy="548640"/>
          </a:xfrm>
        </p:grpSpPr>
        <p:sp>
          <p:nvSpPr>
            <p:cNvPr id="40" name="Shape 38">
              <a:extLst>
                <a:ext uri="{FF2B5EF4-FFF2-40B4-BE49-F238E27FC236}">
                  <a16:creationId xmlns:a16="http://schemas.microsoft.com/office/drawing/2014/main" id="{863A78A6-A550-EC08-256C-CFA57AC0037C}"/>
                </a:ext>
              </a:extLst>
            </p:cNvPr>
            <p:cNvSpPr/>
            <p:nvPr/>
          </p:nvSpPr>
          <p:spPr>
            <a:xfrm>
              <a:off x="4727448"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1" name="Text 39">
              <a:extLst>
                <a:ext uri="{FF2B5EF4-FFF2-40B4-BE49-F238E27FC236}">
                  <a16:creationId xmlns:a16="http://schemas.microsoft.com/office/drawing/2014/main" id="{117A5651-A622-1D58-93DC-B7BDA78216EC}"/>
                </a:ext>
              </a:extLst>
            </p:cNvPr>
            <p:cNvSpPr/>
            <p:nvPr/>
          </p:nvSpPr>
          <p:spPr>
            <a:xfrm>
              <a:off x="4727448" y="3611880"/>
              <a:ext cx="1755648" cy="256032"/>
            </a:xfrm>
            <a:prstGeom prst="rect">
              <a:avLst/>
            </a:prstGeom>
            <a:noFill/>
            <a:ln/>
          </p:spPr>
          <p:txBody>
            <a:bodyPr wrap="square" lIns="0" tIns="0" rIns="0" bIns="0" rtlCol="0" anchor="t"/>
            <a:lstStyle/>
            <a:p>
              <a:pPr algn="ctr"/>
              <a:r>
                <a:rPr lang="en-US" sz="1500" noProof="0">
                  <a:solidFill>
                    <a:srgbClr val="F2A93B"/>
                  </a:solidFill>
                  <a:latin typeface="Segoe UI Semibold"/>
                  <a:cs typeface="Segoe UI Semibold"/>
                </a:rPr>
                <a:t>ML Training</a:t>
              </a:r>
              <a:endParaRPr lang="en-US" noProof="0"/>
            </a:p>
          </p:txBody>
        </p:sp>
      </p:grpSp>
      <p:sp>
        <p:nvSpPr>
          <p:cNvPr id="42" name="Shape 40">
            <a:extLst>
              <a:ext uri="{FF2B5EF4-FFF2-40B4-BE49-F238E27FC236}">
                <a16:creationId xmlns:a16="http://schemas.microsoft.com/office/drawing/2014/main" id="{F8811C14-1B8E-3418-0B75-5B60F6B4E796}"/>
              </a:ext>
            </a:extLst>
          </p:cNvPr>
          <p:cNvSpPr/>
          <p:nvPr/>
        </p:nvSpPr>
        <p:spPr>
          <a:xfrm>
            <a:off x="4577507" y="2335800"/>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58" name="Group 57">
            <a:extLst>
              <a:ext uri="{FF2B5EF4-FFF2-40B4-BE49-F238E27FC236}">
                <a16:creationId xmlns:a16="http://schemas.microsoft.com/office/drawing/2014/main" id="{466B3740-833E-DAB7-91B2-182B22078982}"/>
              </a:ext>
            </a:extLst>
          </p:cNvPr>
          <p:cNvGrpSpPr/>
          <p:nvPr/>
        </p:nvGrpSpPr>
        <p:grpSpPr>
          <a:xfrm>
            <a:off x="4943120" y="2061480"/>
            <a:ext cx="1067389" cy="548640"/>
            <a:chOff x="6940296" y="3456432"/>
            <a:chExt cx="1755648" cy="548640"/>
          </a:xfrm>
        </p:grpSpPr>
        <p:sp>
          <p:nvSpPr>
            <p:cNvPr id="43" name="Shape 41">
              <a:extLst>
                <a:ext uri="{FF2B5EF4-FFF2-40B4-BE49-F238E27FC236}">
                  <a16:creationId xmlns:a16="http://schemas.microsoft.com/office/drawing/2014/main" id="{CFA642DC-5F65-0F5C-6FC0-8CD1EB4822C2}"/>
                </a:ext>
              </a:extLst>
            </p:cNvPr>
            <p:cNvSpPr/>
            <p:nvPr/>
          </p:nvSpPr>
          <p:spPr>
            <a:xfrm>
              <a:off x="6940296"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4" name="Text 42">
              <a:extLst>
                <a:ext uri="{FF2B5EF4-FFF2-40B4-BE49-F238E27FC236}">
                  <a16:creationId xmlns:a16="http://schemas.microsoft.com/office/drawing/2014/main" id="{F055FBD8-CA94-B845-EEED-3C8653970C20}"/>
                </a:ext>
              </a:extLst>
            </p:cNvPr>
            <p:cNvSpPr/>
            <p:nvPr/>
          </p:nvSpPr>
          <p:spPr>
            <a:xfrm>
              <a:off x="6940296" y="3611880"/>
              <a:ext cx="1755648" cy="256032"/>
            </a:xfrm>
            <a:prstGeom prst="rect">
              <a:avLst/>
            </a:prstGeom>
            <a:noFill/>
            <a:ln/>
          </p:spPr>
          <p:txBody>
            <a:bodyPr wrap="square" lIns="0" tIns="0" rIns="0" bIns="0" rtlCol="0" anchor="t"/>
            <a:lstStyle/>
            <a:p>
              <a:pPr algn="ctr"/>
              <a:r>
                <a:rPr lang="en-US" sz="1500">
                  <a:solidFill>
                    <a:srgbClr val="F2A93B"/>
                  </a:solidFill>
                  <a:latin typeface="Segoe UI Semibold"/>
                  <a:cs typeface="Segoe UI Semibold"/>
                </a:rPr>
                <a:t>Inference</a:t>
              </a:r>
              <a:endParaRPr lang="en-US" noProof="0"/>
            </a:p>
          </p:txBody>
        </p:sp>
      </p:grpSp>
      <p:sp>
        <p:nvSpPr>
          <p:cNvPr id="45" name="Shape 43">
            <a:extLst>
              <a:ext uri="{FF2B5EF4-FFF2-40B4-BE49-F238E27FC236}">
                <a16:creationId xmlns:a16="http://schemas.microsoft.com/office/drawing/2014/main" id="{C1E1E442-D5AC-92DA-8CFD-DF17E5610D83}"/>
              </a:ext>
            </a:extLst>
          </p:cNvPr>
          <p:cNvSpPr/>
          <p:nvPr/>
        </p:nvSpPr>
        <p:spPr>
          <a:xfrm>
            <a:off x="6083661" y="2335800"/>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59" name="Group 58">
            <a:extLst>
              <a:ext uri="{FF2B5EF4-FFF2-40B4-BE49-F238E27FC236}">
                <a16:creationId xmlns:a16="http://schemas.microsoft.com/office/drawing/2014/main" id="{7B67E0FB-CE14-3C1E-3F3E-1AF9C05B6C93}"/>
              </a:ext>
            </a:extLst>
          </p:cNvPr>
          <p:cNvGrpSpPr/>
          <p:nvPr/>
        </p:nvGrpSpPr>
        <p:grpSpPr>
          <a:xfrm>
            <a:off x="6492290" y="2061480"/>
            <a:ext cx="1755648" cy="548640"/>
            <a:chOff x="9153144" y="3456432"/>
            <a:chExt cx="1755648" cy="548640"/>
          </a:xfrm>
        </p:grpSpPr>
        <p:sp>
          <p:nvSpPr>
            <p:cNvPr id="46" name="Shape 44">
              <a:extLst>
                <a:ext uri="{FF2B5EF4-FFF2-40B4-BE49-F238E27FC236}">
                  <a16:creationId xmlns:a16="http://schemas.microsoft.com/office/drawing/2014/main" id="{D636FDA6-B304-753C-D379-A0F95A683DC5}"/>
                </a:ext>
              </a:extLst>
            </p:cNvPr>
            <p:cNvSpPr/>
            <p:nvPr/>
          </p:nvSpPr>
          <p:spPr>
            <a:xfrm>
              <a:off x="9153144"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47" name="Text 45">
              <a:extLst>
                <a:ext uri="{FF2B5EF4-FFF2-40B4-BE49-F238E27FC236}">
                  <a16:creationId xmlns:a16="http://schemas.microsoft.com/office/drawing/2014/main" id="{D016E71A-1764-7607-9773-609EC15996A6}"/>
                </a:ext>
              </a:extLst>
            </p:cNvPr>
            <p:cNvSpPr/>
            <p:nvPr/>
          </p:nvSpPr>
          <p:spPr>
            <a:xfrm>
              <a:off x="9153144" y="3611880"/>
              <a:ext cx="1755648" cy="256032"/>
            </a:xfrm>
            <a:prstGeom prst="rect">
              <a:avLst/>
            </a:prstGeom>
            <a:noFill/>
            <a:ln/>
          </p:spPr>
          <p:txBody>
            <a:bodyPr wrap="square" lIns="0" tIns="0" rIns="0" bIns="0" rtlCol="0" anchor="t"/>
            <a:lstStyle/>
            <a:p>
              <a:pPr algn="ctr"/>
              <a:r>
                <a:rPr lang="en-US" sz="1500" noProof="0">
                  <a:solidFill>
                    <a:srgbClr val="F2A93B"/>
                  </a:solidFill>
                  <a:latin typeface="Segoe UI Semibold"/>
                  <a:cs typeface="Segoe UI Semibold"/>
                </a:rPr>
                <a:t>Convert to </a:t>
              </a:r>
              <a:r>
                <a:rPr lang="en-US" sz="1500" noProof="0" err="1">
                  <a:solidFill>
                    <a:srgbClr val="F2A93B"/>
                  </a:solidFill>
                  <a:latin typeface="Segoe UI Semibold"/>
                  <a:cs typeface="Segoe UI Semibold"/>
                </a:rPr>
                <a:t>Ohbot</a:t>
              </a:r>
              <a:endParaRPr lang="en-US" noProof="0"/>
            </a:p>
          </p:txBody>
        </p:sp>
      </p:grpSp>
      <p:sp>
        <p:nvSpPr>
          <p:cNvPr id="55" name="Slide Number Placeholder 0">
            <a:extLst>
              <a:ext uri="{FF2B5EF4-FFF2-40B4-BE49-F238E27FC236}">
                <a16:creationId xmlns:a16="http://schemas.microsoft.com/office/drawing/2014/main" id="{233023BB-955D-A909-C22F-4A789A3B1F58}"/>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23</a:t>
            </a:fld>
            <a:endParaRPr lang="en-US" noProof="0"/>
          </a:p>
        </p:txBody>
      </p:sp>
      <p:sp>
        <p:nvSpPr>
          <p:cNvPr id="61" name="Text 34">
            <a:extLst>
              <a:ext uri="{FF2B5EF4-FFF2-40B4-BE49-F238E27FC236}">
                <a16:creationId xmlns:a16="http://schemas.microsoft.com/office/drawing/2014/main" id="{F5139AC9-24A6-0B35-276C-B6C7A691C9ED}"/>
              </a:ext>
            </a:extLst>
          </p:cNvPr>
          <p:cNvSpPr/>
          <p:nvPr/>
        </p:nvSpPr>
        <p:spPr>
          <a:xfrm>
            <a:off x="5026989" y="2798162"/>
            <a:ext cx="1691640" cy="365760"/>
          </a:xfrm>
          <a:prstGeom prst="rect">
            <a:avLst/>
          </a:prstGeom>
          <a:noFill/>
          <a:ln/>
        </p:spPr>
        <p:txBody>
          <a:bodyPr wrap="square" lIns="0" tIns="0" rIns="0" bIns="0" rtlCol="0" anchor="ctr"/>
          <a:lstStyle/>
          <a:p>
            <a:r>
              <a:rPr lang="en-US" sz="1400">
                <a:solidFill>
                  <a:srgbClr val="8A97A9"/>
                </a:solidFill>
                <a:latin typeface="Segoe UI"/>
                <a:cs typeface="Segoe UI"/>
              </a:rPr>
              <a:t>Inference</a:t>
            </a:r>
            <a:endParaRPr lang="en-US" noProof="0"/>
          </a:p>
        </p:txBody>
      </p:sp>
      <p:grpSp>
        <p:nvGrpSpPr>
          <p:cNvPr id="65" name="Group 64">
            <a:extLst>
              <a:ext uri="{FF2B5EF4-FFF2-40B4-BE49-F238E27FC236}">
                <a16:creationId xmlns:a16="http://schemas.microsoft.com/office/drawing/2014/main" id="{59E771FA-5471-5A36-432C-FCDDE2FEC114}"/>
              </a:ext>
            </a:extLst>
          </p:cNvPr>
          <p:cNvGrpSpPr/>
          <p:nvPr/>
        </p:nvGrpSpPr>
        <p:grpSpPr>
          <a:xfrm>
            <a:off x="8753709" y="2055334"/>
            <a:ext cx="1755648" cy="548640"/>
            <a:chOff x="9153144" y="3456432"/>
            <a:chExt cx="1755648" cy="548640"/>
          </a:xfrm>
        </p:grpSpPr>
        <p:sp>
          <p:nvSpPr>
            <p:cNvPr id="66" name="Shape 44">
              <a:extLst>
                <a:ext uri="{FF2B5EF4-FFF2-40B4-BE49-F238E27FC236}">
                  <a16:creationId xmlns:a16="http://schemas.microsoft.com/office/drawing/2014/main" id="{475F4F83-9A5C-3B33-C53B-AD5B99357784}"/>
                </a:ext>
              </a:extLst>
            </p:cNvPr>
            <p:cNvSpPr/>
            <p:nvPr/>
          </p:nvSpPr>
          <p:spPr>
            <a:xfrm>
              <a:off x="9153144"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67" name="Text 45">
              <a:extLst>
                <a:ext uri="{FF2B5EF4-FFF2-40B4-BE49-F238E27FC236}">
                  <a16:creationId xmlns:a16="http://schemas.microsoft.com/office/drawing/2014/main" id="{AB62C2A6-FDA1-A5D0-B8E9-E6AFAF7D0C34}"/>
                </a:ext>
              </a:extLst>
            </p:cNvPr>
            <p:cNvSpPr/>
            <p:nvPr/>
          </p:nvSpPr>
          <p:spPr>
            <a:xfrm>
              <a:off x="9153144" y="3611880"/>
              <a:ext cx="1755648" cy="256032"/>
            </a:xfrm>
            <a:prstGeom prst="rect">
              <a:avLst/>
            </a:prstGeom>
            <a:noFill/>
            <a:ln/>
          </p:spPr>
          <p:txBody>
            <a:bodyPr wrap="square" lIns="0" tIns="0" rIns="0" bIns="0" rtlCol="0" anchor="t"/>
            <a:lstStyle/>
            <a:p>
              <a:pPr algn="ctr"/>
              <a:r>
                <a:rPr lang="en-US" sz="1500" noProof="0" err="1">
                  <a:solidFill>
                    <a:srgbClr val="F2A93B"/>
                  </a:solidFill>
                  <a:latin typeface="Segoe UI Semibold"/>
                  <a:cs typeface="Segoe UI Semibold"/>
                </a:rPr>
                <a:t>Ohbot</a:t>
              </a:r>
              <a:endParaRPr lang="en-US" sz="1500" noProof="0">
                <a:solidFill>
                  <a:srgbClr val="F2A93B"/>
                </a:solidFill>
                <a:latin typeface="Segoe UI Semibold"/>
                <a:cs typeface="Segoe UI Semibold"/>
              </a:endParaRPr>
            </a:p>
          </p:txBody>
        </p:sp>
      </p:grpSp>
      <p:sp>
        <p:nvSpPr>
          <p:cNvPr id="68" name="Shape 43">
            <a:extLst>
              <a:ext uri="{FF2B5EF4-FFF2-40B4-BE49-F238E27FC236}">
                <a16:creationId xmlns:a16="http://schemas.microsoft.com/office/drawing/2014/main" id="{1EA5C130-DE16-D0EE-C0C0-6141E42FF9C7}"/>
              </a:ext>
            </a:extLst>
          </p:cNvPr>
          <p:cNvSpPr/>
          <p:nvPr/>
        </p:nvSpPr>
        <p:spPr>
          <a:xfrm>
            <a:off x="8326644" y="2335800"/>
            <a:ext cx="329184" cy="0"/>
          </a:xfrm>
          <a:prstGeom prst="line">
            <a:avLst/>
          </a:prstGeom>
          <a:noFill/>
          <a:ln w="19050">
            <a:solidFill>
              <a:srgbClr val="C7CDD4"/>
            </a:solidFill>
            <a:prstDash val="solid"/>
            <a:headEnd type="none"/>
            <a:tailEnd type="triangle"/>
          </a:ln>
        </p:spPr>
        <p:txBody>
          <a:bodyPr/>
          <a:lstStyle/>
          <a:p>
            <a:endParaRPr lang="en-US" noProof="0"/>
          </a:p>
        </p:txBody>
      </p:sp>
      <p:sp>
        <p:nvSpPr>
          <p:cNvPr id="92" name="Shape 5">
            <a:extLst>
              <a:ext uri="{FF2B5EF4-FFF2-40B4-BE49-F238E27FC236}">
                <a16:creationId xmlns:a16="http://schemas.microsoft.com/office/drawing/2014/main" id="{F1D00573-FE67-FDE5-E961-5EEA043D9692}"/>
              </a:ext>
            </a:extLst>
          </p:cNvPr>
          <p:cNvSpPr/>
          <p:nvPr/>
        </p:nvSpPr>
        <p:spPr>
          <a:xfrm>
            <a:off x="6921663" y="3620237"/>
            <a:ext cx="3792203" cy="1564067"/>
          </a:xfrm>
          <a:prstGeom prst="roundRect">
            <a:avLst>
              <a:gd name="adj" fmla="val 2827"/>
            </a:avLst>
          </a:prstGeom>
          <a:solidFill>
            <a:srgbClr val="0B1320"/>
          </a:solidFill>
          <a:ln w="12700">
            <a:solidFill>
              <a:srgbClr val="4C9AFF"/>
            </a:solidFill>
            <a:prstDash val="dash"/>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p>
        </p:txBody>
      </p:sp>
      <p:sp>
        <p:nvSpPr>
          <p:cNvPr id="93" name="Text 34">
            <a:extLst>
              <a:ext uri="{FF2B5EF4-FFF2-40B4-BE49-F238E27FC236}">
                <a16:creationId xmlns:a16="http://schemas.microsoft.com/office/drawing/2014/main" id="{9B7002D6-688E-481B-9266-BB5824DF1CA1}"/>
              </a:ext>
            </a:extLst>
          </p:cNvPr>
          <p:cNvSpPr/>
          <p:nvPr/>
        </p:nvSpPr>
        <p:spPr>
          <a:xfrm>
            <a:off x="688503" y="4033339"/>
            <a:ext cx="1691640" cy="365760"/>
          </a:xfrm>
          <a:prstGeom prst="rect">
            <a:avLst/>
          </a:prstGeom>
          <a:noFill/>
          <a:ln/>
        </p:spPr>
        <p:txBody>
          <a:bodyPr wrap="square" lIns="0" tIns="0" rIns="0" bIns="0" rtlCol="0" anchor="ctr"/>
          <a:lstStyle/>
          <a:p>
            <a:r>
              <a:rPr lang="en-US" sz="1400" noProof="0">
                <a:solidFill>
                  <a:srgbClr val="8A97A9"/>
                </a:solidFill>
                <a:latin typeface="Segoe UI"/>
                <a:cs typeface="Segoe UI"/>
              </a:rPr>
              <a:t>Before Training</a:t>
            </a:r>
          </a:p>
        </p:txBody>
      </p:sp>
      <p:grpSp>
        <p:nvGrpSpPr>
          <p:cNvPr id="94" name="Group 93">
            <a:extLst>
              <a:ext uri="{FF2B5EF4-FFF2-40B4-BE49-F238E27FC236}">
                <a16:creationId xmlns:a16="http://schemas.microsoft.com/office/drawing/2014/main" id="{1FB6CCD0-3AD6-1CE5-5186-694556CCD5C8}"/>
              </a:ext>
            </a:extLst>
          </p:cNvPr>
          <p:cNvGrpSpPr/>
          <p:nvPr/>
        </p:nvGrpSpPr>
        <p:grpSpPr>
          <a:xfrm>
            <a:off x="2022987" y="3948044"/>
            <a:ext cx="741697" cy="548640"/>
            <a:chOff x="2514600" y="3456432"/>
            <a:chExt cx="1755648" cy="548640"/>
          </a:xfrm>
        </p:grpSpPr>
        <p:sp>
          <p:nvSpPr>
            <p:cNvPr id="95" name="Shape 35">
              <a:extLst>
                <a:ext uri="{FF2B5EF4-FFF2-40B4-BE49-F238E27FC236}">
                  <a16:creationId xmlns:a16="http://schemas.microsoft.com/office/drawing/2014/main" id="{BDA946D6-5C6A-7012-37AC-F75A8947261D}"/>
                </a:ext>
              </a:extLst>
            </p:cNvPr>
            <p:cNvSpPr/>
            <p:nvPr/>
          </p:nvSpPr>
          <p:spPr>
            <a:xfrm>
              <a:off x="2514600"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96" name="Text 36">
              <a:extLst>
                <a:ext uri="{FF2B5EF4-FFF2-40B4-BE49-F238E27FC236}">
                  <a16:creationId xmlns:a16="http://schemas.microsoft.com/office/drawing/2014/main" id="{3AE62928-7D85-20B2-9114-9FAE86E9077E}"/>
                </a:ext>
              </a:extLst>
            </p:cNvPr>
            <p:cNvSpPr/>
            <p:nvPr/>
          </p:nvSpPr>
          <p:spPr>
            <a:xfrm>
              <a:off x="2514600" y="3611880"/>
              <a:ext cx="1755648" cy="256032"/>
            </a:xfrm>
            <a:prstGeom prst="rect">
              <a:avLst/>
            </a:prstGeom>
            <a:noFill/>
            <a:ln/>
          </p:spPr>
          <p:txBody>
            <a:bodyPr wrap="square" lIns="0" tIns="0" rIns="0" bIns="0" rtlCol="0" anchor="t"/>
            <a:lstStyle/>
            <a:p>
              <a:pPr marL="0" indent="0" algn="ctr">
                <a:buNone/>
              </a:pPr>
              <a:r>
                <a:rPr lang="en-US" sz="1500" noProof="0">
                  <a:solidFill>
                    <a:srgbClr val="F2A93B"/>
                  </a:solidFill>
                  <a:latin typeface="Segoe UI Semibold"/>
                  <a:cs typeface="Segoe UI Semibold"/>
                </a:rPr>
                <a:t>BEAT2</a:t>
              </a:r>
              <a:endParaRPr lang="en-US" noProof="0"/>
            </a:p>
          </p:txBody>
        </p:sp>
      </p:grpSp>
      <p:sp>
        <p:nvSpPr>
          <p:cNvPr id="97" name="Shape 37">
            <a:extLst>
              <a:ext uri="{FF2B5EF4-FFF2-40B4-BE49-F238E27FC236}">
                <a16:creationId xmlns:a16="http://schemas.microsoft.com/office/drawing/2014/main" id="{12718C60-BACB-3790-1C09-2D9525A92EDE}"/>
              </a:ext>
            </a:extLst>
          </p:cNvPr>
          <p:cNvSpPr/>
          <p:nvPr/>
        </p:nvSpPr>
        <p:spPr>
          <a:xfrm>
            <a:off x="2843981" y="4222364"/>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98" name="Group 97">
            <a:extLst>
              <a:ext uri="{FF2B5EF4-FFF2-40B4-BE49-F238E27FC236}">
                <a16:creationId xmlns:a16="http://schemas.microsoft.com/office/drawing/2014/main" id="{4CE4ED72-303B-7173-84EF-F766210CD7AD}"/>
              </a:ext>
            </a:extLst>
          </p:cNvPr>
          <p:cNvGrpSpPr/>
          <p:nvPr/>
        </p:nvGrpSpPr>
        <p:grpSpPr>
          <a:xfrm>
            <a:off x="5412429" y="3948044"/>
            <a:ext cx="1300907" cy="548640"/>
            <a:chOff x="4727448" y="3456432"/>
            <a:chExt cx="1755648" cy="548640"/>
          </a:xfrm>
        </p:grpSpPr>
        <p:sp>
          <p:nvSpPr>
            <p:cNvPr id="99" name="Shape 38">
              <a:extLst>
                <a:ext uri="{FF2B5EF4-FFF2-40B4-BE49-F238E27FC236}">
                  <a16:creationId xmlns:a16="http://schemas.microsoft.com/office/drawing/2014/main" id="{647F82D6-82EE-4730-D4F5-80E79DF29F9E}"/>
                </a:ext>
              </a:extLst>
            </p:cNvPr>
            <p:cNvSpPr/>
            <p:nvPr/>
          </p:nvSpPr>
          <p:spPr>
            <a:xfrm>
              <a:off x="4727448"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100" name="Text 39">
              <a:extLst>
                <a:ext uri="{FF2B5EF4-FFF2-40B4-BE49-F238E27FC236}">
                  <a16:creationId xmlns:a16="http://schemas.microsoft.com/office/drawing/2014/main" id="{6742842E-EC3C-64B9-CF03-F1FB17A7BF45}"/>
                </a:ext>
              </a:extLst>
            </p:cNvPr>
            <p:cNvSpPr/>
            <p:nvPr/>
          </p:nvSpPr>
          <p:spPr>
            <a:xfrm>
              <a:off x="4727448" y="3611880"/>
              <a:ext cx="1755648" cy="256032"/>
            </a:xfrm>
            <a:prstGeom prst="rect">
              <a:avLst/>
            </a:prstGeom>
            <a:noFill/>
            <a:ln/>
          </p:spPr>
          <p:txBody>
            <a:bodyPr wrap="square" lIns="0" tIns="0" rIns="0" bIns="0" rtlCol="0" anchor="t"/>
            <a:lstStyle/>
            <a:p>
              <a:pPr algn="ctr"/>
              <a:r>
                <a:rPr lang="en-US" sz="1500" noProof="0">
                  <a:solidFill>
                    <a:srgbClr val="F2A93B"/>
                  </a:solidFill>
                  <a:latin typeface="Segoe UI Semibold"/>
                  <a:cs typeface="Segoe UI Semibold"/>
                </a:rPr>
                <a:t>ML Training</a:t>
              </a:r>
              <a:endParaRPr lang="en-US" noProof="0"/>
            </a:p>
          </p:txBody>
        </p:sp>
      </p:grpSp>
      <p:sp>
        <p:nvSpPr>
          <p:cNvPr id="101" name="Shape 40">
            <a:extLst>
              <a:ext uri="{FF2B5EF4-FFF2-40B4-BE49-F238E27FC236}">
                <a16:creationId xmlns:a16="http://schemas.microsoft.com/office/drawing/2014/main" id="{339BB63B-693D-0C5B-1AB4-34948F17ECDC}"/>
              </a:ext>
            </a:extLst>
          </p:cNvPr>
          <p:cNvSpPr/>
          <p:nvPr/>
        </p:nvSpPr>
        <p:spPr>
          <a:xfrm>
            <a:off x="5034706" y="4222364"/>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102" name="Group 101">
            <a:extLst>
              <a:ext uri="{FF2B5EF4-FFF2-40B4-BE49-F238E27FC236}">
                <a16:creationId xmlns:a16="http://schemas.microsoft.com/office/drawing/2014/main" id="{CE352E6D-40AD-7C9E-ECCB-B50CFC3E36D1}"/>
              </a:ext>
            </a:extLst>
          </p:cNvPr>
          <p:cNvGrpSpPr/>
          <p:nvPr/>
        </p:nvGrpSpPr>
        <p:grpSpPr>
          <a:xfrm>
            <a:off x="7179957" y="3948044"/>
            <a:ext cx="1067389" cy="548640"/>
            <a:chOff x="6940296" y="3456432"/>
            <a:chExt cx="1755648" cy="548640"/>
          </a:xfrm>
        </p:grpSpPr>
        <p:sp>
          <p:nvSpPr>
            <p:cNvPr id="103" name="Shape 41">
              <a:extLst>
                <a:ext uri="{FF2B5EF4-FFF2-40B4-BE49-F238E27FC236}">
                  <a16:creationId xmlns:a16="http://schemas.microsoft.com/office/drawing/2014/main" id="{F834BB52-B7EF-609E-39A5-D90C5FCACB37}"/>
                </a:ext>
              </a:extLst>
            </p:cNvPr>
            <p:cNvSpPr/>
            <p:nvPr/>
          </p:nvSpPr>
          <p:spPr>
            <a:xfrm>
              <a:off x="6940296"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104" name="Text 42">
              <a:extLst>
                <a:ext uri="{FF2B5EF4-FFF2-40B4-BE49-F238E27FC236}">
                  <a16:creationId xmlns:a16="http://schemas.microsoft.com/office/drawing/2014/main" id="{00955FE0-D470-A5D9-86DF-AF37A11019C3}"/>
                </a:ext>
              </a:extLst>
            </p:cNvPr>
            <p:cNvSpPr/>
            <p:nvPr/>
          </p:nvSpPr>
          <p:spPr>
            <a:xfrm>
              <a:off x="6940296" y="3611880"/>
              <a:ext cx="1755648" cy="256032"/>
            </a:xfrm>
            <a:prstGeom prst="rect">
              <a:avLst/>
            </a:prstGeom>
            <a:noFill/>
            <a:ln/>
          </p:spPr>
          <p:txBody>
            <a:bodyPr wrap="square" lIns="0" tIns="0" rIns="0" bIns="0" rtlCol="0" anchor="t"/>
            <a:lstStyle/>
            <a:p>
              <a:pPr algn="ctr"/>
              <a:r>
                <a:rPr lang="en-US" sz="1500">
                  <a:solidFill>
                    <a:srgbClr val="F2A93B"/>
                  </a:solidFill>
                  <a:latin typeface="Segoe UI Semibold"/>
                  <a:cs typeface="Segoe UI Semibold"/>
                </a:rPr>
                <a:t>Inference</a:t>
              </a:r>
              <a:endParaRPr lang="en-US" noProof="0"/>
            </a:p>
          </p:txBody>
        </p:sp>
      </p:grpSp>
      <p:sp>
        <p:nvSpPr>
          <p:cNvPr id="105" name="Shape 43">
            <a:extLst>
              <a:ext uri="{FF2B5EF4-FFF2-40B4-BE49-F238E27FC236}">
                <a16:creationId xmlns:a16="http://schemas.microsoft.com/office/drawing/2014/main" id="{C2217010-76ED-0DE6-1413-96F1D9283A58}"/>
              </a:ext>
            </a:extLst>
          </p:cNvPr>
          <p:cNvSpPr/>
          <p:nvPr/>
        </p:nvSpPr>
        <p:spPr>
          <a:xfrm>
            <a:off x="6784208" y="4222364"/>
            <a:ext cx="329184" cy="0"/>
          </a:xfrm>
          <a:prstGeom prst="line">
            <a:avLst/>
          </a:prstGeom>
          <a:noFill/>
          <a:ln w="19050">
            <a:solidFill>
              <a:srgbClr val="C7CDD4"/>
            </a:solidFill>
            <a:prstDash val="solid"/>
            <a:headEnd type="none"/>
            <a:tailEnd type="triangle"/>
          </a:ln>
        </p:spPr>
        <p:txBody>
          <a:bodyPr/>
          <a:lstStyle/>
          <a:p>
            <a:endParaRPr lang="en-US" noProof="0"/>
          </a:p>
        </p:txBody>
      </p:sp>
      <p:grpSp>
        <p:nvGrpSpPr>
          <p:cNvPr id="106" name="Group 105">
            <a:extLst>
              <a:ext uri="{FF2B5EF4-FFF2-40B4-BE49-F238E27FC236}">
                <a16:creationId xmlns:a16="http://schemas.microsoft.com/office/drawing/2014/main" id="{C295160A-DB7A-4205-07A7-931796B1F210}"/>
              </a:ext>
            </a:extLst>
          </p:cNvPr>
          <p:cNvGrpSpPr/>
          <p:nvPr/>
        </p:nvGrpSpPr>
        <p:grpSpPr>
          <a:xfrm>
            <a:off x="3226477" y="3948044"/>
            <a:ext cx="1755648" cy="548640"/>
            <a:chOff x="9153144" y="3456432"/>
            <a:chExt cx="1755648" cy="548640"/>
          </a:xfrm>
        </p:grpSpPr>
        <p:sp>
          <p:nvSpPr>
            <p:cNvPr id="107" name="Shape 44">
              <a:extLst>
                <a:ext uri="{FF2B5EF4-FFF2-40B4-BE49-F238E27FC236}">
                  <a16:creationId xmlns:a16="http://schemas.microsoft.com/office/drawing/2014/main" id="{04A60E78-0FBE-C108-699F-1764576A9BEF}"/>
                </a:ext>
              </a:extLst>
            </p:cNvPr>
            <p:cNvSpPr/>
            <p:nvPr/>
          </p:nvSpPr>
          <p:spPr>
            <a:xfrm>
              <a:off x="9153144"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108" name="Text 45">
              <a:extLst>
                <a:ext uri="{FF2B5EF4-FFF2-40B4-BE49-F238E27FC236}">
                  <a16:creationId xmlns:a16="http://schemas.microsoft.com/office/drawing/2014/main" id="{315378C6-3E41-B939-BEFC-800512830C7B}"/>
                </a:ext>
              </a:extLst>
            </p:cNvPr>
            <p:cNvSpPr/>
            <p:nvPr/>
          </p:nvSpPr>
          <p:spPr>
            <a:xfrm>
              <a:off x="9153144" y="3611880"/>
              <a:ext cx="1755648" cy="256032"/>
            </a:xfrm>
            <a:prstGeom prst="rect">
              <a:avLst/>
            </a:prstGeom>
            <a:noFill/>
            <a:ln/>
          </p:spPr>
          <p:txBody>
            <a:bodyPr wrap="square" lIns="0" tIns="0" rIns="0" bIns="0" rtlCol="0" anchor="t"/>
            <a:lstStyle/>
            <a:p>
              <a:pPr algn="ctr"/>
              <a:r>
                <a:rPr lang="en-US" sz="1500" noProof="0">
                  <a:solidFill>
                    <a:srgbClr val="F2A93B"/>
                  </a:solidFill>
                  <a:latin typeface="Segoe UI Semibold"/>
                  <a:cs typeface="Segoe UI Semibold"/>
                </a:rPr>
                <a:t>Convert to </a:t>
              </a:r>
              <a:r>
                <a:rPr lang="en-US" sz="1500" noProof="0" err="1">
                  <a:solidFill>
                    <a:srgbClr val="F2A93B"/>
                  </a:solidFill>
                  <a:latin typeface="Segoe UI Semibold"/>
                  <a:cs typeface="Segoe UI Semibold"/>
                </a:rPr>
                <a:t>Ohbot</a:t>
              </a:r>
              <a:endParaRPr lang="en-US" noProof="0"/>
            </a:p>
          </p:txBody>
        </p:sp>
      </p:grpSp>
      <p:sp>
        <p:nvSpPr>
          <p:cNvPr id="109" name="Text 34">
            <a:extLst>
              <a:ext uri="{FF2B5EF4-FFF2-40B4-BE49-F238E27FC236}">
                <a16:creationId xmlns:a16="http://schemas.microsoft.com/office/drawing/2014/main" id="{C0D0CE40-F0FD-5FF6-918C-44C3388457F9}"/>
              </a:ext>
            </a:extLst>
          </p:cNvPr>
          <p:cNvSpPr/>
          <p:nvPr/>
        </p:nvSpPr>
        <p:spPr>
          <a:xfrm>
            <a:off x="7177794" y="4684726"/>
            <a:ext cx="1691640" cy="365760"/>
          </a:xfrm>
          <a:prstGeom prst="rect">
            <a:avLst/>
          </a:prstGeom>
          <a:noFill/>
          <a:ln/>
        </p:spPr>
        <p:txBody>
          <a:bodyPr wrap="square" lIns="0" tIns="0" rIns="0" bIns="0" rtlCol="0" anchor="ctr"/>
          <a:lstStyle/>
          <a:p>
            <a:r>
              <a:rPr lang="en-US" sz="1400">
                <a:solidFill>
                  <a:srgbClr val="8A97A9"/>
                </a:solidFill>
                <a:latin typeface="Segoe UI"/>
                <a:cs typeface="Segoe UI"/>
              </a:rPr>
              <a:t>Inference</a:t>
            </a:r>
            <a:endParaRPr lang="en-US" noProof="0"/>
          </a:p>
        </p:txBody>
      </p:sp>
      <p:grpSp>
        <p:nvGrpSpPr>
          <p:cNvPr id="110" name="Group 109">
            <a:extLst>
              <a:ext uri="{FF2B5EF4-FFF2-40B4-BE49-F238E27FC236}">
                <a16:creationId xmlns:a16="http://schemas.microsoft.com/office/drawing/2014/main" id="{ACFD5547-C722-6BA1-35A0-56FE9452F0E9}"/>
              </a:ext>
            </a:extLst>
          </p:cNvPr>
          <p:cNvGrpSpPr/>
          <p:nvPr/>
        </p:nvGrpSpPr>
        <p:grpSpPr>
          <a:xfrm>
            <a:off x="8753708" y="3941898"/>
            <a:ext cx="1755648" cy="548640"/>
            <a:chOff x="9153144" y="3456432"/>
            <a:chExt cx="1755648" cy="548640"/>
          </a:xfrm>
        </p:grpSpPr>
        <p:sp>
          <p:nvSpPr>
            <p:cNvPr id="111" name="Shape 44">
              <a:extLst>
                <a:ext uri="{FF2B5EF4-FFF2-40B4-BE49-F238E27FC236}">
                  <a16:creationId xmlns:a16="http://schemas.microsoft.com/office/drawing/2014/main" id="{E8DA6334-53D6-F4AF-3ED2-6148BACF5A13}"/>
                </a:ext>
              </a:extLst>
            </p:cNvPr>
            <p:cNvSpPr/>
            <p:nvPr/>
          </p:nvSpPr>
          <p:spPr>
            <a:xfrm>
              <a:off x="9153144" y="3456432"/>
              <a:ext cx="1755648"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112" name="Text 45">
              <a:extLst>
                <a:ext uri="{FF2B5EF4-FFF2-40B4-BE49-F238E27FC236}">
                  <a16:creationId xmlns:a16="http://schemas.microsoft.com/office/drawing/2014/main" id="{3FEDE3B4-6A5B-25B2-1FB0-8C8FAD1717DE}"/>
                </a:ext>
              </a:extLst>
            </p:cNvPr>
            <p:cNvSpPr/>
            <p:nvPr/>
          </p:nvSpPr>
          <p:spPr>
            <a:xfrm>
              <a:off x="9153144" y="3611880"/>
              <a:ext cx="1755648" cy="256032"/>
            </a:xfrm>
            <a:prstGeom prst="rect">
              <a:avLst/>
            </a:prstGeom>
            <a:noFill/>
            <a:ln/>
          </p:spPr>
          <p:txBody>
            <a:bodyPr wrap="square" lIns="0" tIns="0" rIns="0" bIns="0" rtlCol="0" anchor="t"/>
            <a:lstStyle/>
            <a:p>
              <a:pPr algn="ctr"/>
              <a:r>
                <a:rPr lang="en-US" sz="1500" noProof="0" err="1">
                  <a:solidFill>
                    <a:srgbClr val="F2A93B"/>
                  </a:solidFill>
                  <a:latin typeface="Segoe UI Semibold"/>
                  <a:cs typeface="Segoe UI Semibold"/>
                </a:rPr>
                <a:t>Ohbot</a:t>
              </a:r>
              <a:endParaRPr lang="en-US" sz="1500" noProof="0">
                <a:solidFill>
                  <a:srgbClr val="F2A93B"/>
                </a:solidFill>
                <a:latin typeface="Segoe UI Semibold"/>
                <a:cs typeface="Segoe UI Semibold"/>
              </a:endParaRPr>
            </a:p>
          </p:txBody>
        </p:sp>
      </p:grpSp>
      <p:sp>
        <p:nvSpPr>
          <p:cNvPr id="113" name="Shape 43">
            <a:extLst>
              <a:ext uri="{FF2B5EF4-FFF2-40B4-BE49-F238E27FC236}">
                <a16:creationId xmlns:a16="http://schemas.microsoft.com/office/drawing/2014/main" id="{EAD3B74F-7E15-4036-DAD5-7DEE411C26D2}"/>
              </a:ext>
            </a:extLst>
          </p:cNvPr>
          <p:cNvSpPr/>
          <p:nvPr/>
        </p:nvSpPr>
        <p:spPr>
          <a:xfrm>
            <a:off x="8326643" y="4222364"/>
            <a:ext cx="329184" cy="0"/>
          </a:xfrm>
          <a:prstGeom prst="line">
            <a:avLst/>
          </a:prstGeom>
          <a:noFill/>
          <a:ln w="19050">
            <a:solidFill>
              <a:srgbClr val="C7CDD4"/>
            </a:solidFill>
            <a:prstDash val="solid"/>
            <a:headEnd type="none"/>
            <a:tailEnd type="triangle"/>
          </a:ln>
        </p:spPr>
        <p:txBody>
          <a:bodyPr/>
          <a:lstStyle/>
          <a:p>
            <a:endParaRPr lang="en-US" noProof="0"/>
          </a:p>
        </p:txBody>
      </p:sp>
      <p:sp>
        <p:nvSpPr>
          <p:cNvPr id="21" name="Shape 0">
            <a:extLst>
              <a:ext uri="{FF2B5EF4-FFF2-40B4-BE49-F238E27FC236}">
                <a16:creationId xmlns:a16="http://schemas.microsoft.com/office/drawing/2014/main" id="{62397D81-9451-1F61-3BDD-C06AF141A0F4}"/>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23" name="Text 1">
            <a:extLst>
              <a:ext uri="{FF2B5EF4-FFF2-40B4-BE49-F238E27FC236}">
                <a16:creationId xmlns:a16="http://schemas.microsoft.com/office/drawing/2014/main" id="{2343031C-0F96-8202-2CC7-67C7EA8D17A2}"/>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a:solidFill>
                  <a:srgbClr val="0070C0"/>
                </a:solidFill>
                <a:latin typeface="Segoe UI"/>
                <a:cs typeface="Segoe UI"/>
              </a:rPr>
              <a:t>Data</a:t>
            </a:r>
            <a:endParaRPr lang="de-DE"/>
          </a:p>
        </p:txBody>
      </p:sp>
    </p:spTree>
    <p:extLst>
      <p:ext uri="{BB962C8B-B14F-4D97-AF65-F5344CB8AC3E}">
        <p14:creationId xmlns:p14="http://schemas.microsoft.com/office/powerpoint/2010/main" val="3786739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4" name="Text 2"/>
          <p:cNvSpPr/>
          <p:nvPr/>
        </p:nvSpPr>
        <p:spPr>
          <a:xfrm>
            <a:off x="731520" y="896112"/>
            <a:ext cx="10728655" cy="82296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Converting BEAT2 to </a:t>
            </a:r>
            <a:r>
              <a:rPr lang="en-US" sz="3800" noProof="0" err="1">
                <a:solidFill>
                  <a:srgbClr val="F2F6FB"/>
                </a:solidFill>
                <a:latin typeface="Segoe UI Semibold"/>
                <a:cs typeface="Segoe UI Semibold"/>
              </a:rPr>
              <a:t>Ohbot</a:t>
            </a:r>
            <a:endParaRPr lang="en-US" noProof="0"/>
          </a:p>
        </p:txBody>
      </p:sp>
      <p:sp>
        <p:nvSpPr>
          <p:cNvPr id="5" name="Text 3"/>
          <p:cNvSpPr/>
          <p:nvPr/>
        </p:nvSpPr>
        <p:spPr>
          <a:xfrm>
            <a:off x="731520" y="1602090"/>
            <a:ext cx="10728655" cy="329184"/>
          </a:xfrm>
          <a:prstGeom prst="rect">
            <a:avLst/>
          </a:prstGeom>
          <a:noFill/>
          <a:ln/>
        </p:spPr>
        <p:txBody>
          <a:bodyPr wrap="square" lIns="0" tIns="0" rIns="0" bIns="0" rtlCol="0" anchor="t"/>
          <a:lstStyle/>
          <a:p>
            <a:pPr marL="0" indent="0">
              <a:buNone/>
            </a:pPr>
            <a:endParaRPr lang="en-US" sz="1450" i="1" noProof="0">
              <a:solidFill>
                <a:srgbClr val="8A97A9"/>
              </a:solidFill>
              <a:latin typeface="Segoe UI"/>
              <a:cs typeface="Segoe UI"/>
            </a:endParaRPr>
          </a:p>
        </p:txBody>
      </p:sp>
      <p:sp>
        <p:nvSpPr>
          <p:cNvPr id="6" name="Shape 4"/>
          <p:cNvSpPr/>
          <p:nvPr/>
        </p:nvSpPr>
        <p:spPr>
          <a:xfrm>
            <a:off x="731520" y="2286000"/>
            <a:ext cx="5915891" cy="1133856"/>
          </a:xfrm>
          <a:prstGeom prst="roundRect">
            <a:avLst>
              <a:gd name="adj" fmla="val 2073"/>
            </a:avLst>
          </a:prstGeom>
          <a:noFill/>
          <a:ln w="9525" cap="flat" cmpd="sng" algn="ctr">
            <a:solidFill>
              <a:srgbClr val="5AC58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19" name="Text 17"/>
          <p:cNvSpPr/>
          <p:nvPr/>
        </p:nvSpPr>
        <p:spPr>
          <a:xfrm>
            <a:off x="731520" y="6126480"/>
            <a:ext cx="6400800" cy="256032"/>
          </a:xfrm>
          <a:prstGeom prst="rect">
            <a:avLst/>
          </a:prstGeom>
          <a:noFill/>
          <a:ln/>
        </p:spPr>
        <p:txBody>
          <a:bodyPr wrap="square" lIns="0" tIns="0" rIns="0" bIns="0" rtlCol="0" anchor="t"/>
          <a:lstStyle/>
          <a:p>
            <a:r>
              <a:rPr lang="en-US" sz="1000" noProof="0">
                <a:solidFill>
                  <a:srgbClr val="8A97A9"/>
                </a:solidFill>
                <a:latin typeface="Segoe UI"/>
                <a:ea typeface="Segoe UI" pitchFamily="34" charset="-122"/>
                <a:cs typeface="Segoe UI"/>
              </a:rPr>
              <a:t>AI gesture model · Robin</a:t>
            </a:r>
          </a:p>
          <a:p>
            <a:pPr marL="0" indent="0">
              <a:buNone/>
            </a:pPr>
            <a:endParaRPr lang="en-US" sz="1000" noProof="0">
              <a:solidFill>
                <a:srgbClr val="8A97A9"/>
              </a:solidFill>
              <a:latin typeface="Segoe UI"/>
              <a:cs typeface="Segoe UI"/>
            </a:endParaRPr>
          </a:p>
        </p:txBody>
      </p:sp>
      <p:sp>
        <p:nvSpPr>
          <p:cNvPr id="26"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24</a:t>
            </a:fld>
            <a:endParaRPr lang="en-US" noProof="0"/>
          </a:p>
        </p:txBody>
      </p:sp>
      <p:sp>
        <p:nvSpPr>
          <p:cNvPr id="28" name="Shape 0">
            <a:extLst>
              <a:ext uri="{FF2B5EF4-FFF2-40B4-BE49-F238E27FC236}">
                <a16:creationId xmlns:a16="http://schemas.microsoft.com/office/drawing/2014/main" id="{72EB94EC-E4BB-EA34-82F2-09067D9C053C}"/>
              </a:ext>
            </a:extLst>
          </p:cNvPr>
          <p:cNvSpPr/>
          <p:nvPr/>
        </p:nvSpPr>
        <p:spPr>
          <a:xfrm>
            <a:off x="935736" y="2514966"/>
            <a:ext cx="2070202" cy="292608"/>
          </a:xfrm>
          <a:prstGeom prst="roundRect">
            <a:avLst>
              <a:gd name="adj" fmla="val 156250"/>
            </a:avLst>
          </a:prstGeom>
          <a:solidFill>
            <a:srgbClr val="0F1826"/>
          </a:solidFill>
          <a:ln w="12700">
            <a:solidFill>
              <a:srgbClr val="5FD08A"/>
            </a:solidFill>
            <a:prstDash val="solid"/>
          </a:ln>
        </p:spPr>
        <p:txBody>
          <a:bodyPr/>
          <a:lstStyle/>
          <a:p>
            <a:endParaRPr lang="en-US" noProof="0"/>
          </a:p>
        </p:txBody>
      </p:sp>
      <p:sp>
        <p:nvSpPr>
          <p:cNvPr id="30" name="Text 1">
            <a:extLst>
              <a:ext uri="{FF2B5EF4-FFF2-40B4-BE49-F238E27FC236}">
                <a16:creationId xmlns:a16="http://schemas.microsoft.com/office/drawing/2014/main" id="{6BD44CDC-7D55-B037-B539-5D8EB0F18AC9}"/>
              </a:ext>
            </a:extLst>
          </p:cNvPr>
          <p:cNvSpPr/>
          <p:nvPr/>
        </p:nvSpPr>
        <p:spPr>
          <a:xfrm>
            <a:off x="935736" y="2569830"/>
            <a:ext cx="2070202"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a:cs typeface="Segoe UI"/>
              </a:rPr>
              <a:t>BEAT2</a:t>
            </a:r>
            <a:endParaRPr lang="en-US" noProof="0"/>
          </a:p>
        </p:txBody>
      </p:sp>
      <p:sp>
        <p:nvSpPr>
          <p:cNvPr id="31" name="Textfeld 30">
            <a:extLst>
              <a:ext uri="{FF2B5EF4-FFF2-40B4-BE49-F238E27FC236}">
                <a16:creationId xmlns:a16="http://schemas.microsoft.com/office/drawing/2014/main" id="{19FFD66F-FAB4-6A14-9265-36CD97873142}"/>
              </a:ext>
            </a:extLst>
          </p:cNvPr>
          <p:cNvSpPr txBox="1"/>
          <p:nvPr/>
        </p:nvSpPr>
        <p:spPr>
          <a:xfrm>
            <a:off x="3292450" y="4368862"/>
            <a:ext cx="4786488" cy="369332"/>
          </a:xfrm>
          <a:prstGeom prst="rect">
            <a:avLst/>
          </a:prstGeom>
          <a:noFill/>
        </p:spPr>
        <p:txBody>
          <a:bodyPr wrap="square" lIns="91440" tIns="45720" rIns="91440" bIns="45720" rtlCol="0" anchor="t">
            <a:spAutoFit/>
          </a:bodyPr>
          <a:lstStyle/>
          <a:p>
            <a:r>
              <a:rPr lang="en-US" noProof="0">
                <a:solidFill>
                  <a:schemeClr val="bg1"/>
                </a:solidFill>
                <a:latin typeface="Segoe UI Semibold"/>
                <a:cs typeface="Segoe UI Semibold"/>
              </a:rPr>
              <a:t>Axis value curves</a:t>
            </a:r>
            <a:endParaRPr lang="en-US" noProof="0">
              <a:solidFill>
                <a:schemeClr val="bg1"/>
              </a:solidFill>
            </a:endParaRPr>
          </a:p>
        </p:txBody>
      </p:sp>
      <p:sp>
        <p:nvSpPr>
          <p:cNvPr id="51" name="Shape 4">
            <a:extLst>
              <a:ext uri="{FF2B5EF4-FFF2-40B4-BE49-F238E27FC236}">
                <a16:creationId xmlns:a16="http://schemas.microsoft.com/office/drawing/2014/main" id="{1B8A9E1F-1AE7-D5F7-6B9C-5AB7DC7CD2D9}"/>
              </a:ext>
            </a:extLst>
          </p:cNvPr>
          <p:cNvSpPr/>
          <p:nvPr/>
        </p:nvSpPr>
        <p:spPr>
          <a:xfrm>
            <a:off x="731520" y="4217652"/>
            <a:ext cx="5915891" cy="1133856"/>
          </a:xfrm>
          <a:prstGeom prst="roundRect">
            <a:avLst>
              <a:gd name="adj" fmla="val 2073"/>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53" name="Shape 0">
            <a:extLst>
              <a:ext uri="{FF2B5EF4-FFF2-40B4-BE49-F238E27FC236}">
                <a16:creationId xmlns:a16="http://schemas.microsoft.com/office/drawing/2014/main" id="{00ED9A63-4786-BAA5-1E8B-18BB9365FF0C}"/>
              </a:ext>
            </a:extLst>
          </p:cNvPr>
          <p:cNvSpPr/>
          <p:nvPr/>
        </p:nvSpPr>
        <p:spPr>
          <a:xfrm>
            <a:off x="935736" y="4451236"/>
            <a:ext cx="2070202" cy="292608"/>
          </a:xfrm>
          <a:prstGeom prst="roundRect">
            <a:avLst>
              <a:gd name="adj" fmla="val 156250"/>
            </a:avLst>
          </a:prstGeom>
          <a:solidFill>
            <a:srgbClr val="0F1826"/>
          </a:solidFill>
          <a:ln w="12700">
            <a:solidFill>
              <a:srgbClr val="0070C0"/>
            </a:solidFill>
            <a:prstDash val="solid"/>
          </a:ln>
        </p:spPr>
        <p:txBody>
          <a:bodyPr/>
          <a:lstStyle/>
          <a:p>
            <a:endParaRPr lang="en-US" noProof="0"/>
          </a:p>
        </p:txBody>
      </p:sp>
      <p:sp>
        <p:nvSpPr>
          <p:cNvPr id="55" name="Text 1">
            <a:extLst>
              <a:ext uri="{FF2B5EF4-FFF2-40B4-BE49-F238E27FC236}">
                <a16:creationId xmlns:a16="http://schemas.microsoft.com/office/drawing/2014/main" id="{7EA02FC9-342C-B616-0F79-E28F159A5009}"/>
              </a:ext>
            </a:extLst>
          </p:cNvPr>
          <p:cNvSpPr/>
          <p:nvPr/>
        </p:nvSpPr>
        <p:spPr>
          <a:xfrm>
            <a:off x="935736" y="4506100"/>
            <a:ext cx="2070202" cy="182880"/>
          </a:xfrm>
          <a:prstGeom prst="rect">
            <a:avLst/>
          </a:prstGeom>
          <a:noFill/>
          <a:ln/>
        </p:spPr>
        <p:txBody>
          <a:bodyPr wrap="square" lIns="0" tIns="0" rIns="0" bIns="0" rtlCol="0" anchor="t"/>
          <a:lstStyle/>
          <a:p>
            <a:pPr marL="0" indent="0" algn="ctr">
              <a:buNone/>
            </a:pPr>
            <a:r>
              <a:rPr lang="en-US" sz="1050" b="1" kern="0" spc="110" noProof="0" err="1">
                <a:solidFill>
                  <a:srgbClr val="0070C0"/>
                </a:solidFill>
                <a:latin typeface="Segoe UI"/>
                <a:cs typeface="Segoe UI"/>
              </a:rPr>
              <a:t>Ohbot</a:t>
            </a:r>
            <a:endParaRPr lang="en-US" noProof="0"/>
          </a:p>
        </p:txBody>
      </p:sp>
      <p:sp>
        <p:nvSpPr>
          <p:cNvPr id="57" name="Textfeld 56">
            <a:extLst>
              <a:ext uri="{FF2B5EF4-FFF2-40B4-BE49-F238E27FC236}">
                <a16:creationId xmlns:a16="http://schemas.microsoft.com/office/drawing/2014/main" id="{AD4C937C-4444-AE09-4C6F-B58A2D5AD980}"/>
              </a:ext>
            </a:extLst>
          </p:cNvPr>
          <p:cNvSpPr txBox="1"/>
          <p:nvPr/>
        </p:nvSpPr>
        <p:spPr>
          <a:xfrm>
            <a:off x="3294088" y="2478263"/>
            <a:ext cx="4786488" cy="369332"/>
          </a:xfrm>
          <a:prstGeom prst="rect">
            <a:avLst/>
          </a:prstGeom>
          <a:noFill/>
        </p:spPr>
        <p:txBody>
          <a:bodyPr wrap="square" lIns="91440" tIns="45720" rIns="91440" bIns="45720" rtlCol="0" anchor="t">
            <a:spAutoFit/>
          </a:bodyPr>
          <a:lstStyle/>
          <a:p>
            <a:r>
              <a:rPr lang="en-US" noProof="0">
                <a:solidFill>
                  <a:schemeClr val="bg1"/>
                </a:solidFill>
                <a:latin typeface="Segoe UI Semibold"/>
                <a:cs typeface="Segoe UI Semibold"/>
              </a:rPr>
              <a:t>Head &amp; body motion capture</a:t>
            </a:r>
            <a:endParaRPr lang="en-US" noProof="0">
              <a:solidFill>
                <a:schemeClr val="bg1"/>
              </a:solidFill>
            </a:endParaRPr>
          </a:p>
        </p:txBody>
      </p:sp>
      <p:cxnSp>
        <p:nvCxnSpPr>
          <p:cNvPr id="59" name="Gerade Verbindung mit Pfeil 58">
            <a:extLst>
              <a:ext uri="{FF2B5EF4-FFF2-40B4-BE49-F238E27FC236}">
                <a16:creationId xmlns:a16="http://schemas.microsoft.com/office/drawing/2014/main" id="{F0F36A61-1A68-3CA0-C107-6EBEAF8C8F2F}"/>
              </a:ext>
            </a:extLst>
          </p:cNvPr>
          <p:cNvCxnSpPr>
            <a:cxnSpLocks/>
          </p:cNvCxnSpPr>
          <p:nvPr/>
        </p:nvCxnSpPr>
        <p:spPr>
          <a:xfrm>
            <a:off x="2009422" y="3419856"/>
            <a:ext cx="0" cy="80241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1" name="Textfeld 60">
            <a:extLst>
              <a:ext uri="{FF2B5EF4-FFF2-40B4-BE49-F238E27FC236}">
                <a16:creationId xmlns:a16="http://schemas.microsoft.com/office/drawing/2014/main" id="{CB4E24DD-DD3A-0C19-69F0-1D7D6247BC81}"/>
              </a:ext>
            </a:extLst>
          </p:cNvPr>
          <p:cNvSpPr txBox="1"/>
          <p:nvPr/>
        </p:nvSpPr>
        <p:spPr>
          <a:xfrm>
            <a:off x="2009422" y="3648822"/>
            <a:ext cx="1485407" cy="276999"/>
          </a:xfrm>
          <a:prstGeom prst="rect">
            <a:avLst/>
          </a:prstGeom>
          <a:noFill/>
        </p:spPr>
        <p:txBody>
          <a:bodyPr wrap="none" lIns="91440" tIns="45720" rIns="91440" bIns="45720" rtlCol="0" anchor="t">
            <a:spAutoFit/>
          </a:bodyPr>
          <a:lstStyle/>
          <a:p>
            <a:r>
              <a:rPr lang="en-US" sz="1200" noProof="0">
                <a:solidFill>
                  <a:schemeClr val="bg1"/>
                </a:solidFill>
                <a:latin typeface="Segoe UI Semibold"/>
                <a:cs typeface="Segoe UI Semibold"/>
              </a:rPr>
              <a:t>Beat2_to_ohbot.py</a:t>
            </a:r>
            <a:endParaRPr lang="en-US" noProof="0">
              <a:solidFill>
                <a:schemeClr val="bg1"/>
              </a:solidFill>
            </a:endParaRPr>
          </a:p>
        </p:txBody>
      </p:sp>
      <p:sp>
        <p:nvSpPr>
          <p:cNvPr id="13" name="Textfeld 56">
            <a:extLst>
              <a:ext uri="{FF2B5EF4-FFF2-40B4-BE49-F238E27FC236}">
                <a16:creationId xmlns:a16="http://schemas.microsoft.com/office/drawing/2014/main" id="{F1F52521-9E5F-1DDC-E723-54CA57CF5E74}"/>
              </a:ext>
            </a:extLst>
          </p:cNvPr>
          <p:cNvSpPr txBox="1"/>
          <p:nvPr/>
        </p:nvSpPr>
        <p:spPr>
          <a:xfrm>
            <a:off x="934346" y="2926859"/>
            <a:ext cx="4786488" cy="369332"/>
          </a:xfrm>
          <a:prstGeom prst="rect">
            <a:avLst/>
          </a:prstGeom>
          <a:noFill/>
        </p:spPr>
        <p:txBody>
          <a:bodyPr wrap="square" lIns="91440" tIns="45720" rIns="91440" bIns="45720" rtlCol="0" anchor="t">
            <a:spAutoFit/>
          </a:bodyPr>
          <a:lstStyle/>
          <a:p>
            <a:r>
              <a:rPr lang="en-US" noProof="0">
                <a:solidFill>
                  <a:schemeClr val="bg1"/>
                </a:solidFill>
                <a:latin typeface="Segoe UI Semibold"/>
                <a:cs typeface="Segoe UI Semibold"/>
              </a:rPr>
              <a:t>(T x 55 x 3) + (T, 100)</a:t>
            </a: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14" name="Textfeld 30">
            <a:extLst>
              <a:ext uri="{FF2B5EF4-FFF2-40B4-BE49-F238E27FC236}">
                <a16:creationId xmlns:a16="http://schemas.microsoft.com/office/drawing/2014/main" id="{277ECF88-7E67-F215-87FD-C5AC5BBF4541}"/>
              </a:ext>
            </a:extLst>
          </p:cNvPr>
          <p:cNvSpPr txBox="1"/>
          <p:nvPr/>
        </p:nvSpPr>
        <p:spPr>
          <a:xfrm>
            <a:off x="932707" y="4872764"/>
            <a:ext cx="4786488" cy="369332"/>
          </a:xfrm>
          <a:prstGeom prst="rect">
            <a:avLst/>
          </a:prstGeom>
          <a:noFill/>
        </p:spPr>
        <p:txBody>
          <a:bodyPr wrap="square" lIns="91440" tIns="45720" rIns="91440" bIns="45720" rtlCol="0" anchor="t">
            <a:spAutoFit/>
          </a:bodyPr>
          <a:lstStyle/>
          <a:p>
            <a:r>
              <a:rPr lang="en-US" noProof="0">
                <a:solidFill>
                  <a:schemeClr val="bg1"/>
                </a:solidFill>
                <a:latin typeface="Segoe UI Semibold"/>
                <a:cs typeface="Segoe UI Semibold"/>
              </a:rPr>
              <a:t>T x 8 x 1</a:t>
            </a: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3" name="Shape 0">
            <a:extLst>
              <a:ext uri="{FF2B5EF4-FFF2-40B4-BE49-F238E27FC236}">
                <a16:creationId xmlns:a16="http://schemas.microsoft.com/office/drawing/2014/main" id="{AE07A669-AFA8-45A8-4815-AD58BD001617}"/>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8" name="Text 1">
            <a:extLst>
              <a:ext uri="{FF2B5EF4-FFF2-40B4-BE49-F238E27FC236}">
                <a16:creationId xmlns:a16="http://schemas.microsoft.com/office/drawing/2014/main" id="{81D2AC84-51D2-D1EA-5D80-69924A41AD09}"/>
              </a:ext>
            </a:extLst>
          </p:cNvPr>
          <p:cNvSpPr/>
          <p:nvPr/>
        </p:nvSpPr>
        <p:spPr>
          <a:xfrm>
            <a:off x="731520" y="502920"/>
            <a:ext cx="1062076" cy="182880"/>
          </a:xfrm>
          <a:prstGeom prst="rect">
            <a:avLst/>
          </a:prstGeom>
          <a:noFill/>
          <a:ln/>
        </p:spPr>
        <p:txBody>
          <a:bodyPr wrap="square" lIns="0" tIns="0" rIns="0" bIns="0" rtlCol="0" anchor="t"/>
          <a:lstStyle/>
          <a:p>
            <a:pPr algn="ctr"/>
            <a:r>
              <a:rPr lang="en-US" sz="1050" b="1" kern="0" spc="110">
                <a:solidFill>
                  <a:srgbClr val="0070C0"/>
                </a:solidFill>
                <a:latin typeface="Segoe UI"/>
                <a:cs typeface="Segoe UI"/>
              </a:rPr>
              <a:t>Data</a:t>
            </a:r>
          </a:p>
        </p:txBody>
      </p:sp>
      <p:pic>
        <p:nvPicPr>
          <p:cNvPr id="9" name="Graphic 8">
            <a:extLst>
              <a:ext uri="{FF2B5EF4-FFF2-40B4-BE49-F238E27FC236}">
                <a16:creationId xmlns:a16="http://schemas.microsoft.com/office/drawing/2014/main" id="{D51631BA-766B-C7FC-140E-EAAD667482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0323" y="2381202"/>
            <a:ext cx="4610100" cy="28765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18" name="Shape 4">
            <a:extLst>
              <a:ext uri="{FF2B5EF4-FFF2-40B4-BE49-F238E27FC236}">
                <a16:creationId xmlns:a16="http://schemas.microsoft.com/office/drawing/2014/main" id="{B674B393-3717-CC47-3E7E-1FB20ED9699D}"/>
              </a:ext>
            </a:extLst>
          </p:cNvPr>
          <p:cNvSpPr/>
          <p:nvPr/>
        </p:nvSpPr>
        <p:spPr>
          <a:xfrm>
            <a:off x="731520" y="1718733"/>
            <a:ext cx="4457701" cy="4240784"/>
          </a:xfrm>
          <a:prstGeom prst="roundRect">
            <a:avLst>
              <a:gd name="adj" fmla="val 2073"/>
            </a:avLst>
          </a:prstGeom>
          <a:solidFill>
            <a:srgbClr val="0F1826"/>
          </a:solidFill>
          <a:ln w="19050">
            <a:solidFill>
              <a:srgbClr val="4C9AFF"/>
            </a:solidFill>
            <a:prstDash val="dash"/>
          </a:ln>
        </p:spPr>
        <p:txBody>
          <a:bodyPr/>
          <a:lstStyle/>
          <a:p>
            <a:endParaRPr lang="en-US" noProof="0"/>
          </a:p>
        </p:txBody>
      </p:sp>
      <p:sp>
        <p:nvSpPr>
          <p:cNvPr id="4" name="Text 2"/>
          <p:cNvSpPr/>
          <p:nvPr/>
        </p:nvSpPr>
        <p:spPr>
          <a:xfrm>
            <a:off x="731520" y="896112"/>
            <a:ext cx="10728655" cy="82296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Model Structure</a:t>
            </a:r>
            <a:endParaRPr lang="en-US" noProof="0"/>
          </a:p>
        </p:txBody>
      </p:sp>
      <p:sp>
        <p:nvSpPr>
          <p:cNvPr id="12" name="Shape 10"/>
          <p:cNvSpPr/>
          <p:nvPr/>
        </p:nvSpPr>
        <p:spPr>
          <a:xfrm>
            <a:off x="6041953" y="2740345"/>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9" name="Text 17"/>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6"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25</a:t>
            </a:fld>
            <a:endParaRPr lang="en-US" noProof="0"/>
          </a:p>
        </p:txBody>
      </p:sp>
      <p:sp>
        <p:nvSpPr>
          <p:cNvPr id="6" name="Shape 35">
            <a:extLst>
              <a:ext uri="{FF2B5EF4-FFF2-40B4-BE49-F238E27FC236}">
                <a16:creationId xmlns:a16="http://schemas.microsoft.com/office/drawing/2014/main" id="{0210B6C9-B954-85BB-3855-900A9315E9FD}"/>
              </a:ext>
            </a:extLst>
          </p:cNvPr>
          <p:cNvSpPr/>
          <p:nvPr/>
        </p:nvSpPr>
        <p:spPr>
          <a:xfrm>
            <a:off x="5607813" y="2039670"/>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8" name="Text 36">
            <a:extLst>
              <a:ext uri="{FF2B5EF4-FFF2-40B4-BE49-F238E27FC236}">
                <a16:creationId xmlns:a16="http://schemas.microsoft.com/office/drawing/2014/main" id="{5ACE37F7-1573-E268-CAB7-F081BCCA54BB}"/>
              </a:ext>
            </a:extLst>
          </p:cNvPr>
          <p:cNvSpPr/>
          <p:nvPr/>
        </p:nvSpPr>
        <p:spPr>
          <a:xfrm>
            <a:off x="5891277" y="1946279"/>
            <a:ext cx="5660381" cy="257943"/>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Hybrid </a:t>
            </a:r>
            <a:r>
              <a:rPr lang="en-US" sz="1300" b="1" noProof="0">
                <a:solidFill>
                  <a:srgbClr val="F2A93B"/>
                </a:solidFill>
                <a:latin typeface="Segoe UI"/>
                <a:cs typeface="Segoe UI"/>
              </a:rPr>
              <a:t>CNN</a:t>
            </a:r>
            <a:r>
              <a:rPr lang="en-US" sz="1400" noProof="0">
                <a:solidFill>
                  <a:srgbClr val="F2F6FB"/>
                </a:solidFill>
                <a:latin typeface="Segoe UI"/>
                <a:cs typeface="Segoe UI"/>
              </a:rPr>
              <a:t> + </a:t>
            </a:r>
            <a:r>
              <a:rPr lang="en-US" sz="1300" b="1" noProof="0">
                <a:solidFill>
                  <a:srgbClr val="F2A93B"/>
                </a:solidFill>
                <a:latin typeface="Segoe UI"/>
                <a:cs typeface="Segoe UI"/>
              </a:rPr>
              <a:t>RNN </a:t>
            </a:r>
            <a:r>
              <a:rPr lang="en-US" sz="1400" noProof="0">
                <a:solidFill>
                  <a:srgbClr val="F2F6FB"/>
                </a:solidFill>
                <a:latin typeface="Segoe UI"/>
                <a:cs typeface="Segoe UI"/>
              </a:rPr>
              <a:t>for temporal memory </a:t>
            </a:r>
          </a:p>
        </p:txBody>
      </p:sp>
      <p:sp>
        <p:nvSpPr>
          <p:cNvPr id="30" name="Text 36">
            <a:extLst>
              <a:ext uri="{FF2B5EF4-FFF2-40B4-BE49-F238E27FC236}">
                <a16:creationId xmlns:a16="http://schemas.microsoft.com/office/drawing/2014/main" id="{FF8F2715-A28B-0AAE-9A7F-F8761E9DF14B}"/>
              </a:ext>
            </a:extLst>
          </p:cNvPr>
          <p:cNvSpPr/>
          <p:nvPr/>
        </p:nvSpPr>
        <p:spPr>
          <a:xfrm>
            <a:off x="6327246" y="2298845"/>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Conv1d</a:t>
            </a:r>
            <a:r>
              <a:rPr lang="en-US" sz="1400" noProof="0">
                <a:solidFill>
                  <a:srgbClr val="F2F6FB"/>
                </a:solidFill>
                <a:latin typeface="Segoe UI"/>
                <a:cs typeface="Segoe UI"/>
              </a:rPr>
              <a:t> x2: Local audio feature Extraction </a:t>
            </a:r>
            <a:r>
              <a:rPr lang="en-US" sz="1400" noProof="0">
                <a:solidFill>
                  <a:srgbClr val="4C9AFF"/>
                </a:solidFill>
                <a:latin typeface="Segoe UI"/>
                <a:cs typeface="Segoe UI"/>
              </a:rPr>
              <a:t>(38%)</a:t>
            </a:r>
          </a:p>
        </p:txBody>
      </p:sp>
      <p:sp>
        <p:nvSpPr>
          <p:cNvPr id="32" name="Text 36">
            <a:extLst>
              <a:ext uri="{FF2B5EF4-FFF2-40B4-BE49-F238E27FC236}">
                <a16:creationId xmlns:a16="http://schemas.microsoft.com/office/drawing/2014/main" id="{43CBACC5-3B1C-764D-BD72-1E244B70C875}"/>
              </a:ext>
            </a:extLst>
          </p:cNvPr>
          <p:cNvSpPr/>
          <p:nvPr/>
        </p:nvSpPr>
        <p:spPr>
          <a:xfrm>
            <a:off x="6327245" y="3026724"/>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Linear head</a:t>
            </a:r>
            <a:r>
              <a:rPr lang="en-US" sz="1400" noProof="0">
                <a:solidFill>
                  <a:srgbClr val="F2F6FB"/>
                </a:solidFill>
                <a:latin typeface="Segoe UI"/>
                <a:cs typeface="Segoe UI"/>
              </a:rPr>
              <a:t>: Map hidden state to servo </a:t>
            </a:r>
            <a:r>
              <a:rPr lang="en-US" sz="1400" noProof="0" err="1">
                <a:solidFill>
                  <a:srgbClr val="F2F6FB"/>
                </a:solidFill>
                <a:latin typeface="Segoe UI"/>
                <a:cs typeface="Segoe UI"/>
              </a:rPr>
              <a:t>axies</a:t>
            </a:r>
            <a:r>
              <a:rPr lang="en-US" sz="1400" noProof="0">
                <a:solidFill>
                  <a:srgbClr val="F2F6FB"/>
                </a:solidFill>
                <a:latin typeface="Segoe UI"/>
                <a:cs typeface="Segoe UI"/>
              </a:rPr>
              <a:t> </a:t>
            </a:r>
            <a:r>
              <a:rPr lang="en-US" sz="1400" noProof="0">
                <a:solidFill>
                  <a:srgbClr val="4C9AFF"/>
                </a:solidFill>
                <a:latin typeface="Segoe UI"/>
                <a:cs typeface="Segoe UI"/>
              </a:rPr>
              <a:t>(1%)</a:t>
            </a:r>
          </a:p>
        </p:txBody>
      </p:sp>
      <p:sp>
        <p:nvSpPr>
          <p:cNvPr id="34" name="Text 36">
            <a:extLst>
              <a:ext uri="{FF2B5EF4-FFF2-40B4-BE49-F238E27FC236}">
                <a16:creationId xmlns:a16="http://schemas.microsoft.com/office/drawing/2014/main" id="{684BC4AF-774A-B7D7-B46D-A3E7990334CA}"/>
              </a:ext>
            </a:extLst>
          </p:cNvPr>
          <p:cNvSpPr/>
          <p:nvPr/>
        </p:nvSpPr>
        <p:spPr>
          <a:xfrm>
            <a:off x="6327244" y="2662783"/>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GRU</a:t>
            </a:r>
            <a:r>
              <a:rPr lang="en-US" sz="1400" noProof="0">
                <a:solidFill>
                  <a:srgbClr val="F2F6FB"/>
                </a:solidFill>
                <a:latin typeface="Segoe UI"/>
                <a:cs typeface="Segoe UI"/>
              </a:rPr>
              <a:t>: Temporal memory / sequence modeling </a:t>
            </a:r>
            <a:r>
              <a:rPr lang="en-US" sz="1400" noProof="0">
                <a:solidFill>
                  <a:srgbClr val="4C9AFF"/>
                </a:solidFill>
                <a:latin typeface="Segoe UI"/>
                <a:cs typeface="Segoe UI"/>
              </a:rPr>
              <a:t>(61%)</a:t>
            </a:r>
          </a:p>
        </p:txBody>
      </p:sp>
      <p:sp>
        <p:nvSpPr>
          <p:cNvPr id="35" name="Shape 10">
            <a:extLst>
              <a:ext uri="{FF2B5EF4-FFF2-40B4-BE49-F238E27FC236}">
                <a16:creationId xmlns:a16="http://schemas.microsoft.com/office/drawing/2014/main" id="{C0CB1306-9268-B98B-ED4E-6AE10BAB94AD}"/>
              </a:ext>
            </a:extLst>
          </p:cNvPr>
          <p:cNvSpPr/>
          <p:nvPr/>
        </p:nvSpPr>
        <p:spPr>
          <a:xfrm>
            <a:off x="6041953" y="2376405"/>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36" name="Shape 10">
            <a:extLst>
              <a:ext uri="{FF2B5EF4-FFF2-40B4-BE49-F238E27FC236}">
                <a16:creationId xmlns:a16="http://schemas.microsoft.com/office/drawing/2014/main" id="{8C7C6C1F-1B66-B989-AC25-5A80CBF82C39}"/>
              </a:ext>
            </a:extLst>
          </p:cNvPr>
          <p:cNvSpPr/>
          <p:nvPr/>
        </p:nvSpPr>
        <p:spPr>
          <a:xfrm>
            <a:off x="6041952" y="3104285"/>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0" name="Text 36">
            <a:extLst>
              <a:ext uri="{FF2B5EF4-FFF2-40B4-BE49-F238E27FC236}">
                <a16:creationId xmlns:a16="http://schemas.microsoft.com/office/drawing/2014/main" id="{7D3E7D56-D772-6F04-BD2E-65D49A7282DB}"/>
              </a:ext>
            </a:extLst>
          </p:cNvPr>
          <p:cNvSpPr/>
          <p:nvPr/>
        </p:nvSpPr>
        <p:spPr>
          <a:xfrm>
            <a:off x="6327245" y="3399257"/>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Sigmoid</a:t>
            </a:r>
            <a:r>
              <a:rPr lang="en-US" sz="1400" noProof="0">
                <a:solidFill>
                  <a:srgbClr val="F2F6FB"/>
                </a:solidFill>
                <a:latin typeface="Segoe UI"/>
                <a:cs typeface="Segoe UI"/>
              </a:rPr>
              <a:t>: Scale head output to </a:t>
            </a:r>
            <a:r>
              <a:rPr lang="en-US" sz="1300" b="1" noProof="0">
                <a:solidFill>
                  <a:srgbClr val="F2A93B"/>
                </a:solidFill>
                <a:latin typeface="Segoe UI"/>
                <a:cs typeface="Segoe UI"/>
              </a:rPr>
              <a:t>[0, 10]</a:t>
            </a:r>
          </a:p>
        </p:txBody>
      </p:sp>
      <p:sp>
        <p:nvSpPr>
          <p:cNvPr id="11" name="Shape 10">
            <a:extLst>
              <a:ext uri="{FF2B5EF4-FFF2-40B4-BE49-F238E27FC236}">
                <a16:creationId xmlns:a16="http://schemas.microsoft.com/office/drawing/2014/main" id="{65C598BC-48AF-4F59-83DB-EAF6C68CE5BB}"/>
              </a:ext>
            </a:extLst>
          </p:cNvPr>
          <p:cNvSpPr/>
          <p:nvPr/>
        </p:nvSpPr>
        <p:spPr>
          <a:xfrm>
            <a:off x="6041952" y="3476818"/>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7" name="Shape 0">
            <a:extLst>
              <a:ext uri="{FF2B5EF4-FFF2-40B4-BE49-F238E27FC236}">
                <a16:creationId xmlns:a16="http://schemas.microsoft.com/office/drawing/2014/main" id="{945431B3-9E2A-6D87-C869-A4870F519029}"/>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13" name="Text 1">
            <a:extLst>
              <a:ext uri="{FF2B5EF4-FFF2-40B4-BE49-F238E27FC236}">
                <a16:creationId xmlns:a16="http://schemas.microsoft.com/office/drawing/2014/main" id="{4D6208FC-F13E-0DC5-3879-A0C825A8A162}"/>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a:solidFill>
                  <a:srgbClr val="0070C0"/>
                </a:solidFill>
                <a:latin typeface="Segoe UI"/>
                <a:cs typeface="Segoe UI"/>
              </a:rPr>
              <a:t>Model</a:t>
            </a:r>
            <a:endParaRPr lang="de-DE"/>
          </a:p>
        </p:txBody>
      </p:sp>
      <p:pic>
        <p:nvPicPr>
          <p:cNvPr id="57" name="Graphic 56">
            <a:extLst>
              <a:ext uri="{FF2B5EF4-FFF2-40B4-BE49-F238E27FC236}">
                <a16:creationId xmlns:a16="http://schemas.microsoft.com/office/drawing/2014/main" id="{DFBCABC7-605C-C70A-3298-8F2F514462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6108" y="2020358"/>
            <a:ext cx="3829050" cy="36385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5B36-6D03-2511-3BC9-146D61C6DBBF}"/>
            </a:ext>
          </a:extLst>
        </p:cNvPr>
        <p:cNvGrpSpPr/>
        <p:nvPr/>
      </p:nvGrpSpPr>
      <p:grpSpPr>
        <a:xfrm>
          <a:off x="0" y="0"/>
          <a:ext cx="0" cy="0"/>
          <a:chOff x="0" y="0"/>
          <a:chExt cx="0" cy="0"/>
        </a:xfrm>
      </p:grpSpPr>
      <p:sp>
        <p:nvSpPr>
          <p:cNvPr id="8" name="Shape 4">
            <a:extLst>
              <a:ext uri="{FF2B5EF4-FFF2-40B4-BE49-F238E27FC236}">
                <a16:creationId xmlns:a16="http://schemas.microsoft.com/office/drawing/2014/main" id="{F20A7083-9EF7-0143-E76B-1A86B2A1C1B3}"/>
              </a:ext>
            </a:extLst>
          </p:cNvPr>
          <p:cNvSpPr/>
          <p:nvPr/>
        </p:nvSpPr>
        <p:spPr>
          <a:xfrm>
            <a:off x="731521" y="1718733"/>
            <a:ext cx="3632200" cy="4240784"/>
          </a:xfrm>
          <a:prstGeom prst="roundRect">
            <a:avLst>
              <a:gd name="adj" fmla="val 2073"/>
            </a:avLst>
          </a:prstGeom>
          <a:solidFill>
            <a:srgbClr val="0F1826"/>
          </a:solidFill>
          <a:ln w="19050">
            <a:solidFill>
              <a:srgbClr val="4C9AFF"/>
            </a:solidFill>
            <a:prstDash val="dash"/>
          </a:ln>
        </p:spPr>
        <p:txBody>
          <a:bodyPr/>
          <a:lstStyle/>
          <a:p>
            <a:endParaRPr lang="en-US" noProof="0"/>
          </a:p>
        </p:txBody>
      </p:sp>
      <p:sp>
        <p:nvSpPr>
          <p:cNvPr id="4" name="Text 2">
            <a:extLst>
              <a:ext uri="{FF2B5EF4-FFF2-40B4-BE49-F238E27FC236}">
                <a16:creationId xmlns:a16="http://schemas.microsoft.com/office/drawing/2014/main" id="{84A42581-DB33-6A4B-00BB-2644A9A4E4FE}"/>
              </a:ext>
            </a:extLst>
          </p:cNvPr>
          <p:cNvSpPr/>
          <p:nvPr/>
        </p:nvSpPr>
        <p:spPr>
          <a:xfrm>
            <a:off x="731520" y="896112"/>
            <a:ext cx="10728655" cy="822960"/>
          </a:xfrm>
          <a:prstGeom prst="rect">
            <a:avLst/>
          </a:prstGeom>
          <a:noFill/>
          <a:ln/>
        </p:spPr>
        <p:txBody>
          <a:bodyPr wrap="square" lIns="0" tIns="0" rIns="0" bIns="0" rtlCol="0" anchor="t"/>
          <a:lstStyle/>
          <a:p>
            <a:pPr marL="0" indent="0">
              <a:buNone/>
            </a:pPr>
            <a:r>
              <a:rPr lang="en-US" sz="3800" noProof="0">
                <a:solidFill>
                  <a:srgbClr val="F2F6FB"/>
                </a:solidFill>
                <a:latin typeface="Segoe UI Semibold" pitchFamily="34" charset="0"/>
                <a:ea typeface="Segoe UI Semibold" pitchFamily="34" charset="-122"/>
                <a:cs typeface="Segoe UI Semibold" pitchFamily="34" charset="-120"/>
              </a:rPr>
              <a:t>The training pipeline</a:t>
            </a:r>
            <a:endParaRPr lang="en-US" sz="3800" noProof="0"/>
          </a:p>
        </p:txBody>
      </p:sp>
      <p:sp>
        <p:nvSpPr>
          <p:cNvPr id="19" name="Text 17">
            <a:extLst>
              <a:ext uri="{FF2B5EF4-FFF2-40B4-BE49-F238E27FC236}">
                <a16:creationId xmlns:a16="http://schemas.microsoft.com/office/drawing/2014/main" id="{B7F64627-6F16-45C9-BAC8-9F282DF70071}"/>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6" name="Slide Number Placeholder 0">
            <a:extLst>
              <a:ext uri="{FF2B5EF4-FFF2-40B4-BE49-F238E27FC236}">
                <a16:creationId xmlns:a16="http://schemas.microsoft.com/office/drawing/2014/main" id="{D355E953-E500-A63F-3827-217ADC6AE412}"/>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26</a:t>
            </a:fld>
            <a:endParaRPr lang="en-US" noProof="0"/>
          </a:p>
        </p:txBody>
      </p:sp>
      <p:sp>
        <p:nvSpPr>
          <p:cNvPr id="5" name="Shape 35">
            <a:extLst>
              <a:ext uri="{FF2B5EF4-FFF2-40B4-BE49-F238E27FC236}">
                <a16:creationId xmlns:a16="http://schemas.microsoft.com/office/drawing/2014/main" id="{E25D5448-9D96-AC28-CF3C-147ADA8A9314}"/>
              </a:ext>
            </a:extLst>
          </p:cNvPr>
          <p:cNvSpPr/>
          <p:nvPr/>
        </p:nvSpPr>
        <p:spPr>
          <a:xfrm>
            <a:off x="4938502" y="204137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7" name="Text 36">
            <a:extLst>
              <a:ext uri="{FF2B5EF4-FFF2-40B4-BE49-F238E27FC236}">
                <a16:creationId xmlns:a16="http://schemas.microsoft.com/office/drawing/2014/main" id="{0809EB89-FA40-4F35-4649-128DEAF495CE}"/>
              </a:ext>
            </a:extLst>
          </p:cNvPr>
          <p:cNvSpPr/>
          <p:nvPr/>
        </p:nvSpPr>
        <p:spPr>
          <a:xfrm>
            <a:off x="5221966" y="1947984"/>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85%</a:t>
            </a:r>
            <a:r>
              <a:rPr lang="en-US" sz="1400" noProof="0">
                <a:solidFill>
                  <a:srgbClr val="F2F6FB"/>
                </a:solidFill>
                <a:latin typeface="Segoe UI"/>
                <a:cs typeface="Segoe UI"/>
              </a:rPr>
              <a:t> train / </a:t>
            </a:r>
            <a:r>
              <a:rPr lang="en-US" sz="1300" b="1" noProof="0">
                <a:solidFill>
                  <a:srgbClr val="F2A93B"/>
                </a:solidFill>
                <a:latin typeface="Segoe UI"/>
                <a:cs typeface="Segoe UI"/>
              </a:rPr>
              <a:t>15% </a:t>
            </a:r>
            <a:r>
              <a:rPr lang="en-US" sz="1400" noProof="0">
                <a:solidFill>
                  <a:srgbClr val="F2F6FB"/>
                </a:solidFill>
                <a:latin typeface="Segoe UI"/>
                <a:cs typeface="Segoe UI"/>
              </a:rPr>
              <a:t>evaluation split</a:t>
            </a:r>
          </a:p>
        </p:txBody>
      </p:sp>
      <p:sp>
        <p:nvSpPr>
          <p:cNvPr id="10" name="Shape 35">
            <a:extLst>
              <a:ext uri="{FF2B5EF4-FFF2-40B4-BE49-F238E27FC236}">
                <a16:creationId xmlns:a16="http://schemas.microsoft.com/office/drawing/2014/main" id="{9B0522B6-973F-04C5-3896-99A750E0B024}"/>
              </a:ext>
            </a:extLst>
          </p:cNvPr>
          <p:cNvSpPr/>
          <p:nvPr/>
        </p:nvSpPr>
        <p:spPr>
          <a:xfrm>
            <a:off x="4942292" y="240531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1" name="Text 36">
            <a:extLst>
              <a:ext uri="{FF2B5EF4-FFF2-40B4-BE49-F238E27FC236}">
                <a16:creationId xmlns:a16="http://schemas.microsoft.com/office/drawing/2014/main" id="{E04E0772-82E2-BB35-EC0E-7847E4C9CF0F}"/>
              </a:ext>
            </a:extLst>
          </p:cNvPr>
          <p:cNvSpPr/>
          <p:nvPr/>
        </p:nvSpPr>
        <p:spPr>
          <a:xfrm>
            <a:off x="5225756" y="2311924"/>
            <a:ext cx="5660381" cy="257943"/>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Specify model size during the beginning of a training run</a:t>
            </a:r>
          </a:p>
        </p:txBody>
      </p:sp>
      <p:sp>
        <p:nvSpPr>
          <p:cNvPr id="13" name="Shape 35">
            <a:extLst>
              <a:ext uri="{FF2B5EF4-FFF2-40B4-BE49-F238E27FC236}">
                <a16:creationId xmlns:a16="http://schemas.microsoft.com/office/drawing/2014/main" id="{BCF955B2-5423-D6A8-CAA4-1DF0681A919A}"/>
              </a:ext>
            </a:extLst>
          </p:cNvPr>
          <p:cNvSpPr/>
          <p:nvPr/>
        </p:nvSpPr>
        <p:spPr>
          <a:xfrm>
            <a:off x="4942292" y="2790548"/>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5" name="Text 36">
            <a:extLst>
              <a:ext uri="{FF2B5EF4-FFF2-40B4-BE49-F238E27FC236}">
                <a16:creationId xmlns:a16="http://schemas.microsoft.com/office/drawing/2014/main" id="{FF887423-D874-6B57-FFA0-2877F6A7266F}"/>
              </a:ext>
            </a:extLst>
          </p:cNvPr>
          <p:cNvSpPr/>
          <p:nvPr/>
        </p:nvSpPr>
        <p:spPr>
          <a:xfrm>
            <a:off x="5225756" y="2697157"/>
            <a:ext cx="5660381" cy="257943"/>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Pipeline allows resumption of previous runs</a:t>
            </a:r>
          </a:p>
        </p:txBody>
      </p:sp>
      <p:sp>
        <p:nvSpPr>
          <p:cNvPr id="18" name="Shape 35">
            <a:extLst>
              <a:ext uri="{FF2B5EF4-FFF2-40B4-BE49-F238E27FC236}">
                <a16:creationId xmlns:a16="http://schemas.microsoft.com/office/drawing/2014/main" id="{BA07EBE4-BF7C-42DE-940C-A5205E7D5A21}"/>
              </a:ext>
            </a:extLst>
          </p:cNvPr>
          <p:cNvSpPr/>
          <p:nvPr/>
        </p:nvSpPr>
        <p:spPr>
          <a:xfrm>
            <a:off x="4942292" y="318001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29" name="Text 36">
            <a:extLst>
              <a:ext uri="{FF2B5EF4-FFF2-40B4-BE49-F238E27FC236}">
                <a16:creationId xmlns:a16="http://schemas.microsoft.com/office/drawing/2014/main" id="{75BA076B-DBA3-AF5B-518E-06BE90E5E744}"/>
              </a:ext>
            </a:extLst>
          </p:cNvPr>
          <p:cNvSpPr/>
          <p:nvPr/>
        </p:nvSpPr>
        <p:spPr>
          <a:xfrm>
            <a:off x="5225756" y="3086624"/>
            <a:ext cx="5660381" cy="257943"/>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After each epoch</a:t>
            </a:r>
            <a:endParaRPr lang="en-US" noProof="0"/>
          </a:p>
        </p:txBody>
      </p:sp>
      <p:sp>
        <p:nvSpPr>
          <p:cNvPr id="31" name="Text 36">
            <a:extLst>
              <a:ext uri="{FF2B5EF4-FFF2-40B4-BE49-F238E27FC236}">
                <a16:creationId xmlns:a16="http://schemas.microsoft.com/office/drawing/2014/main" id="{5D9FD946-243D-661F-DC0D-6E94568F57D8}"/>
              </a:ext>
            </a:extLst>
          </p:cNvPr>
          <p:cNvSpPr/>
          <p:nvPr/>
        </p:nvSpPr>
        <p:spPr>
          <a:xfrm>
            <a:off x="5654144" y="3407724"/>
            <a:ext cx="5660381" cy="257943"/>
          </a:xfrm>
          <a:prstGeom prst="rect">
            <a:avLst/>
          </a:prstGeom>
          <a:noFill/>
          <a:ln/>
        </p:spPr>
        <p:txBody>
          <a:bodyPr wrap="square" lIns="0" tIns="0" rIns="0" bIns="0" rtlCol="0" anchor="t"/>
          <a:lstStyle/>
          <a:p>
            <a:pPr>
              <a:lnSpc>
                <a:spcPct val="108000"/>
              </a:lnSpc>
            </a:pPr>
            <a:r>
              <a:rPr lang="en-US" sz="1300" b="1" noProof="0">
                <a:solidFill>
                  <a:srgbClr val="F2A93B"/>
                </a:solidFill>
                <a:latin typeface="Segoe UI"/>
                <a:cs typeface="Segoe UI"/>
              </a:rPr>
              <a:t>checkpoint</a:t>
            </a:r>
            <a:r>
              <a:rPr lang="en-US" sz="1400" noProof="0">
                <a:solidFill>
                  <a:srgbClr val="F2F6FB"/>
                </a:solidFill>
                <a:latin typeface="Segoe UI"/>
                <a:cs typeface="Segoe UI"/>
              </a:rPr>
              <a:t>: save current training state for next epoch</a:t>
            </a:r>
          </a:p>
        </p:txBody>
      </p:sp>
      <p:sp>
        <p:nvSpPr>
          <p:cNvPr id="33" name="Shape 10">
            <a:extLst>
              <a:ext uri="{FF2B5EF4-FFF2-40B4-BE49-F238E27FC236}">
                <a16:creationId xmlns:a16="http://schemas.microsoft.com/office/drawing/2014/main" id="{B627A801-07D6-197A-E43A-1437A63C4E54}"/>
              </a:ext>
            </a:extLst>
          </p:cNvPr>
          <p:cNvSpPr/>
          <p:nvPr/>
        </p:nvSpPr>
        <p:spPr>
          <a:xfrm>
            <a:off x="5368851" y="3485285"/>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37" name="Text 36">
            <a:extLst>
              <a:ext uri="{FF2B5EF4-FFF2-40B4-BE49-F238E27FC236}">
                <a16:creationId xmlns:a16="http://schemas.microsoft.com/office/drawing/2014/main" id="{37A2DB65-495E-6D18-76C9-0E578753969F}"/>
              </a:ext>
            </a:extLst>
          </p:cNvPr>
          <p:cNvSpPr/>
          <p:nvPr/>
        </p:nvSpPr>
        <p:spPr>
          <a:xfrm>
            <a:off x="5654144" y="3742157"/>
            <a:ext cx="5660381" cy="257943"/>
          </a:xfrm>
          <a:prstGeom prst="rect">
            <a:avLst/>
          </a:prstGeom>
          <a:noFill/>
          <a:ln/>
        </p:spPr>
        <p:txBody>
          <a:bodyPr wrap="square" lIns="0" tIns="0" rIns="0" bIns="0" rtlCol="0" anchor="t"/>
          <a:lstStyle/>
          <a:p>
            <a:pPr>
              <a:lnSpc>
                <a:spcPct val="108000"/>
              </a:lnSpc>
            </a:pPr>
            <a:r>
              <a:rPr lang="en-US" sz="1300" b="1" err="1">
                <a:solidFill>
                  <a:srgbClr val="F2A93B"/>
                </a:solidFill>
                <a:latin typeface="Segoe UI"/>
                <a:cs typeface="Segoe UI"/>
              </a:rPr>
              <a:t>best</a:t>
            </a:r>
            <a:r>
              <a:rPr lang="en-US" sz="1300" b="1" noProof="0" err="1">
                <a:solidFill>
                  <a:srgbClr val="F2A93B"/>
                </a:solidFill>
                <a:latin typeface="Segoe UI"/>
                <a:cs typeface="Segoe UI"/>
              </a:rPr>
              <a:t>_model</a:t>
            </a:r>
            <a:r>
              <a:rPr lang="en-US" sz="1400" noProof="0">
                <a:solidFill>
                  <a:srgbClr val="F2F6FB"/>
                </a:solidFill>
                <a:latin typeface="Segoe UI"/>
                <a:cs typeface="Segoe UI"/>
              </a:rPr>
              <a:t>: save current state as best model based on evaluation loss</a:t>
            </a:r>
          </a:p>
        </p:txBody>
      </p:sp>
      <p:sp>
        <p:nvSpPr>
          <p:cNvPr id="39" name="Shape 10">
            <a:extLst>
              <a:ext uri="{FF2B5EF4-FFF2-40B4-BE49-F238E27FC236}">
                <a16:creationId xmlns:a16="http://schemas.microsoft.com/office/drawing/2014/main" id="{ADE2A4ED-E28B-319A-22D2-AA16E1FF4BFD}"/>
              </a:ext>
            </a:extLst>
          </p:cNvPr>
          <p:cNvSpPr/>
          <p:nvPr/>
        </p:nvSpPr>
        <p:spPr>
          <a:xfrm>
            <a:off x="5368851" y="3819718"/>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12" name="Shape 35">
            <a:extLst>
              <a:ext uri="{FF2B5EF4-FFF2-40B4-BE49-F238E27FC236}">
                <a16:creationId xmlns:a16="http://schemas.microsoft.com/office/drawing/2014/main" id="{4CDE9BEA-9BDA-2E6D-E25A-DC8D20C823F5}"/>
              </a:ext>
            </a:extLst>
          </p:cNvPr>
          <p:cNvSpPr/>
          <p:nvPr/>
        </p:nvSpPr>
        <p:spPr>
          <a:xfrm>
            <a:off x="4946082" y="4238727"/>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4" name="Text 36">
            <a:extLst>
              <a:ext uri="{FF2B5EF4-FFF2-40B4-BE49-F238E27FC236}">
                <a16:creationId xmlns:a16="http://schemas.microsoft.com/office/drawing/2014/main" id="{15A4E50A-8071-D875-11AF-97A4CF8C2E84}"/>
              </a:ext>
            </a:extLst>
          </p:cNvPr>
          <p:cNvSpPr/>
          <p:nvPr/>
        </p:nvSpPr>
        <p:spPr>
          <a:xfrm>
            <a:off x="5229546" y="4145336"/>
            <a:ext cx="5660381" cy="257943"/>
          </a:xfrm>
          <a:prstGeom prst="rect">
            <a:avLst/>
          </a:prstGeom>
          <a:noFill/>
          <a:ln/>
        </p:spPr>
        <p:txBody>
          <a:bodyPr wrap="square" lIns="0" tIns="0" rIns="0" bIns="0" rtlCol="0" anchor="t"/>
          <a:lstStyle/>
          <a:p>
            <a:pPr>
              <a:lnSpc>
                <a:spcPct val="108000"/>
              </a:lnSpc>
            </a:pPr>
            <a:r>
              <a:rPr lang="en-US" sz="1400" noProof="0">
                <a:solidFill>
                  <a:srgbClr val="F2F6FB"/>
                </a:solidFill>
                <a:latin typeface="Segoe UI"/>
                <a:cs typeface="Segoe UI"/>
              </a:rPr>
              <a:t>During end of training clip increasing error for non forward look</a:t>
            </a:r>
          </a:p>
        </p:txBody>
      </p:sp>
      <p:sp>
        <p:nvSpPr>
          <p:cNvPr id="9" name="Shape 0">
            <a:extLst>
              <a:ext uri="{FF2B5EF4-FFF2-40B4-BE49-F238E27FC236}">
                <a16:creationId xmlns:a16="http://schemas.microsoft.com/office/drawing/2014/main" id="{A7717694-55D1-1D40-B1D3-FD830BC59D79}"/>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17" name="Text 1">
            <a:extLst>
              <a:ext uri="{FF2B5EF4-FFF2-40B4-BE49-F238E27FC236}">
                <a16:creationId xmlns:a16="http://schemas.microsoft.com/office/drawing/2014/main" id="{C8CF77A4-D606-6AA6-A6A3-67CFEFD7AD7E}"/>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noProof="0">
                <a:solidFill>
                  <a:srgbClr val="0070C0"/>
                </a:solidFill>
                <a:latin typeface="Segoe UI"/>
                <a:cs typeface="Segoe UI"/>
              </a:rPr>
              <a:t>Training</a:t>
            </a:r>
            <a:endParaRPr lang="en-US" noProof="0"/>
          </a:p>
        </p:txBody>
      </p:sp>
      <p:pic>
        <p:nvPicPr>
          <p:cNvPr id="6" name="Graphic 5">
            <a:extLst>
              <a:ext uri="{FF2B5EF4-FFF2-40B4-BE49-F238E27FC236}">
                <a16:creationId xmlns:a16="http://schemas.microsoft.com/office/drawing/2014/main" id="{B1ED7F45-CB95-5AB4-AE6A-2F918A6986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3120" y="1972734"/>
            <a:ext cx="2638425" cy="3733800"/>
          </a:xfrm>
          <a:prstGeom prst="rect">
            <a:avLst/>
          </a:prstGeom>
        </p:spPr>
      </p:pic>
    </p:spTree>
    <p:extLst>
      <p:ext uri="{BB962C8B-B14F-4D97-AF65-F5344CB8AC3E}">
        <p14:creationId xmlns:p14="http://schemas.microsoft.com/office/powerpoint/2010/main" val="2736261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CF965-8168-F7B1-A7AC-CE03BA74D0E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2558639-C173-8ACC-FB9C-C06614EEE875}"/>
              </a:ext>
            </a:extLst>
          </p:cNvPr>
          <p:cNvSpPr/>
          <p:nvPr/>
        </p:nvSpPr>
        <p:spPr>
          <a:xfrm>
            <a:off x="731520" y="896112"/>
            <a:ext cx="10728655" cy="82296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Comparing </a:t>
            </a:r>
            <a:r>
              <a:rPr lang="en-US" sz="3800">
                <a:solidFill>
                  <a:srgbClr val="F2F6FB"/>
                </a:solidFill>
                <a:latin typeface="Segoe UI Semibold"/>
                <a:cs typeface="Segoe UI Semibold"/>
              </a:rPr>
              <a:t>Learning Rates</a:t>
            </a:r>
            <a:endParaRPr lang="en-US" noProof="0"/>
          </a:p>
        </p:txBody>
      </p:sp>
      <p:grpSp>
        <p:nvGrpSpPr>
          <p:cNvPr id="3" name="Group 2">
            <a:extLst>
              <a:ext uri="{FF2B5EF4-FFF2-40B4-BE49-F238E27FC236}">
                <a16:creationId xmlns:a16="http://schemas.microsoft.com/office/drawing/2014/main" id="{1A20334F-AF32-4A45-9D7C-EFE5111A706C}"/>
              </a:ext>
            </a:extLst>
          </p:cNvPr>
          <p:cNvGrpSpPr/>
          <p:nvPr/>
        </p:nvGrpSpPr>
        <p:grpSpPr>
          <a:xfrm>
            <a:off x="9835714" y="1890910"/>
            <a:ext cx="1511778" cy="2028331"/>
            <a:chOff x="4247714" y="1717343"/>
            <a:chExt cx="1511778" cy="2028331"/>
          </a:xfrm>
        </p:grpSpPr>
        <p:sp>
          <p:nvSpPr>
            <p:cNvPr id="10" name="Shape 8">
              <a:extLst>
                <a:ext uri="{FF2B5EF4-FFF2-40B4-BE49-F238E27FC236}">
                  <a16:creationId xmlns:a16="http://schemas.microsoft.com/office/drawing/2014/main" id="{6640F8CF-2C89-67E6-9C57-2D5030542D1F}"/>
                </a:ext>
              </a:extLst>
            </p:cNvPr>
            <p:cNvSpPr/>
            <p:nvPr/>
          </p:nvSpPr>
          <p:spPr>
            <a:xfrm>
              <a:off x="4247714" y="1717343"/>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999479DA-8724-3601-1AD3-47B44C2380A0}"/>
                </a:ext>
              </a:extLst>
            </p:cNvPr>
            <p:cNvSpPr/>
            <p:nvPr/>
          </p:nvSpPr>
          <p:spPr>
            <a:xfrm>
              <a:off x="4402299" y="1826435"/>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32</a:t>
              </a:r>
              <a:endParaRPr lang="en-US">
                <a:ea typeface="Calibri" panose="020F0502020204030204"/>
                <a:cs typeface="Calibri" panose="020F0502020204030204"/>
              </a:endParaRPr>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64</a:t>
              </a:r>
              <a:endParaRPr lang="en-US">
                <a:solidFill>
                  <a:srgbClr val="000000"/>
                </a:solidFill>
                <a:latin typeface="Calibri" panose="020F0502020204030204"/>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epochs</a:t>
              </a:r>
              <a:r>
                <a:rPr lang="en-US" sz="1200">
                  <a:solidFill>
                    <a:srgbClr val="C7CDD4"/>
                  </a:solidFill>
                  <a:latin typeface="Segoe UI"/>
                  <a:cs typeface="Segoe UI"/>
                </a:rPr>
                <a:t>: </a:t>
              </a:r>
              <a:r>
                <a:rPr lang="en-US" sz="1200">
                  <a:solidFill>
                    <a:srgbClr val="4C9AFF"/>
                  </a:solidFill>
                  <a:latin typeface="Segoe UI"/>
                  <a:cs typeface="Segoe UI"/>
                </a:rPr>
                <a:t>25</a:t>
              </a:r>
            </a:p>
            <a:p>
              <a:pPr>
                <a:lnSpc>
                  <a:spcPct val="108000"/>
                </a:lnSpc>
              </a:pPr>
              <a:endParaRPr lang="en-US" sz="1200">
                <a:solidFill>
                  <a:srgbClr val="C7CDD4"/>
                </a:solidFill>
                <a:latin typeface="Segoe UI"/>
                <a:cs typeface="Segoe UI"/>
              </a:endParaRPr>
            </a:p>
            <a:p>
              <a:pPr>
                <a:lnSpc>
                  <a:spcPct val="108000"/>
                </a:lnSpc>
              </a:pPr>
              <a:r>
                <a:rPr lang="en-US" sz="1200">
                  <a:solidFill>
                    <a:srgbClr val="C7CDD4"/>
                  </a:solidFill>
                  <a:latin typeface="Segoe UI"/>
                  <a:cs typeface="Segoe UI"/>
                </a:rPr>
                <a:t> </a:t>
              </a:r>
              <a:r>
                <a:rPr lang="en-US" sz="1200">
                  <a:solidFill>
                    <a:srgbClr val="F2A93B"/>
                  </a:solidFill>
                  <a:latin typeface="Segoe UI"/>
                  <a:cs typeface="Segoe UI"/>
                </a:rPr>
                <a:t> </a:t>
              </a:r>
              <a:r>
                <a:rPr lang="en-US" sz="1200" err="1">
                  <a:solidFill>
                    <a:srgbClr val="F2A93B"/>
                  </a:solidFill>
                  <a:latin typeface="Segoe UI"/>
                  <a:cs typeface="Segoe UI"/>
                </a:rPr>
                <a:t>lr</a:t>
              </a:r>
              <a:r>
                <a:rPr lang="en-US" sz="1200">
                  <a:solidFill>
                    <a:srgbClr val="F2A93B"/>
                  </a:solidFill>
                  <a:latin typeface="Segoe UI"/>
                  <a:cs typeface="Segoe UI"/>
                </a:rPr>
                <a:t>: </a:t>
              </a:r>
              <a:r>
                <a:rPr lang="en-US" sz="1200">
                  <a:solidFill>
                    <a:srgbClr val="4C9AFF"/>
                  </a:solidFill>
                  <a:latin typeface="Segoe UI"/>
                  <a:cs typeface="Segoe UI"/>
                </a:rPr>
                <a:t>0.0005</a:t>
              </a:r>
            </a:p>
            <a:p>
              <a:pPr>
                <a:lnSpc>
                  <a:spcPct val="108000"/>
                </a:lnSpc>
              </a:pPr>
              <a:r>
                <a:rPr lang="en-US" sz="1200">
                  <a:solidFill>
                    <a:srgbClr val="4C9AFF"/>
                  </a:solidFill>
                  <a:latin typeface="Segoe UI"/>
                  <a:cs typeface="Segoe UI"/>
                </a:rPr>
                <a:t> </a:t>
              </a:r>
              <a:r>
                <a:rPr lang="en-US" sz="1200">
                  <a:solidFill>
                    <a:srgbClr val="F2A93B"/>
                  </a:solidFill>
                  <a:latin typeface="Segoe UI"/>
                  <a:cs typeface="Segoe UI"/>
                </a:rPr>
                <a:t> </a:t>
              </a:r>
              <a:r>
                <a:rPr lang="en-US" sz="1200" err="1">
                  <a:solidFill>
                    <a:srgbClr val="F2A93B"/>
                  </a:solidFill>
                  <a:latin typeface="Segoe UI"/>
                  <a:cs typeface="Segoe UI"/>
                </a:rPr>
                <a:t>lr</a:t>
              </a:r>
              <a:r>
                <a:rPr lang="en-US" sz="1200">
                  <a:solidFill>
                    <a:srgbClr val="F2A93B"/>
                  </a:solidFill>
                  <a:latin typeface="Segoe UI"/>
                  <a:cs typeface="Segoe UI"/>
                </a:rPr>
                <a:t>:</a:t>
              </a:r>
              <a:r>
                <a:rPr lang="en-US" sz="1200">
                  <a:solidFill>
                    <a:srgbClr val="4C9AFF"/>
                  </a:solidFill>
                  <a:latin typeface="Segoe UI"/>
                  <a:cs typeface="Segoe UI"/>
                </a:rPr>
                <a:t> 0.001</a:t>
              </a:r>
            </a:p>
            <a:p>
              <a:pPr>
                <a:lnSpc>
                  <a:spcPct val="108000"/>
                </a:lnSpc>
              </a:pPr>
              <a:r>
                <a:rPr lang="en-US" sz="1200">
                  <a:solidFill>
                    <a:srgbClr val="F2A93B"/>
                  </a:solidFill>
                  <a:latin typeface="Segoe UI"/>
                  <a:cs typeface="Segoe UI"/>
                </a:rPr>
                <a:t>  </a:t>
              </a:r>
              <a:r>
                <a:rPr lang="en-US" sz="1200" err="1">
                  <a:solidFill>
                    <a:srgbClr val="F2A93B"/>
                  </a:solidFill>
                  <a:latin typeface="Segoe UI"/>
                  <a:cs typeface="Segoe UI"/>
                </a:rPr>
                <a:t>lr</a:t>
              </a:r>
              <a:r>
                <a:rPr lang="en-US" sz="1200">
                  <a:solidFill>
                    <a:srgbClr val="F2A93B"/>
                  </a:solidFill>
                  <a:latin typeface="Segoe UI"/>
                  <a:cs typeface="Segoe UI"/>
                </a:rPr>
                <a:t>: </a:t>
              </a:r>
              <a:r>
                <a:rPr lang="en-US" sz="1200">
                  <a:solidFill>
                    <a:srgbClr val="4C9AFF"/>
                  </a:solidFill>
                  <a:latin typeface="Segoe UI"/>
                  <a:cs typeface="Segoe UI"/>
                </a:rPr>
                <a:t>0.002 </a:t>
              </a:r>
            </a:p>
          </p:txBody>
        </p:sp>
      </p:grpSp>
      <p:sp>
        <p:nvSpPr>
          <p:cNvPr id="19" name="Text 17">
            <a:extLst>
              <a:ext uri="{FF2B5EF4-FFF2-40B4-BE49-F238E27FC236}">
                <a16:creationId xmlns:a16="http://schemas.microsoft.com/office/drawing/2014/main" id="{5B5B9967-251E-BABF-3B94-680D155F9961}"/>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0" name="Shape 18">
            <a:extLst>
              <a:ext uri="{FF2B5EF4-FFF2-40B4-BE49-F238E27FC236}">
                <a16:creationId xmlns:a16="http://schemas.microsoft.com/office/drawing/2014/main" id="{17A95A2E-53DB-E765-17AD-06FFEA7ED25A}"/>
              </a:ext>
            </a:extLst>
          </p:cNvPr>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1" name="Shape 19">
            <a:extLst>
              <a:ext uri="{FF2B5EF4-FFF2-40B4-BE49-F238E27FC236}">
                <a16:creationId xmlns:a16="http://schemas.microsoft.com/office/drawing/2014/main" id="{51E2C706-F470-61F8-F84E-9BC0DDC2A4C5}"/>
              </a:ext>
            </a:extLst>
          </p:cNvPr>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2" name="Shape 20">
            <a:extLst>
              <a:ext uri="{FF2B5EF4-FFF2-40B4-BE49-F238E27FC236}">
                <a16:creationId xmlns:a16="http://schemas.microsoft.com/office/drawing/2014/main" id="{E5EE73EA-BD58-21C1-F98D-8DBA8F6C0C34}"/>
              </a:ext>
            </a:extLst>
          </p:cNvPr>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3" name="Shape 21">
            <a:extLst>
              <a:ext uri="{FF2B5EF4-FFF2-40B4-BE49-F238E27FC236}">
                <a16:creationId xmlns:a16="http://schemas.microsoft.com/office/drawing/2014/main" id="{74953958-E2DD-7639-959D-553FC9FD23DF}"/>
              </a:ext>
            </a:extLst>
          </p:cNvPr>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4" name="Shape 22">
            <a:extLst>
              <a:ext uri="{FF2B5EF4-FFF2-40B4-BE49-F238E27FC236}">
                <a16:creationId xmlns:a16="http://schemas.microsoft.com/office/drawing/2014/main" id="{89AC06D3-01E7-B442-74AE-46E44FE993A6}"/>
              </a:ext>
            </a:extLst>
          </p:cNvPr>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5" name="Shape 23">
            <a:extLst>
              <a:ext uri="{FF2B5EF4-FFF2-40B4-BE49-F238E27FC236}">
                <a16:creationId xmlns:a16="http://schemas.microsoft.com/office/drawing/2014/main" id="{A945EF15-88A9-F50E-F76E-14E6206681EC}"/>
              </a:ext>
            </a:extLst>
          </p:cNvPr>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26" name="Slide Number Placeholder 0">
            <a:extLst>
              <a:ext uri="{FF2B5EF4-FFF2-40B4-BE49-F238E27FC236}">
                <a16:creationId xmlns:a16="http://schemas.microsoft.com/office/drawing/2014/main" id="{F7630E8D-79CE-C9D0-C422-6A2F9EE76258}"/>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27</a:t>
            </a:fld>
            <a:endParaRPr lang="en-US" noProof="0"/>
          </a:p>
        </p:txBody>
      </p:sp>
      <p:sp>
        <p:nvSpPr>
          <p:cNvPr id="7" name="Shape 0">
            <a:extLst>
              <a:ext uri="{FF2B5EF4-FFF2-40B4-BE49-F238E27FC236}">
                <a16:creationId xmlns:a16="http://schemas.microsoft.com/office/drawing/2014/main" id="{76E90955-574D-97C2-C282-8E295748C065}"/>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9" name="Text 1">
            <a:extLst>
              <a:ext uri="{FF2B5EF4-FFF2-40B4-BE49-F238E27FC236}">
                <a16:creationId xmlns:a16="http://schemas.microsoft.com/office/drawing/2014/main" id="{34837DB7-5E22-E2A8-8196-4FBFDDB46D54}"/>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a:solidFill>
                  <a:srgbClr val="0070C0"/>
                </a:solidFill>
                <a:latin typeface="Segoe UI"/>
                <a:cs typeface="Segoe UI"/>
              </a:rPr>
              <a:t>Training</a:t>
            </a:r>
            <a:endParaRPr lang="de-DE"/>
          </a:p>
        </p:txBody>
      </p:sp>
      <p:pic>
        <p:nvPicPr>
          <p:cNvPr id="6" name="Graphic 5">
            <a:extLst>
              <a:ext uri="{FF2B5EF4-FFF2-40B4-BE49-F238E27FC236}">
                <a16:creationId xmlns:a16="http://schemas.microsoft.com/office/drawing/2014/main" id="{7588540C-5B6E-8008-F0B6-E610D86A54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367" y="1892300"/>
            <a:ext cx="8983133" cy="3369733"/>
          </a:xfrm>
          <a:prstGeom prst="rect">
            <a:avLst/>
          </a:prstGeom>
        </p:spPr>
      </p:pic>
      <p:sp>
        <p:nvSpPr>
          <p:cNvPr id="11" name="Shape 35">
            <a:extLst>
              <a:ext uri="{FF2B5EF4-FFF2-40B4-BE49-F238E27FC236}">
                <a16:creationId xmlns:a16="http://schemas.microsoft.com/office/drawing/2014/main" id="{3B222FDA-B35B-A189-EE89-68B99822C54A}"/>
              </a:ext>
            </a:extLst>
          </p:cNvPr>
          <p:cNvSpPr/>
          <p:nvPr/>
        </p:nvSpPr>
        <p:spPr>
          <a:xfrm>
            <a:off x="10082002" y="3243642"/>
            <a:ext cx="100584" cy="100584"/>
          </a:xfrm>
          <a:prstGeom prst="roundRect">
            <a:avLst>
              <a:gd name="adj" fmla="val 454545"/>
            </a:avLst>
          </a:prstGeom>
          <a:solidFill>
            <a:srgbClr val="3781D8"/>
          </a:solidFill>
          <a:ln w="6350">
            <a:solidFill>
              <a:srgbClr val="F2A93B"/>
            </a:solidFill>
            <a:prstDash val="solid"/>
          </a:ln>
        </p:spPr>
        <p:txBody>
          <a:bodyPr/>
          <a:lstStyle/>
          <a:p>
            <a:endParaRPr lang="en-US" noProof="0"/>
          </a:p>
        </p:txBody>
      </p:sp>
      <p:sp>
        <p:nvSpPr>
          <p:cNvPr id="15" name="Shape 35">
            <a:extLst>
              <a:ext uri="{FF2B5EF4-FFF2-40B4-BE49-F238E27FC236}">
                <a16:creationId xmlns:a16="http://schemas.microsoft.com/office/drawing/2014/main" id="{EC952512-7EAA-DDFA-03C3-D7F5A24B3C37}"/>
              </a:ext>
            </a:extLst>
          </p:cNvPr>
          <p:cNvSpPr/>
          <p:nvPr/>
        </p:nvSpPr>
        <p:spPr>
          <a:xfrm>
            <a:off x="10082002" y="3429908"/>
            <a:ext cx="100584" cy="100584"/>
          </a:xfrm>
          <a:prstGeom prst="roundRect">
            <a:avLst>
              <a:gd name="adj" fmla="val 454545"/>
            </a:avLst>
          </a:prstGeom>
          <a:solidFill>
            <a:srgbClr val="249972"/>
          </a:solidFill>
          <a:ln w="6350">
            <a:solidFill>
              <a:srgbClr val="F2A93B"/>
            </a:solidFill>
            <a:prstDash val="solid"/>
          </a:ln>
        </p:spPr>
        <p:txBody>
          <a:bodyPr/>
          <a:lstStyle/>
          <a:p>
            <a:endParaRPr lang="en-US" noProof="0"/>
          </a:p>
        </p:txBody>
      </p:sp>
      <p:sp>
        <p:nvSpPr>
          <p:cNvPr id="17" name="Shape 35">
            <a:extLst>
              <a:ext uri="{FF2B5EF4-FFF2-40B4-BE49-F238E27FC236}">
                <a16:creationId xmlns:a16="http://schemas.microsoft.com/office/drawing/2014/main" id="{01ED1E9A-5A17-F76D-49AA-DF8D8B1C4149}"/>
              </a:ext>
            </a:extLst>
          </p:cNvPr>
          <p:cNvSpPr/>
          <p:nvPr/>
        </p:nvSpPr>
        <p:spPr>
          <a:xfrm>
            <a:off x="10082002" y="3620408"/>
            <a:ext cx="100584" cy="100584"/>
          </a:xfrm>
          <a:prstGeom prst="roundRect">
            <a:avLst>
              <a:gd name="adj" fmla="val 454545"/>
            </a:avLst>
          </a:prstGeom>
          <a:solidFill>
            <a:srgbClr val="B84E23"/>
          </a:solidFill>
          <a:ln w="6350">
            <a:solidFill>
              <a:srgbClr val="F2A93B"/>
            </a:solidFill>
            <a:prstDash val="solid"/>
          </a:ln>
        </p:spPr>
        <p:txBody>
          <a:bodyPr/>
          <a:lstStyle/>
          <a:p>
            <a:endParaRPr lang="en-US" noProof="0"/>
          </a:p>
        </p:txBody>
      </p:sp>
    </p:spTree>
    <p:extLst>
      <p:ext uri="{BB962C8B-B14F-4D97-AF65-F5344CB8AC3E}">
        <p14:creationId xmlns:p14="http://schemas.microsoft.com/office/powerpoint/2010/main" val="3056663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4B74-F51C-E120-173C-F134E8641FD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1F7F97A-4352-73F0-65D7-D26F56A456C1}"/>
              </a:ext>
            </a:extLst>
          </p:cNvPr>
          <p:cNvSpPr/>
          <p:nvPr/>
        </p:nvSpPr>
        <p:spPr>
          <a:xfrm>
            <a:off x="731520" y="896112"/>
            <a:ext cx="10728655" cy="822960"/>
          </a:xfrm>
          <a:prstGeom prst="rect">
            <a:avLst/>
          </a:prstGeom>
          <a:noFill/>
          <a:ln/>
        </p:spPr>
        <p:txBody>
          <a:bodyPr wrap="square" lIns="0" tIns="0" rIns="0" bIns="0" rtlCol="0" anchor="t"/>
          <a:lstStyle/>
          <a:p>
            <a:r>
              <a:rPr lang="en-US" sz="3800" noProof="0">
                <a:solidFill>
                  <a:srgbClr val="F2F6FB"/>
                </a:solidFill>
                <a:latin typeface="Segoe UI Semibold"/>
                <a:cs typeface="Segoe UI Semibold"/>
              </a:rPr>
              <a:t>Comparing Model Sizes</a:t>
            </a:r>
            <a:endParaRPr lang="en-US" noProof="0"/>
          </a:p>
        </p:txBody>
      </p:sp>
      <p:grpSp>
        <p:nvGrpSpPr>
          <p:cNvPr id="3" name="Group 2">
            <a:extLst>
              <a:ext uri="{FF2B5EF4-FFF2-40B4-BE49-F238E27FC236}">
                <a16:creationId xmlns:a16="http://schemas.microsoft.com/office/drawing/2014/main" id="{B4D12D63-59BF-AFB6-CDFB-EF42F5D123FD}"/>
              </a:ext>
            </a:extLst>
          </p:cNvPr>
          <p:cNvGrpSpPr/>
          <p:nvPr/>
        </p:nvGrpSpPr>
        <p:grpSpPr>
          <a:xfrm>
            <a:off x="2211923" y="2414895"/>
            <a:ext cx="1511778" cy="2028331"/>
            <a:chOff x="4247714" y="1717343"/>
            <a:chExt cx="1511778" cy="2028331"/>
          </a:xfrm>
        </p:grpSpPr>
        <p:sp>
          <p:nvSpPr>
            <p:cNvPr id="10" name="Shape 8">
              <a:extLst>
                <a:ext uri="{FF2B5EF4-FFF2-40B4-BE49-F238E27FC236}">
                  <a16:creationId xmlns:a16="http://schemas.microsoft.com/office/drawing/2014/main" id="{619B91A9-7E82-699B-4F23-B7AF32AF153A}"/>
                </a:ext>
              </a:extLst>
            </p:cNvPr>
            <p:cNvSpPr/>
            <p:nvPr/>
          </p:nvSpPr>
          <p:spPr>
            <a:xfrm>
              <a:off x="4247714" y="1717343"/>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D973C692-C87C-1149-478B-48A73A659EB3}"/>
                </a:ext>
              </a:extLst>
            </p:cNvPr>
            <p:cNvSpPr/>
            <p:nvPr/>
          </p:nvSpPr>
          <p:spPr>
            <a:xfrm>
              <a:off x="4402299" y="1826435"/>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32</a:t>
              </a:r>
              <a:endParaRPr lang="en-US"/>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64</a:t>
              </a:r>
              <a:endParaRPr lang="en-US">
                <a:solidFill>
                  <a:srgbClr val="000000"/>
                </a:solidFill>
                <a:latin typeface="Calibri" panose="020F0502020204030204"/>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~1.2 </a:t>
              </a:r>
              <a:r>
                <a:rPr lang="en-US" sz="1200">
                  <a:solidFill>
                    <a:srgbClr val="C7CDD4"/>
                  </a:solidFill>
                  <a:latin typeface="Segoe UI"/>
                  <a:cs typeface="Segoe UI"/>
                </a:rPr>
                <a:t>(epoch 80)</a:t>
              </a:r>
            </a:p>
          </p:txBody>
        </p:sp>
      </p:grpSp>
      <p:sp>
        <p:nvSpPr>
          <p:cNvPr id="19" name="Text 17">
            <a:extLst>
              <a:ext uri="{FF2B5EF4-FFF2-40B4-BE49-F238E27FC236}">
                <a16:creationId xmlns:a16="http://schemas.microsoft.com/office/drawing/2014/main" id="{0E65DFC5-B6C8-98CF-ADCC-55467B86D63C}"/>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6" name="Slide Number Placeholder 0">
            <a:extLst>
              <a:ext uri="{FF2B5EF4-FFF2-40B4-BE49-F238E27FC236}">
                <a16:creationId xmlns:a16="http://schemas.microsoft.com/office/drawing/2014/main" id="{BD1B3BAB-49C2-1610-B9D4-9DEAADF50B94}"/>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28</a:t>
            </a:fld>
            <a:endParaRPr lang="en-US" noProof="0"/>
          </a:p>
        </p:txBody>
      </p:sp>
      <p:grpSp>
        <p:nvGrpSpPr>
          <p:cNvPr id="11" name="Group 10">
            <a:extLst>
              <a:ext uri="{FF2B5EF4-FFF2-40B4-BE49-F238E27FC236}">
                <a16:creationId xmlns:a16="http://schemas.microsoft.com/office/drawing/2014/main" id="{D4E55004-447C-EC54-9DCE-D2AAEC9C797E}"/>
              </a:ext>
            </a:extLst>
          </p:cNvPr>
          <p:cNvGrpSpPr/>
          <p:nvPr/>
        </p:nvGrpSpPr>
        <p:grpSpPr>
          <a:xfrm>
            <a:off x="5237176" y="2414894"/>
            <a:ext cx="1511778" cy="2028331"/>
            <a:chOff x="4247713" y="3904775"/>
            <a:chExt cx="1511778" cy="2058659"/>
          </a:xfrm>
        </p:grpSpPr>
        <p:sp>
          <p:nvSpPr>
            <p:cNvPr id="6" name="Shape 8">
              <a:extLst>
                <a:ext uri="{FF2B5EF4-FFF2-40B4-BE49-F238E27FC236}">
                  <a16:creationId xmlns:a16="http://schemas.microsoft.com/office/drawing/2014/main" id="{545CAED1-17FD-CC11-0098-BBE4B771D4F5}"/>
                </a:ext>
              </a:extLst>
            </p:cNvPr>
            <p:cNvSpPr/>
            <p:nvPr/>
          </p:nvSpPr>
          <p:spPr>
            <a:xfrm>
              <a:off x="4247713" y="3904775"/>
              <a:ext cx="1511778" cy="2058659"/>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7" name="Text 11">
              <a:extLst>
                <a:ext uri="{FF2B5EF4-FFF2-40B4-BE49-F238E27FC236}">
                  <a16:creationId xmlns:a16="http://schemas.microsoft.com/office/drawing/2014/main" id="{D67C5093-7E93-3CC5-A82B-B66A53C58BFF}"/>
                </a:ext>
              </a:extLst>
            </p:cNvPr>
            <p:cNvSpPr/>
            <p:nvPr/>
          </p:nvSpPr>
          <p:spPr>
            <a:xfrm>
              <a:off x="4398507" y="4017658"/>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128</a:t>
              </a:r>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256</a:t>
              </a: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~1.15 </a:t>
              </a:r>
              <a:r>
                <a:rPr lang="en-US" sz="1200">
                  <a:solidFill>
                    <a:srgbClr val="C7CDD4"/>
                  </a:solidFill>
                  <a:latin typeface="Segoe UI"/>
                  <a:cs typeface="Segoe UI"/>
                </a:rPr>
                <a:t>(epoch 73)</a:t>
              </a:r>
            </a:p>
          </p:txBody>
        </p:sp>
      </p:grpSp>
      <p:sp>
        <p:nvSpPr>
          <p:cNvPr id="12" name="Shape 0">
            <a:extLst>
              <a:ext uri="{FF2B5EF4-FFF2-40B4-BE49-F238E27FC236}">
                <a16:creationId xmlns:a16="http://schemas.microsoft.com/office/drawing/2014/main" id="{0BC79F75-A72A-FCAB-2A21-465989115520}"/>
              </a:ext>
            </a:extLst>
          </p:cNvPr>
          <p:cNvSpPr/>
          <p:nvPr/>
        </p:nvSpPr>
        <p:spPr>
          <a:xfrm>
            <a:off x="731520" y="457200"/>
            <a:ext cx="1062076" cy="274320"/>
          </a:xfrm>
          <a:prstGeom prst="roundRect">
            <a:avLst>
              <a:gd name="adj" fmla="val 166667"/>
            </a:avLst>
          </a:prstGeom>
          <a:solidFill>
            <a:srgbClr val="0F1826"/>
          </a:solidFill>
          <a:ln w="12700">
            <a:solidFill>
              <a:schemeClr val="accent1"/>
            </a:solidFill>
            <a:prstDash val="solid"/>
          </a:ln>
        </p:spPr>
        <p:txBody>
          <a:bodyPr/>
          <a:lstStyle/>
          <a:p>
            <a:endParaRPr lang="en-US" noProof="0"/>
          </a:p>
        </p:txBody>
      </p:sp>
      <p:sp>
        <p:nvSpPr>
          <p:cNvPr id="15" name="Text 1">
            <a:extLst>
              <a:ext uri="{FF2B5EF4-FFF2-40B4-BE49-F238E27FC236}">
                <a16:creationId xmlns:a16="http://schemas.microsoft.com/office/drawing/2014/main" id="{A989029B-ED9C-9A76-DC6D-E8186D269CB7}"/>
              </a:ext>
            </a:extLst>
          </p:cNvPr>
          <p:cNvSpPr/>
          <p:nvPr/>
        </p:nvSpPr>
        <p:spPr>
          <a:xfrm>
            <a:off x="731520" y="502920"/>
            <a:ext cx="1062076" cy="182880"/>
          </a:xfrm>
          <a:prstGeom prst="rect">
            <a:avLst/>
          </a:prstGeom>
          <a:noFill/>
          <a:ln/>
        </p:spPr>
        <p:txBody>
          <a:bodyPr wrap="square" lIns="0" tIns="0" rIns="0" bIns="0" rtlCol="0" anchor="t"/>
          <a:lstStyle/>
          <a:p>
            <a:pPr marL="0" indent="0" algn="ctr">
              <a:buNone/>
            </a:pPr>
            <a:r>
              <a:rPr lang="en-US" sz="1050" b="1" kern="0" spc="110">
                <a:solidFill>
                  <a:srgbClr val="0070C0"/>
                </a:solidFill>
                <a:latin typeface="Segoe UI"/>
                <a:cs typeface="Segoe UI"/>
              </a:rPr>
              <a:t>Training</a:t>
            </a:r>
            <a:endParaRPr lang="de-DE"/>
          </a:p>
        </p:txBody>
      </p:sp>
      <p:grpSp>
        <p:nvGrpSpPr>
          <p:cNvPr id="16" name="Group 15">
            <a:extLst>
              <a:ext uri="{FF2B5EF4-FFF2-40B4-BE49-F238E27FC236}">
                <a16:creationId xmlns:a16="http://schemas.microsoft.com/office/drawing/2014/main" id="{531091B1-E357-B5FA-D980-D428425614B4}"/>
              </a:ext>
            </a:extLst>
          </p:cNvPr>
          <p:cNvGrpSpPr/>
          <p:nvPr/>
        </p:nvGrpSpPr>
        <p:grpSpPr>
          <a:xfrm>
            <a:off x="8262429" y="2414893"/>
            <a:ext cx="1511778" cy="2028331"/>
            <a:chOff x="9536221" y="1717342"/>
            <a:chExt cx="1511778" cy="2028331"/>
          </a:xfrm>
        </p:grpSpPr>
        <p:sp>
          <p:nvSpPr>
            <p:cNvPr id="17" name="Shape 8">
              <a:extLst>
                <a:ext uri="{FF2B5EF4-FFF2-40B4-BE49-F238E27FC236}">
                  <a16:creationId xmlns:a16="http://schemas.microsoft.com/office/drawing/2014/main" id="{83F77BD0-3DAA-32C4-DB3B-07F1599F0944}"/>
                </a:ext>
              </a:extLst>
            </p:cNvPr>
            <p:cNvSpPr/>
            <p:nvPr/>
          </p:nvSpPr>
          <p:spPr>
            <a:xfrm>
              <a:off x="9536221" y="1717342"/>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8" name="Text 11">
              <a:extLst>
                <a:ext uri="{FF2B5EF4-FFF2-40B4-BE49-F238E27FC236}">
                  <a16:creationId xmlns:a16="http://schemas.microsoft.com/office/drawing/2014/main" id="{F860DCE8-96E3-E774-5DE4-6225FE22F195}"/>
                </a:ext>
              </a:extLst>
            </p:cNvPr>
            <p:cNvSpPr/>
            <p:nvPr/>
          </p:nvSpPr>
          <p:spPr>
            <a:xfrm>
              <a:off x="9690806" y="1826434"/>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24</a:t>
              </a:r>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48</a:t>
              </a: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~1.23 </a:t>
              </a:r>
              <a:r>
                <a:rPr lang="en-US" sz="1200">
                  <a:solidFill>
                    <a:srgbClr val="C7CDD4"/>
                  </a:solidFill>
                  <a:latin typeface="Segoe UI"/>
                  <a:cs typeface="Segoe UI"/>
                </a:rPr>
                <a:t>(epoch 84)</a:t>
              </a:r>
            </a:p>
          </p:txBody>
        </p:sp>
      </p:grpSp>
      <p:sp>
        <p:nvSpPr>
          <p:cNvPr id="30" name="Shape 38">
            <a:extLst>
              <a:ext uri="{FF2B5EF4-FFF2-40B4-BE49-F238E27FC236}">
                <a16:creationId xmlns:a16="http://schemas.microsoft.com/office/drawing/2014/main" id="{45C56DC1-7466-3462-C7BA-D52D0FAB9D57}"/>
              </a:ext>
            </a:extLst>
          </p:cNvPr>
          <p:cNvSpPr/>
          <p:nvPr/>
        </p:nvSpPr>
        <p:spPr>
          <a:xfrm>
            <a:off x="2212030" y="4662137"/>
            <a:ext cx="1509414"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31" name="Text 39">
            <a:extLst>
              <a:ext uri="{FF2B5EF4-FFF2-40B4-BE49-F238E27FC236}">
                <a16:creationId xmlns:a16="http://schemas.microsoft.com/office/drawing/2014/main" id="{45EC02D7-648F-94B0-2853-D6ADB6516461}"/>
              </a:ext>
            </a:extLst>
          </p:cNvPr>
          <p:cNvSpPr/>
          <p:nvPr/>
        </p:nvSpPr>
        <p:spPr>
          <a:xfrm>
            <a:off x="2212030" y="4817585"/>
            <a:ext cx="1509414" cy="256032"/>
          </a:xfrm>
          <a:prstGeom prst="rect">
            <a:avLst/>
          </a:prstGeom>
          <a:noFill/>
          <a:ln/>
        </p:spPr>
        <p:txBody>
          <a:bodyPr wrap="square" lIns="0" tIns="0" rIns="0" bIns="0" rtlCol="0" anchor="t"/>
          <a:lstStyle/>
          <a:p>
            <a:pPr algn="ctr"/>
            <a:r>
              <a:rPr lang="en-US" sz="1500">
                <a:solidFill>
                  <a:srgbClr val="F2A93B"/>
                </a:solidFill>
                <a:latin typeface="Segoe UI Semibold"/>
                <a:cs typeface="Segoe UI Semibold"/>
              </a:rPr>
              <a:t>Default</a:t>
            </a:r>
            <a:endParaRPr lang="en-US"/>
          </a:p>
        </p:txBody>
      </p:sp>
      <p:grpSp>
        <p:nvGrpSpPr>
          <p:cNvPr id="37" name="Group 36">
            <a:extLst>
              <a:ext uri="{FF2B5EF4-FFF2-40B4-BE49-F238E27FC236}">
                <a16:creationId xmlns:a16="http://schemas.microsoft.com/office/drawing/2014/main" id="{639D7A98-8BD3-3AB6-31AF-2BC5E54487E2}"/>
              </a:ext>
            </a:extLst>
          </p:cNvPr>
          <p:cNvGrpSpPr/>
          <p:nvPr/>
        </p:nvGrpSpPr>
        <p:grpSpPr>
          <a:xfrm>
            <a:off x="5237283" y="4662137"/>
            <a:ext cx="1509414" cy="548640"/>
            <a:chOff x="5252447" y="4696256"/>
            <a:chExt cx="1509414" cy="548640"/>
          </a:xfrm>
        </p:grpSpPr>
        <p:sp>
          <p:nvSpPr>
            <p:cNvPr id="33" name="Shape 38">
              <a:extLst>
                <a:ext uri="{FF2B5EF4-FFF2-40B4-BE49-F238E27FC236}">
                  <a16:creationId xmlns:a16="http://schemas.microsoft.com/office/drawing/2014/main" id="{F952C4E7-0434-CCF4-AA69-FC380A0C7A5D}"/>
                </a:ext>
              </a:extLst>
            </p:cNvPr>
            <p:cNvSpPr/>
            <p:nvPr/>
          </p:nvSpPr>
          <p:spPr>
            <a:xfrm>
              <a:off x="5252447" y="4696256"/>
              <a:ext cx="1509414"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34" name="Text 39">
              <a:extLst>
                <a:ext uri="{FF2B5EF4-FFF2-40B4-BE49-F238E27FC236}">
                  <a16:creationId xmlns:a16="http://schemas.microsoft.com/office/drawing/2014/main" id="{3DFC737A-EC5B-E242-D98C-CBEF77DD112C}"/>
                </a:ext>
              </a:extLst>
            </p:cNvPr>
            <p:cNvSpPr/>
            <p:nvPr/>
          </p:nvSpPr>
          <p:spPr>
            <a:xfrm>
              <a:off x="5252447" y="4851704"/>
              <a:ext cx="1509414" cy="256032"/>
            </a:xfrm>
            <a:prstGeom prst="rect">
              <a:avLst/>
            </a:prstGeom>
            <a:noFill/>
            <a:ln/>
          </p:spPr>
          <p:txBody>
            <a:bodyPr wrap="square" lIns="0" tIns="0" rIns="0" bIns="0" rtlCol="0" anchor="t"/>
            <a:lstStyle/>
            <a:p>
              <a:pPr algn="ctr"/>
              <a:r>
                <a:rPr lang="en-US" sz="1500">
                  <a:solidFill>
                    <a:srgbClr val="F2A93B"/>
                  </a:solidFill>
                  <a:latin typeface="Segoe UI Semibold"/>
                  <a:cs typeface="Segoe UI Semibold"/>
                </a:rPr>
                <a:t>Large</a:t>
              </a:r>
              <a:endParaRPr lang="en-US"/>
            </a:p>
          </p:txBody>
        </p:sp>
      </p:grpSp>
      <p:grpSp>
        <p:nvGrpSpPr>
          <p:cNvPr id="38" name="Group 37">
            <a:extLst>
              <a:ext uri="{FF2B5EF4-FFF2-40B4-BE49-F238E27FC236}">
                <a16:creationId xmlns:a16="http://schemas.microsoft.com/office/drawing/2014/main" id="{88FF8E2F-C238-9145-1E56-89C17A4574B6}"/>
              </a:ext>
            </a:extLst>
          </p:cNvPr>
          <p:cNvGrpSpPr/>
          <p:nvPr/>
        </p:nvGrpSpPr>
        <p:grpSpPr>
          <a:xfrm>
            <a:off x="8262537" y="4662136"/>
            <a:ext cx="1509414" cy="548640"/>
            <a:chOff x="7424716" y="4707629"/>
            <a:chExt cx="1509414" cy="548640"/>
          </a:xfrm>
        </p:grpSpPr>
        <p:sp>
          <p:nvSpPr>
            <p:cNvPr id="35" name="Shape 38">
              <a:extLst>
                <a:ext uri="{FF2B5EF4-FFF2-40B4-BE49-F238E27FC236}">
                  <a16:creationId xmlns:a16="http://schemas.microsoft.com/office/drawing/2014/main" id="{D71EF521-0951-46CA-9A6E-5B26A0D81EDE}"/>
                </a:ext>
              </a:extLst>
            </p:cNvPr>
            <p:cNvSpPr/>
            <p:nvPr/>
          </p:nvSpPr>
          <p:spPr>
            <a:xfrm>
              <a:off x="7424716" y="4707629"/>
              <a:ext cx="1509414" cy="548640"/>
            </a:xfrm>
            <a:prstGeom prst="roundRect">
              <a:avLst>
                <a:gd name="adj" fmla="val 11667"/>
              </a:avLst>
            </a:prstGeom>
            <a:solidFill>
              <a:srgbClr val="1A2436"/>
            </a:solidFill>
            <a:ln w="12700">
              <a:solidFill>
                <a:srgbClr val="F2A93B"/>
              </a:solidFill>
              <a:prstDash val="solid"/>
            </a:ln>
          </p:spPr>
          <p:txBody>
            <a:bodyPr/>
            <a:lstStyle/>
            <a:p>
              <a:endParaRPr lang="en-US" noProof="0"/>
            </a:p>
          </p:txBody>
        </p:sp>
        <p:sp>
          <p:nvSpPr>
            <p:cNvPr id="36" name="Text 39">
              <a:extLst>
                <a:ext uri="{FF2B5EF4-FFF2-40B4-BE49-F238E27FC236}">
                  <a16:creationId xmlns:a16="http://schemas.microsoft.com/office/drawing/2014/main" id="{93436509-1A98-378C-F094-49B77ABA1530}"/>
                </a:ext>
              </a:extLst>
            </p:cNvPr>
            <p:cNvSpPr/>
            <p:nvPr/>
          </p:nvSpPr>
          <p:spPr>
            <a:xfrm>
              <a:off x="7424716" y="4863077"/>
              <a:ext cx="1509414" cy="256032"/>
            </a:xfrm>
            <a:prstGeom prst="rect">
              <a:avLst/>
            </a:prstGeom>
            <a:noFill/>
            <a:ln/>
          </p:spPr>
          <p:txBody>
            <a:bodyPr wrap="square" lIns="0" tIns="0" rIns="0" bIns="0" rtlCol="0" anchor="t"/>
            <a:lstStyle/>
            <a:p>
              <a:pPr algn="ctr"/>
              <a:r>
                <a:rPr lang="en-US" sz="1500">
                  <a:solidFill>
                    <a:srgbClr val="F2A93B"/>
                  </a:solidFill>
                  <a:latin typeface="Segoe UI Semibold"/>
                  <a:cs typeface="Segoe UI Semibold"/>
                </a:rPr>
                <a:t>Small</a:t>
              </a:r>
            </a:p>
          </p:txBody>
        </p:sp>
      </p:grpSp>
    </p:spTree>
    <p:extLst>
      <p:ext uri="{BB962C8B-B14F-4D97-AF65-F5344CB8AC3E}">
        <p14:creationId xmlns:p14="http://schemas.microsoft.com/office/powerpoint/2010/main" val="2310149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FB01-E0DF-C44F-0451-8232D2CCA9FF}"/>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84C2DD0B-FCC1-FED5-7935-044934C47F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CD8357BF-25C4-AFB7-2D33-1BED759CEA83}"/>
              </a:ext>
            </a:extLst>
          </p:cNvPr>
          <p:cNvGrpSpPr/>
          <p:nvPr/>
        </p:nvGrpSpPr>
        <p:grpSpPr>
          <a:xfrm>
            <a:off x="10432614" y="333043"/>
            <a:ext cx="1511778" cy="2028331"/>
            <a:chOff x="12388414" y="1196643"/>
            <a:chExt cx="1511778" cy="2028331"/>
          </a:xfrm>
        </p:grpSpPr>
        <p:sp>
          <p:nvSpPr>
            <p:cNvPr id="10" name="Shape 8">
              <a:extLst>
                <a:ext uri="{FF2B5EF4-FFF2-40B4-BE49-F238E27FC236}">
                  <a16:creationId xmlns:a16="http://schemas.microsoft.com/office/drawing/2014/main" id="{68788E28-1831-F8A5-CE2B-046749842643}"/>
                </a:ext>
              </a:extLst>
            </p:cNvPr>
            <p:cNvSpPr/>
            <p:nvPr/>
          </p:nvSpPr>
          <p:spPr>
            <a:xfrm>
              <a:off x="12388414" y="1196643"/>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ADAFD9A0-0CD2-AB09-F3B7-51D94CCC7CF8}"/>
                </a:ext>
              </a:extLst>
            </p:cNvPr>
            <p:cNvSpPr/>
            <p:nvPr/>
          </p:nvSpPr>
          <p:spPr>
            <a:xfrm>
              <a:off x="12542999" y="1305735"/>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32</a:t>
              </a:r>
              <a:endParaRPr lang="en-US"/>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64</a:t>
              </a:r>
              <a:endParaRPr lang="en-US">
                <a:solidFill>
                  <a:srgbClr val="000000"/>
                </a:solidFill>
                <a:latin typeface="Calibri" panose="020F0502020204030204"/>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~1.2 </a:t>
              </a:r>
              <a:r>
                <a:rPr lang="en-US" sz="1200">
                  <a:solidFill>
                    <a:srgbClr val="C7CDD4"/>
                  </a:solidFill>
                  <a:latin typeface="Segoe UI"/>
                  <a:cs typeface="Segoe UI"/>
                </a:rPr>
                <a:t>(epoch 80)</a:t>
              </a:r>
            </a:p>
          </p:txBody>
        </p:sp>
      </p:grpSp>
      <p:sp>
        <p:nvSpPr>
          <p:cNvPr id="26" name="Slide Number Placeholder 0">
            <a:extLst>
              <a:ext uri="{FF2B5EF4-FFF2-40B4-BE49-F238E27FC236}">
                <a16:creationId xmlns:a16="http://schemas.microsoft.com/office/drawing/2014/main" id="{792AB9B9-3B99-1A23-B64D-3469C058FE08}"/>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29</a:t>
            </a:fld>
            <a:endParaRPr lang="en-US" noProof="0"/>
          </a:p>
        </p:txBody>
      </p:sp>
    </p:spTree>
    <p:extLst>
      <p:ext uri="{BB962C8B-B14F-4D97-AF65-F5344CB8AC3E}">
        <p14:creationId xmlns:p14="http://schemas.microsoft.com/office/powerpoint/2010/main" val="2921863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649D5-8A60-DF5E-E570-8890894CB8E9}"/>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1FC4C015-E35D-0D79-B45B-D97E28B896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4B5E1348-5227-63FF-F10E-4390C9DDDC23}"/>
              </a:ext>
            </a:extLst>
          </p:cNvPr>
          <p:cNvGrpSpPr/>
          <p:nvPr/>
        </p:nvGrpSpPr>
        <p:grpSpPr>
          <a:xfrm>
            <a:off x="10432614" y="333043"/>
            <a:ext cx="1511778" cy="2028331"/>
            <a:chOff x="12388414" y="1196643"/>
            <a:chExt cx="1511778" cy="2028331"/>
          </a:xfrm>
        </p:grpSpPr>
        <p:sp>
          <p:nvSpPr>
            <p:cNvPr id="10" name="Shape 8">
              <a:extLst>
                <a:ext uri="{FF2B5EF4-FFF2-40B4-BE49-F238E27FC236}">
                  <a16:creationId xmlns:a16="http://schemas.microsoft.com/office/drawing/2014/main" id="{A19B32A9-2CDA-6236-E739-9C1632044C1B}"/>
                </a:ext>
              </a:extLst>
            </p:cNvPr>
            <p:cNvSpPr/>
            <p:nvPr/>
          </p:nvSpPr>
          <p:spPr>
            <a:xfrm>
              <a:off x="12388414" y="1196643"/>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221AD8F5-EF7B-A634-1B9F-9A9FB2ED9311}"/>
                </a:ext>
              </a:extLst>
            </p:cNvPr>
            <p:cNvSpPr/>
            <p:nvPr/>
          </p:nvSpPr>
          <p:spPr>
            <a:xfrm>
              <a:off x="12542999" y="1305735"/>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128</a:t>
              </a:r>
              <a:endParaRPr lang="en-US"/>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256</a:t>
              </a:r>
              <a:endParaRPr lang="en-US">
                <a:solidFill>
                  <a:srgbClr val="000000"/>
                </a:solidFill>
                <a:latin typeface="Calibri" panose="020F0502020204030204"/>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~1.15 </a:t>
              </a:r>
              <a:r>
                <a:rPr lang="en-US" sz="1200">
                  <a:solidFill>
                    <a:srgbClr val="C7CDD4"/>
                  </a:solidFill>
                  <a:latin typeface="Segoe UI"/>
                  <a:cs typeface="Segoe UI"/>
                </a:rPr>
                <a:t>(epoch 73)</a:t>
              </a:r>
            </a:p>
          </p:txBody>
        </p:sp>
      </p:grpSp>
      <p:sp>
        <p:nvSpPr>
          <p:cNvPr id="26" name="Slide Number Placeholder 0">
            <a:extLst>
              <a:ext uri="{FF2B5EF4-FFF2-40B4-BE49-F238E27FC236}">
                <a16:creationId xmlns:a16="http://schemas.microsoft.com/office/drawing/2014/main" id="{04B0CCA0-01E4-ADC4-76DE-B2812C4E0250}"/>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30</a:t>
            </a:fld>
            <a:endParaRPr lang="en-US" noProof="0"/>
          </a:p>
        </p:txBody>
      </p:sp>
    </p:spTree>
    <p:extLst>
      <p:ext uri="{BB962C8B-B14F-4D97-AF65-F5344CB8AC3E}">
        <p14:creationId xmlns:p14="http://schemas.microsoft.com/office/powerpoint/2010/main" val="1152525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3074F-BB67-FA6C-A7E2-B933771E7EB4}"/>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769341AC-1E29-BDE2-0B0C-84520080AA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5A54789E-DFF1-5AC0-03A7-F2B9C0EEF59E}"/>
              </a:ext>
            </a:extLst>
          </p:cNvPr>
          <p:cNvGrpSpPr/>
          <p:nvPr/>
        </p:nvGrpSpPr>
        <p:grpSpPr>
          <a:xfrm>
            <a:off x="10432614" y="333043"/>
            <a:ext cx="1511778" cy="2028331"/>
            <a:chOff x="12388414" y="1196643"/>
            <a:chExt cx="1511778" cy="2028331"/>
          </a:xfrm>
        </p:grpSpPr>
        <p:sp>
          <p:nvSpPr>
            <p:cNvPr id="10" name="Shape 8">
              <a:extLst>
                <a:ext uri="{FF2B5EF4-FFF2-40B4-BE49-F238E27FC236}">
                  <a16:creationId xmlns:a16="http://schemas.microsoft.com/office/drawing/2014/main" id="{C321AF81-9B9B-1458-1964-5041E63B6B79}"/>
                </a:ext>
              </a:extLst>
            </p:cNvPr>
            <p:cNvSpPr/>
            <p:nvPr/>
          </p:nvSpPr>
          <p:spPr>
            <a:xfrm>
              <a:off x="12388414" y="1196643"/>
              <a:ext cx="1511778" cy="2028331"/>
            </a:xfrm>
            <a:prstGeom prst="roundRect">
              <a:avLst>
                <a:gd name="adj" fmla="val 2349"/>
              </a:avLst>
            </a:prstGeom>
            <a:solidFill>
              <a:srgbClr val="131E2E"/>
            </a:solidFill>
            <a:ln w="12700">
              <a:solidFill>
                <a:srgbClr val="26344A"/>
              </a:solidFill>
              <a:prstDash val="solid"/>
            </a:ln>
          </p:spPr>
          <p:txBody>
            <a:bodyPr/>
            <a:lstStyle/>
            <a:p>
              <a:endParaRPr lang="en-US" noProof="0"/>
            </a:p>
          </p:txBody>
        </p:sp>
        <p:sp>
          <p:nvSpPr>
            <p:cNvPr id="13" name="Text 11">
              <a:extLst>
                <a:ext uri="{FF2B5EF4-FFF2-40B4-BE49-F238E27FC236}">
                  <a16:creationId xmlns:a16="http://schemas.microsoft.com/office/drawing/2014/main" id="{241EF32F-C536-C4D3-3170-9E0A2FE165F6}"/>
                </a:ext>
              </a:extLst>
            </p:cNvPr>
            <p:cNvSpPr/>
            <p:nvPr/>
          </p:nvSpPr>
          <p:spPr>
            <a:xfrm>
              <a:off x="12542999" y="1305735"/>
              <a:ext cx="1254593" cy="285512"/>
            </a:xfrm>
            <a:prstGeom prst="rect">
              <a:avLst/>
            </a:prstGeom>
            <a:noFill/>
            <a:ln/>
          </p:spPr>
          <p:txBody>
            <a:bodyPr wrap="square" lIns="0" tIns="0" rIns="0" bIns="0" rtlCol="0" anchor="t"/>
            <a:lstStyle/>
            <a:p>
              <a:pPr>
                <a:lnSpc>
                  <a:spcPct val="108000"/>
                </a:lnSpc>
              </a:pPr>
              <a:r>
                <a:rPr lang="en-US" sz="1200" err="1">
                  <a:solidFill>
                    <a:srgbClr val="F2A93B"/>
                  </a:solidFill>
                  <a:latin typeface="Segoe UI"/>
                  <a:cs typeface="Segoe UI"/>
                </a:rPr>
                <a:t>conv_ch</a:t>
              </a:r>
              <a:r>
                <a:rPr lang="en-US" sz="1200">
                  <a:solidFill>
                    <a:srgbClr val="C7CDD4"/>
                  </a:solidFill>
                  <a:latin typeface="Segoe UI"/>
                  <a:cs typeface="Segoe UI"/>
                </a:rPr>
                <a:t>: </a:t>
              </a:r>
              <a:r>
                <a:rPr lang="en-US" sz="1200">
                  <a:solidFill>
                    <a:srgbClr val="4C9AFF"/>
                  </a:solidFill>
                  <a:latin typeface="Segoe UI"/>
                  <a:cs typeface="Segoe UI"/>
                </a:rPr>
                <a:t>24</a:t>
              </a:r>
              <a:endParaRPr lang="en-US">
                <a:solidFill>
                  <a:srgbClr val="000000"/>
                </a:solidFill>
                <a:latin typeface="Calibri"/>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a:solidFill>
                    <a:srgbClr val="F2A93B"/>
                  </a:solidFill>
                  <a:latin typeface="Segoe UI"/>
                  <a:cs typeface="Segoe UI"/>
                </a:rPr>
                <a:t>GRU</a:t>
              </a:r>
              <a:r>
                <a:rPr lang="en-US" sz="1200">
                  <a:solidFill>
                    <a:srgbClr val="C7CDD4"/>
                  </a:solidFill>
                  <a:latin typeface="Segoe UI"/>
                  <a:cs typeface="Segoe UI"/>
                </a:rPr>
                <a:t>: </a:t>
              </a:r>
              <a:r>
                <a:rPr lang="en-US" sz="1200">
                  <a:solidFill>
                    <a:srgbClr val="4C9AFF"/>
                  </a:solidFill>
                  <a:latin typeface="Segoe UI"/>
                  <a:cs typeface="Segoe UI"/>
                </a:rPr>
                <a:t>48</a:t>
              </a:r>
              <a:endParaRPr lang="en-US">
                <a:solidFill>
                  <a:srgbClr val="000000"/>
                </a:solidFill>
                <a:latin typeface="Calibri" panose="020F0502020204030204"/>
                <a:ea typeface="Calibri"/>
                <a:cs typeface="Calibri"/>
              </a:endParaRPr>
            </a:p>
            <a:p>
              <a:pPr>
                <a:lnSpc>
                  <a:spcPct val="108000"/>
                </a:lnSpc>
              </a:pPr>
              <a:endParaRPr lang="en-US" sz="1200">
                <a:solidFill>
                  <a:srgbClr val="F2A93B"/>
                </a:solidFill>
                <a:latin typeface="Segoe UI"/>
                <a:cs typeface="Segoe UI"/>
              </a:endParaRPr>
            </a:p>
            <a:p>
              <a:pPr>
                <a:lnSpc>
                  <a:spcPct val="108000"/>
                </a:lnSpc>
              </a:pPr>
              <a:r>
                <a:rPr lang="en-US" sz="1200" err="1">
                  <a:solidFill>
                    <a:srgbClr val="F2A93B"/>
                  </a:solidFill>
                  <a:latin typeface="Segoe UI"/>
                  <a:cs typeface="Segoe UI"/>
                </a:rPr>
                <a:t>lr</a:t>
              </a:r>
              <a:r>
                <a:rPr lang="en-US" sz="1200">
                  <a:solidFill>
                    <a:srgbClr val="C7CDD4"/>
                  </a:solidFill>
                  <a:latin typeface="Segoe UI"/>
                  <a:cs typeface="Segoe UI"/>
                </a:rPr>
                <a:t>: </a:t>
              </a:r>
              <a:r>
                <a:rPr lang="en-US" sz="1200">
                  <a:solidFill>
                    <a:srgbClr val="4C9AFF"/>
                  </a:solidFill>
                  <a:latin typeface="Segoe UI"/>
                  <a:cs typeface="Segoe UI"/>
                </a:rPr>
                <a:t>0.001</a:t>
              </a:r>
              <a:endParaRPr lang="en-US">
                <a:ea typeface="Calibri"/>
                <a:cs typeface="Calibri"/>
              </a:endParaRPr>
            </a:p>
            <a:p>
              <a:pPr>
                <a:lnSpc>
                  <a:spcPct val="108000"/>
                </a:lnSpc>
              </a:pPr>
              <a:endParaRPr lang="en-US" sz="1200">
                <a:solidFill>
                  <a:srgbClr val="4C9AFF"/>
                </a:solidFill>
                <a:latin typeface="Segoe UI"/>
                <a:cs typeface="Segoe UI"/>
              </a:endParaRPr>
            </a:p>
            <a:p>
              <a:pPr>
                <a:lnSpc>
                  <a:spcPct val="108000"/>
                </a:lnSpc>
              </a:pPr>
              <a:r>
                <a:rPr lang="en-US" sz="1200">
                  <a:solidFill>
                    <a:srgbClr val="C7CDD4"/>
                  </a:solidFill>
                  <a:latin typeface="Segoe UI"/>
                  <a:cs typeface="Segoe UI"/>
                </a:rPr>
                <a:t>Min Evaluation Loss: </a:t>
              </a:r>
              <a:r>
                <a:rPr lang="en-US" sz="1200">
                  <a:solidFill>
                    <a:srgbClr val="4C9AFF"/>
                  </a:solidFill>
                  <a:latin typeface="Segoe UI"/>
                  <a:cs typeface="Segoe UI"/>
                </a:rPr>
                <a:t>~1.23 </a:t>
              </a:r>
              <a:r>
                <a:rPr lang="en-US" sz="1200">
                  <a:solidFill>
                    <a:srgbClr val="C7CDD4"/>
                  </a:solidFill>
                  <a:latin typeface="Segoe UI"/>
                  <a:cs typeface="Segoe UI"/>
                </a:rPr>
                <a:t>(epoch 84)</a:t>
              </a:r>
            </a:p>
          </p:txBody>
        </p:sp>
      </p:grpSp>
      <p:sp>
        <p:nvSpPr>
          <p:cNvPr id="26" name="Slide Number Placeholder 0">
            <a:extLst>
              <a:ext uri="{FF2B5EF4-FFF2-40B4-BE49-F238E27FC236}">
                <a16:creationId xmlns:a16="http://schemas.microsoft.com/office/drawing/2014/main" id="{D324B9AD-0DDE-F688-D8B5-1FEB6FCE761E}"/>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31</a:t>
            </a:fld>
            <a:endParaRPr lang="en-US" noProof="0"/>
          </a:p>
        </p:txBody>
      </p:sp>
    </p:spTree>
    <p:extLst>
      <p:ext uri="{BB962C8B-B14F-4D97-AF65-F5344CB8AC3E}">
        <p14:creationId xmlns:p14="http://schemas.microsoft.com/office/powerpoint/2010/main" val="1444377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1C133-AE87-2F5D-2CCA-6770DA069BD1}"/>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5AD1FF57-C892-13D7-F4EE-E131A6EF22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6" name="Slide Number Placeholder 0">
            <a:extLst>
              <a:ext uri="{FF2B5EF4-FFF2-40B4-BE49-F238E27FC236}">
                <a16:creationId xmlns:a16="http://schemas.microsoft.com/office/drawing/2014/main" id="{71B42E07-15CE-D90D-1726-766C75C33820}"/>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32</a:t>
            </a:fld>
            <a:endParaRPr lang="en-US" noProof="0"/>
          </a:p>
        </p:txBody>
      </p:sp>
    </p:spTree>
    <p:extLst>
      <p:ext uri="{BB962C8B-B14F-4D97-AF65-F5344CB8AC3E}">
        <p14:creationId xmlns:p14="http://schemas.microsoft.com/office/powerpoint/2010/main" val="1923676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2221-0FE1-29D1-A5FF-81992EE87A12}"/>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F3808844-7861-D5CE-7982-BACAE08C91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6" name="Slide Number Placeholder 0">
            <a:extLst>
              <a:ext uri="{FF2B5EF4-FFF2-40B4-BE49-F238E27FC236}">
                <a16:creationId xmlns:a16="http://schemas.microsoft.com/office/drawing/2014/main" id="{520C32D7-8890-9A15-C35F-19ABB655884D}"/>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33</a:t>
            </a:fld>
            <a:endParaRPr lang="en-US" noProof="0"/>
          </a:p>
        </p:txBody>
      </p:sp>
    </p:spTree>
    <p:extLst>
      <p:ext uri="{BB962C8B-B14F-4D97-AF65-F5344CB8AC3E}">
        <p14:creationId xmlns:p14="http://schemas.microsoft.com/office/powerpoint/2010/main" val="3974342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6289B-F418-6B3D-4C8E-CAD5B5BE29E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D2B86AF-DFF0-DF17-0BF3-073471FA9F2B}"/>
              </a:ext>
            </a:extLst>
          </p:cNvPr>
          <p:cNvSpPr/>
          <p:nvPr/>
        </p:nvSpPr>
        <p:spPr>
          <a:xfrm>
            <a:off x="731520" y="896112"/>
            <a:ext cx="10728655" cy="822960"/>
          </a:xfrm>
          <a:prstGeom prst="rect">
            <a:avLst/>
          </a:prstGeom>
          <a:noFill/>
          <a:ln/>
        </p:spPr>
        <p:txBody>
          <a:bodyPr wrap="square" lIns="0" tIns="0" rIns="0" bIns="0" rtlCol="0" anchor="t"/>
          <a:lstStyle/>
          <a:p>
            <a:r>
              <a:rPr lang="en-US" sz="3800">
                <a:solidFill>
                  <a:srgbClr val="F2F6FB"/>
                </a:solidFill>
                <a:latin typeface="Segoe UI Semibold"/>
                <a:cs typeface="Segoe UI Semibold"/>
              </a:rPr>
              <a:t>Limitations and future improvements </a:t>
            </a:r>
            <a:endParaRPr lang="de-DE"/>
          </a:p>
        </p:txBody>
      </p:sp>
      <p:sp>
        <p:nvSpPr>
          <p:cNvPr id="19" name="Text 17">
            <a:extLst>
              <a:ext uri="{FF2B5EF4-FFF2-40B4-BE49-F238E27FC236}">
                <a16:creationId xmlns:a16="http://schemas.microsoft.com/office/drawing/2014/main" id="{20431A09-716D-25CE-D365-FDB78BC17081}"/>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AI gesture model · Robin</a:t>
            </a:r>
            <a:endParaRPr lang="en-US" sz="1000" noProof="0"/>
          </a:p>
        </p:txBody>
      </p:sp>
      <p:sp>
        <p:nvSpPr>
          <p:cNvPr id="26" name="Slide Number Placeholder 0">
            <a:extLst>
              <a:ext uri="{FF2B5EF4-FFF2-40B4-BE49-F238E27FC236}">
                <a16:creationId xmlns:a16="http://schemas.microsoft.com/office/drawing/2014/main" id="{05173DEA-7614-627F-5008-0739CBED8B0D}"/>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34</a:t>
            </a:fld>
            <a:endParaRPr lang="en-US" noProof="0"/>
          </a:p>
        </p:txBody>
      </p:sp>
      <p:sp>
        <p:nvSpPr>
          <p:cNvPr id="9" name="Shape 35">
            <a:extLst>
              <a:ext uri="{FF2B5EF4-FFF2-40B4-BE49-F238E27FC236}">
                <a16:creationId xmlns:a16="http://schemas.microsoft.com/office/drawing/2014/main" id="{49656EE1-6D7C-9A0F-0F82-6C0D7C1ED310}"/>
              </a:ext>
            </a:extLst>
          </p:cNvPr>
          <p:cNvSpPr/>
          <p:nvPr/>
        </p:nvSpPr>
        <p:spPr>
          <a:xfrm>
            <a:off x="984380" y="2002644"/>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14" name="Text 36">
            <a:extLst>
              <a:ext uri="{FF2B5EF4-FFF2-40B4-BE49-F238E27FC236}">
                <a16:creationId xmlns:a16="http://schemas.microsoft.com/office/drawing/2014/main" id="{A55DF6E2-635E-7A2D-85C0-B6FD1B36F68B}"/>
              </a:ext>
            </a:extLst>
          </p:cNvPr>
          <p:cNvSpPr/>
          <p:nvPr/>
        </p:nvSpPr>
        <p:spPr>
          <a:xfrm>
            <a:off x="1267844" y="1909253"/>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Currently pure audio input for </a:t>
            </a:r>
            <a:r>
              <a:rPr lang="en-US" sz="1400" err="1">
                <a:solidFill>
                  <a:srgbClr val="F2F6FB"/>
                </a:solidFill>
                <a:latin typeface="Segoe UI"/>
                <a:cs typeface="Segoe UI"/>
              </a:rPr>
              <a:t>th</a:t>
            </a:r>
            <a:r>
              <a:rPr lang="en-US" sz="1400">
                <a:solidFill>
                  <a:srgbClr val="F2F6FB"/>
                </a:solidFill>
                <a:latin typeface="Segoe UI"/>
                <a:cs typeface="Segoe UI"/>
              </a:rPr>
              <a:t>e ML model</a:t>
            </a:r>
          </a:p>
        </p:txBody>
      </p:sp>
      <p:sp>
        <p:nvSpPr>
          <p:cNvPr id="16" name="Text 36">
            <a:extLst>
              <a:ext uri="{FF2B5EF4-FFF2-40B4-BE49-F238E27FC236}">
                <a16:creationId xmlns:a16="http://schemas.microsoft.com/office/drawing/2014/main" id="{169A8878-D25E-88D2-3EFB-1224D47737C2}"/>
              </a:ext>
            </a:extLst>
          </p:cNvPr>
          <p:cNvSpPr/>
          <p:nvPr/>
        </p:nvSpPr>
        <p:spPr>
          <a:xfrm>
            <a:off x="1703813" y="2261819"/>
            <a:ext cx="5660381" cy="257943"/>
          </a:xfrm>
          <a:prstGeom prst="rect">
            <a:avLst/>
          </a:prstGeom>
          <a:noFill/>
          <a:ln/>
        </p:spPr>
        <p:txBody>
          <a:bodyPr wrap="square" lIns="0" tIns="0" rIns="0" bIns="0" rtlCol="0" anchor="t"/>
          <a:lstStyle/>
          <a:p>
            <a:pPr>
              <a:lnSpc>
                <a:spcPct val="108000"/>
              </a:lnSpc>
            </a:pPr>
            <a:r>
              <a:rPr lang="en-US" sz="1300" b="1">
                <a:solidFill>
                  <a:srgbClr val="F2A93B"/>
                </a:solidFill>
                <a:latin typeface="Segoe UI"/>
                <a:cs typeface="Segoe UI"/>
              </a:rPr>
              <a:t>BEAT2 </a:t>
            </a:r>
            <a:r>
              <a:rPr lang="en-US" sz="1400">
                <a:solidFill>
                  <a:srgbClr val="F2F6FB"/>
                </a:solidFill>
                <a:latin typeface="Segoe UI"/>
                <a:cs typeface="Segoe UI"/>
              </a:rPr>
              <a:t>contains additional metadata (including emotion keys)</a:t>
            </a:r>
            <a:endParaRPr lang="en-US" sz="1400" noProof="0">
              <a:solidFill>
                <a:srgbClr val="4C9AFF"/>
              </a:solidFill>
              <a:latin typeface="Segoe UI"/>
              <a:cs typeface="Segoe UI"/>
            </a:endParaRPr>
          </a:p>
        </p:txBody>
      </p:sp>
      <p:sp>
        <p:nvSpPr>
          <p:cNvPr id="30" name="Shape 10">
            <a:extLst>
              <a:ext uri="{FF2B5EF4-FFF2-40B4-BE49-F238E27FC236}">
                <a16:creationId xmlns:a16="http://schemas.microsoft.com/office/drawing/2014/main" id="{D12CD9A1-1CC9-1161-0B69-9B2632FECDC4}"/>
              </a:ext>
            </a:extLst>
          </p:cNvPr>
          <p:cNvSpPr/>
          <p:nvPr/>
        </p:nvSpPr>
        <p:spPr>
          <a:xfrm>
            <a:off x="1418521" y="2339379"/>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37" name="Shape 35">
            <a:extLst>
              <a:ext uri="{FF2B5EF4-FFF2-40B4-BE49-F238E27FC236}">
                <a16:creationId xmlns:a16="http://schemas.microsoft.com/office/drawing/2014/main" id="{02415AEE-6404-0D92-E0DD-934871FFB6E4}"/>
              </a:ext>
            </a:extLst>
          </p:cNvPr>
          <p:cNvSpPr/>
          <p:nvPr/>
        </p:nvSpPr>
        <p:spPr>
          <a:xfrm>
            <a:off x="980588" y="2798762"/>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38" name="Text 36">
            <a:extLst>
              <a:ext uri="{FF2B5EF4-FFF2-40B4-BE49-F238E27FC236}">
                <a16:creationId xmlns:a16="http://schemas.microsoft.com/office/drawing/2014/main" id="{AA0029ED-B828-A5FD-197A-D90C087CFC6B}"/>
              </a:ext>
            </a:extLst>
          </p:cNvPr>
          <p:cNvSpPr/>
          <p:nvPr/>
        </p:nvSpPr>
        <p:spPr>
          <a:xfrm>
            <a:off x="1264052" y="2705371"/>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GPU acceleration</a:t>
            </a:r>
            <a:endParaRPr lang="de-DE"/>
          </a:p>
        </p:txBody>
      </p:sp>
      <p:sp>
        <p:nvSpPr>
          <p:cNvPr id="41" name="Shape 35">
            <a:extLst>
              <a:ext uri="{FF2B5EF4-FFF2-40B4-BE49-F238E27FC236}">
                <a16:creationId xmlns:a16="http://schemas.microsoft.com/office/drawing/2014/main" id="{7E1D728B-CDF2-DF91-0508-3D4A59C1B7F2}"/>
              </a:ext>
            </a:extLst>
          </p:cNvPr>
          <p:cNvSpPr/>
          <p:nvPr/>
        </p:nvSpPr>
        <p:spPr>
          <a:xfrm>
            <a:off x="980588" y="3280225"/>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42" name="Text 36">
            <a:extLst>
              <a:ext uri="{FF2B5EF4-FFF2-40B4-BE49-F238E27FC236}">
                <a16:creationId xmlns:a16="http://schemas.microsoft.com/office/drawing/2014/main" id="{A1017C9D-1DA3-F397-44C4-A6EAC2D42613}"/>
              </a:ext>
            </a:extLst>
          </p:cNvPr>
          <p:cNvSpPr/>
          <p:nvPr/>
        </p:nvSpPr>
        <p:spPr>
          <a:xfrm>
            <a:off x="1264052" y="3186834"/>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Improved </a:t>
            </a:r>
            <a:r>
              <a:rPr lang="en-US" sz="1300" b="1">
                <a:solidFill>
                  <a:srgbClr val="F2A93B"/>
                </a:solidFill>
                <a:latin typeface="Segoe UI"/>
                <a:cs typeface="Segoe UI"/>
              </a:rPr>
              <a:t>BEAT2 </a:t>
            </a:r>
            <a:r>
              <a:rPr lang="en-US" sz="1400">
                <a:solidFill>
                  <a:srgbClr val="F2F6FB"/>
                </a:solidFill>
                <a:latin typeface="Segoe UI"/>
                <a:cs typeface="Segoe UI"/>
              </a:rPr>
              <a:t>to </a:t>
            </a:r>
            <a:r>
              <a:rPr lang="en-US" sz="1400" err="1">
                <a:solidFill>
                  <a:srgbClr val="F2F6FB"/>
                </a:solidFill>
                <a:latin typeface="Segoe UI"/>
                <a:cs typeface="Segoe UI"/>
              </a:rPr>
              <a:t>Ohbot</a:t>
            </a:r>
            <a:r>
              <a:rPr lang="en-US" sz="1400">
                <a:solidFill>
                  <a:srgbClr val="F2F6FB"/>
                </a:solidFill>
                <a:latin typeface="Segoe UI"/>
                <a:cs typeface="Segoe UI"/>
              </a:rPr>
              <a:t> conversion</a:t>
            </a:r>
            <a:endParaRPr lang="de-DE"/>
          </a:p>
        </p:txBody>
      </p:sp>
      <p:sp>
        <p:nvSpPr>
          <p:cNvPr id="45" name="Text 36">
            <a:extLst>
              <a:ext uri="{FF2B5EF4-FFF2-40B4-BE49-F238E27FC236}">
                <a16:creationId xmlns:a16="http://schemas.microsoft.com/office/drawing/2014/main" id="{095CD2EE-EB4E-7813-658B-785BAE27E06B}"/>
              </a:ext>
            </a:extLst>
          </p:cNvPr>
          <p:cNvSpPr/>
          <p:nvPr/>
        </p:nvSpPr>
        <p:spPr>
          <a:xfrm>
            <a:off x="1700021" y="3569728"/>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Extraction of accurate Eye and Mouth movement from</a:t>
            </a:r>
            <a:r>
              <a:rPr lang="en-US" sz="1300" b="1">
                <a:solidFill>
                  <a:srgbClr val="F2A93B"/>
                </a:solidFill>
                <a:latin typeface="Segoe UI"/>
                <a:cs typeface="Segoe UI"/>
              </a:rPr>
              <a:t> BEAT2 </a:t>
            </a:r>
            <a:endParaRPr lang="en-US" sz="1400" noProof="0">
              <a:solidFill>
                <a:srgbClr val="F2F6FB"/>
              </a:solidFill>
              <a:latin typeface="Segoe UI"/>
              <a:cs typeface="Segoe UI"/>
            </a:endParaRPr>
          </a:p>
        </p:txBody>
      </p:sp>
      <p:sp>
        <p:nvSpPr>
          <p:cNvPr id="46" name="Shape 10">
            <a:extLst>
              <a:ext uri="{FF2B5EF4-FFF2-40B4-BE49-F238E27FC236}">
                <a16:creationId xmlns:a16="http://schemas.microsoft.com/office/drawing/2014/main" id="{4713DF34-AD45-1260-3F14-C326A74972C8}"/>
              </a:ext>
            </a:extLst>
          </p:cNvPr>
          <p:cNvSpPr/>
          <p:nvPr/>
        </p:nvSpPr>
        <p:spPr>
          <a:xfrm>
            <a:off x="1414729" y="3647288"/>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
        <p:nvSpPr>
          <p:cNvPr id="47" name="Shape 35">
            <a:extLst>
              <a:ext uri="{FF2B5EF4-FFF2-40B4-BE49-F238E27FC236}">
                <a16:creationId xmlns:a16="http://schemas.microsoft.com/office/drawing/2014/main" id="{AF606251-E8E0-B064-8ECF-2ADB35AA0060}"/>
              </a:ext>
            </a:extLst>
          </p:cNvPr>
          <p:cNvSpPr/>
          <p:nvPr/>
        </p:nvSpPr>
        <p:spPr>
          <a:xfrm>
            <a:off x="988169" y="4110463"/>
            <a:ext cx="100584" cy="100584"/>
          </a:xfrm>
          <a:prstGeom prst="roundRect">
            <a:avLst>
              <a:gd name="adj" fmla="val 454545"/>
            </a:avLst>
          </a:prstGeom>
          <a:solidFill>
            <a:srgbClr val="F2A93B"/>
          </a:solidFill>
          <a:ln w="6350">
            <a:solidFill>
              <a:srgbClr val="F2A93B"/>
            </a:solidFill>
            <a:prstDash val="solid"/>
          </a:ln>
        </p:spPr>
        <p:txBody>
          <a:bodyPr/>
          <a:lstStyle/>
          <a:p>
            <a:endParaRPr lang="en-US" noProof="0"/>
          </a:p>
        </p:txBody>
      </p:sp>
      <p:sp>
        <p:nvSpPr>
          <p:cNvPr id="48" name="Text 36">
            <a:extLst>
              <a:ext uri="{FF2B5EF4-FFF2-40B4-BE49-F238E27FC236}">
                <a16:creationId xmlns:a16="http://schemas.microsoft.com/office/drawing/2014/main" id="{C75241BE-6BE0-ABB5-9CDA-D0C3CC869B98}"/>
              </a:ext>
            </a:extLst>
          </p:cNvPr>
          <p:cNvSpPr/>
          <p:nvPr/>
        </p:nvSpPr>
        <p:spPr>
          <a:xfrm>
            <a:off x="1271633" y="4017072"/>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Sentence based clip generation</a:t>
            </a:r>
          </a:p>
        </p:txBody>
      </p:sp>
      <p:sp>
        <p:nvSpPr>
          <p:cNvPr id="49" name="Text 36">
            <a:extLst>
              <a:ext uri="{FF2B5EF4-FFF2-40B4-BE49-F238E27FC236}">
                <a16:creationId xmlns:a16="http://schemas.microsoft.com/office/drawing/2014/main" id="{E00DFD51-2B9D-5CC6-4F6E-6DEF1F42F037}"/>
              </a:ext>
            </a:extLst>
          </p:cNvPr>
          <p:cNvSpPr/>
          <p:nvPr/>
        </p:nvSpPr>
        <p:spPr>
          <a:xfrm>
            <a:off x="1707602" y="4399966"/>
            <a:ext cx="5660381" cy="257943"/>
          </a:xfrm>
          <a:prstGeom prst="rect">
            <a:avLst/>
          </a:prstGeom>
          <a:noFill/>
          <a:ln/>
        </p:spPr>
        <p:txBody>
          <a:bodyPr wrap="square" lIns="0" tIns="0" rIns="0" bIns="0" rtlCol="0" anchor="t"/>
          <a:lstStyle/>
          <a:p>
            <a:pPr>
              <a:lnSpc>
                <a:spcPct val="108000"/>
              </a:lnSpc>
            </a:pPr>
            <a:r>
              <a:rPr lang="en-US" sz="1400">
                <a:solidFill>
                  <a:srgbClr val="F2F6FB"/>
                </a:solidFill>
                <a:latin typeface="Segoe UI"/>
                <a:cs typeface="Segoe UI"/>
              </a:rPr>
              <a:t>The ML model's history state does not extend past the sentence start</a:t>
            </a:r>
            <a:endParaRPr lang="de-DE"/>
          </a:p>
        </p:txBody>
      </p:sp>
      <p:sp>
        <p:nvSpPr>
          <p:cNvPr id="50" name="Shape 10">
            <a:extLst>
              <a:ext uri="{FF2B5EF4-FFF2-40B4-BE49-F238E27FC236}">
                <a16:creationId xmlns:a16="http://schemas.microsoft.com/office/drawing/2014/main" id="{6178B9BE-4D78-D895-89DC-63A3AF6A32D4}"/>
              </a:ext>
            </a:extLst>
          </p:cNvPr>
          <p:cNvSpPr/>
          <p:nvPr/>
        </p:nvSpPr>
        <p:spPr>
          <a:xfrm>
            <a:off x="1422310" y="4477526"/>
            <a:ext cx="100584" cy="100584"/>
          </a:xfrm>
          <a:prstGeom prst="roundRect">
            <a:avLst>
              <a:gd name="adj" fmla="val 454545"/>
            </a:avLst>
          </a:prstGeom>
          <a:solidFill>
            <a:srgbClr val="C7CDD4"/>
          </a:solidFill>
          <a:ln w="6350">
            <a:solidFill>
              <a:srgbClr val="C7CDD4"/>
            </a:solidFill>
            <a:prstDash val="solid"/>
          </a:ln>
        </p:spPr>
        <p:txBody>
          <a:bodyPr/>
          <a:lstStyle/>
          <a:p>
            <a:endParaRPr lang="en-US" noProof="0"/>
          </a:p>
        </p:txBody>
      </p:sp>
    </p:spTree>
    <p:extLst>
      <p:ext uri="{BB962C8B-B14F-4D97-AF65-F5344CB8AC3E}">
        <p14:creationId xmlns:p14="http://schemas.microsoft.com/office/powerpoint/2010/main" val="1128727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731520" y="1828800"/>
            <a:ext cx="1465326" cy="310896"/>
          </a:xfrm>
          <a:prstGeom prst="roundRect">
            <a:avLst>
              <a:gd name="adj" fmla="val 147059"/>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1892808"/>
            <a:ext cx="1465326"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PART THREE</a:t>
            </a:r>
            <a:endParaRPr lang="en-US" sz="1050" noProof="0"/>
          </a:p>
        </p:txBody>
      </p:sp>
      <p:sp>
        <p:nvSpPr>
          <p:cNvPr id="4" name="Text 2"/>
          <p:cNvSpPr/>
          <p:nvPr/>
        </p:nvSpPr>
        <p:spPr>
          <a:xfrm>
            <a:off x="731520" y="2340864"/>
            <a:ext cx="7863840" cy="1371600"/>
          </a:xfrm>
          <a:prstGeom prst="rect">
            <a:avLst/>
          </a:prstGeom>
          <a:noFill/>
          <a:ln/>
        </p:spPr>
        <p:txBody>
          <a:bodyPr wrap="square" lIns="0" tIns="0" rIns="0" bIns="0" rtlCol="0" anchor="t"/>
          <a:lstStyle/>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Motion, inside</a:t>
            </a:r>
            <a:endParaRPr lang="en-US" sz="4400" noProof="0"/>
          </a:p>
          <a:p>
            <a:pPr marL="0" indent="0">
              <a:lnSpc>
                <a:spcPct val="105000"/>
              </a:lnSpc>
              <a:buNone/>
            </a:pPr>
            <a:r>
              <a:rPr lang="en-US" sz="4400" noProof="0">
                <a:solidFill>
                  <a:srgbClr val="F2F6FB"/>
                </a:solidFill>
                <a:latin typeface="Segoe UI Semibold" pitchFamily="34" charset="0"/>
                <a:ea typeface="Segoe UI Semibold" pitchFamily="34" charset="-122"/>
                <a:cs typeface="Segoe UI Semibold" pitchFamily="34" charset="-120"/>
              </a:rPr>
              <a:t>the mixer</a:t>
            </a:r>
            <a:endParaRPr lang="en-US" sz="4400" noProof="0"/>
          </a:p>
        </p:txBody>
      </p:sp>
      <p:sp>
        <p:nvSpPr>
          <p:cNvPr id="5" name="Text 3"/>
          <p:cNvSpPr/>
          <p:nvPr/>
        </p:nvSpPr>
        <p:spPr>
          <a:xfrm>
            <a:off x="731520" y="3840480"/>
            <a:ext cx="7863840" cy="402336"/>
          </a:xfrm>
          <a:prstGeom prst="rect">
            <a:avLst/>
          </a:prstGeom>
          <a:noFill/>
          <a:ln/>
        </p:spPr>
        <p:txBody>
          <a:bodyPr wrap="square" lIns="0" tIns="0" rIns="0" bIns="0" rtlCol="0" anchor="t"/>
          <a:lstStyle/>
          <a:p>
            <a:pPr marL="0" indent="0">
              <a:buNone/>
            </a:pPr>
            <a:r>
              <a:rPr lang="en-US" sz="2000" noProof="0">
                <a:solidFill>
                  <a:srgbClr val="5FD08A"/>
                </a:solidFill>
                <a:latin typeface="Segoe UI" pitchFamily="34" charset="0"/>
                <a:ea typeface="Segoe UI" pitchFamily="34" charset="-122"/>
                <a:cs typeface="Segoe UI" pitchFamily="34" charset="-120"/>
              </a:rPr>
              <a:t>Jason</a:t>
            </a:r>
            <a:endParaRPr lang="en-US" sz="2000" noProof="0"/>
          </a:p>
        </p:txBody>
      </p:sp>
      <p:sp>
        <p:nvSpPr>
          <p:cNvPr id="7" name="Shape 5"/>
          <p:cNvSpPr/>
          <p:nvPr/>
        </p:nvSpPr>
        <p:spPr>
          <a:xfrm>
            <a:off x="8869680" y="2194560"/>
            <a:ext cx="2587752" cy="2651760"/>
          </a:xfrm>
          <a:prstGeom prst="roundRect">
            <a:avLst>
              <a:gd name="adj" fmla="val 2827"/>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9" name="Text 7"/>
          <p:cNvSpPr/>
          <p:nvPr/>
        </p:nvSpPr>
        <p:spPr>
          <a:xfrm>
            <a:off x="731520" y="6126480"/>
            <a:ext cx="6400800" cy="256032"/>
          </a:xfrm>
          <a:prstGeom prst="rect">
            <a:avLst/>
          </a:prstGeom>
          <a:noFill/>
          <a:ln/>
        </p:spPr>
        <p:txBody>
          <a:bodyPr wrap="square" lIns="0" tIns="0" rIns="0" bIns="0" rtlCol="0" anchor="t"/>
          <a:lstStyle/>
          <a:p>
            <a:r>
              <a:rPr lang="en-US" sz="1000" noProof="0">
                <a:solidFill>
                  <a:srgbClr val="8A97A9"/>
                </a:solidFill>
                <a:latin typeface="Segoe UI" pitchFamily="34" charset="0"/>
                <a:ea typeface="Segoe UI" pitchFamily="34" charset="-122"/>
                <a:cs typeface="Segoe UI" pitchFamily="34" charset="-120"/>
              </a:rPr>
              <a:t>Motion and controller</a:t>
            </a:r>
            <a:r>
              <a:rPr lang="en-US" sz="1000">
                <a:solidFill>
                  <a:srgbClr val="8A97A9"/>
                </a:solidFill>
                <a:latin typeface="Segoe UI" pitchFamily="34" charset="0"/>
                <a:ea typeface="Segoe UI" pitchFamily="34" charset="-122"/>
                <a:cs typeface="Segoe UI" pitchFamily="34" charset="-120"/>
              </a:rPr>
              <a:t> · Jason</a:t>
            </a:r>
            <a:endParaRPr lang="en-US" sz="1000"/>
          </a:p>
          <a:p>
            <a:pPr marL="0" indent="0">
              <a:buNone/>
            </a:pPr>
            <a:endParaRPr lang="en-US" sz="1000" noProof="0"/>
          </a:p>
        </p:txBody>
      </p:sp>
      <p:sp>
        <p:nvSpPr>
          <p:cNvPr id="10" name="Shape 8"/>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1" name="Shape 9"/>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4" name="Shape 12"/>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5" name="Shape 13"/>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35</a:t>
            </a:fld>
            <a:endParaRPr lang="en-US" noProof="0"/>
          </a:p>
        </p:txBody>
      </p:sp>
      <p:pic>
        <p:nvPicPr>
          <p:cNvPr id="17" name="Grafik 16">
            <a:extLst>
              <a:ext uri="{FF2B5EF4-FFF2-40B4-BE49-F238E27FC236}">
                <a16:creationId xmlns:a16="http://schemas.microsoft.com/office/drawing/2014/main" id="{E1D788A3-2DE9-89B4-2196-0DE85FE0320F}"/>
              </a:ext>
            </a:extLst>
          </p:cNvPr>
          <p:cNvPicPr>
            <a:picLocks noChangeAspect="1"/>
          </p:cNvPicPr>
          <p:nvPr/>
        </p:nvPicPr>
        <p:blipFill>
          <a:blip r:embed="rId3"/>
          <a:stretch>
            <a:fillRect/>
          </a:stretch>
        </p:blipFill>
        <p:spPr>
          <a:xfrm>
            <a:off x="9014439" y="2270446"/>
            <a:ext cx="2298234" cy="249998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9AC5A-E1EE-476A-ADF8-31EDC95A5B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CD8053-2ACB-5D63-5EDA-F78F9E0DEF65}"/>
              </a:ext>
            </a:extLst>
          </p:cNvPr>
          <p:cNvSpPr/>
          <p:nvPr/>
        </p:nvSpPr>
        <p:spPr>
          <a:xfrm>
            <a:off x="731520" y="457200"/>
            <a:ext cx="2171014" cy="292608"/>
          </a:xfrm>
          <a:prstGeom prst="roundRect">
            <a:avLst>
              <a:gd name="adj" fmla="val 156250"/>
            </a:avLst>
          </a:prstGeom>
          <a:solidFill>
            <a:srgbClr val="0F1826"/>
          </a:solidFill>
          <a:ln w="12700">
            <a:solidFill>
              <a:srgbClr val="5AC583"/>
            </a:solidFill>
            <a:prstDash val="solid"/>
          </a:ln>
        </p:spPr>
        <p:txBody>
          <a:bodyPr/>
          <a:lstStyle/>
          <a:p>
            <a:endParaRPr lang="en-US" noProof="0"/>
          </a:p>
        </p:txBody>
      </p:sp>
      <p:sp>
        <p:nvSpPr>
          <p:cNvPr id="3" name="Text 1">
            <a:extLst>
              <a:ext uri="{FF2B5EF4-FFF2-40B4-BE49-F238E27FC236}">
                <a16:creationId xmlns:a16="http://schemas.microsoft.com/office/drawing/2014/main" id="{33BD8192-85E2-358D-41BF-E3AD0295144D}"/>
              </a:ext>
            </a:extLst>
          </p:cNvPr>
          <p:cNvSpPr/>
          <p:nvPr/>
        </p:nvSpPr>
        <p:spPr>
          <a:xfrm>
            <a:off x="731520" y="512064"/>
            <a:ext cx="2171014" cy="182880"/>
          </a:xfrm>
          <a:prstGeom prst="rect">
            <a:avLst/>
          </a:prstGeom>
          <a:noFill/>
          <a:ln/>
        </p:spPr>
        <p:txBody>
          <a:bodyPr wrap="square" lIns="0" tIns="0" rIns="0" bIns="0" rtlCol="0" anchor="t"/>
          <a:lstStyle/>
          <a:p>
            <a:pPr marL="0" indent="0" algn="ctr">
              <a:buNone/>
            </a:pPr>
            <a:r>
              <a:rPr lang="en-US" sz="1050" b="1" kern="0" spc="110" noProof="0">
                <a:solidFill>
                  <a:srgbClr val="479A6C"/>
                </a:solidFill>
                <a:latin typeface="Segoe UI" pitchFamily="34" charset="0"/>
                <a:ea typeface="Segoe UI" pitchFamily="34" charset="-122"/>
                <a:cs typeface="Segoe UI" pitchFamily="34" charset="-120"/>
              </a:rPr>
              <a:t>New Mixer</a:t>
            </a:r>
            <a:endParaRPr lang="en-US" sz="1050" noProof="0">
              <a:solidFill>
                <a:srgbClr val="479A6C"/>
              </a:solidFill>
            </a:endParaRPr>
          </a:p>
        </p:txBody>
      </p:sp>
      <p:sp>
        <p:nvSpPr>
          <p:cNvPr id="4" name="Text 2">
            <a:extLst>
              <a:ext uri="{FF2B5EF4-FFF2-40B4-BE49-F238E27FC236}">
                <a16:creationId xmlns:a16="http://schemas.microsoft.com/office/drawing/2014/main" id="{0BF58FEE-272C-781F-7765-4E5D4830067B}"/>
              </a:ext>
            </a:extLst>
          </p:cNvPr>
          <p:cNvSpPr/>
          <p:nvPr/>
        </p:nvSpPr>
        <p:spPr>
          <a:xfrm>
            <a:off x="731520" y="896112"/>
            <a:ext cx="10728655" cy="822960"/>
          </a:xfrm>
          <a:prstGeom prst="rect">
            <a:avLst/>
          </a:prstGeom>
          <a:noFill/>
          <a:ln/>
        </p:spPr>
        <p:txBody>
          <a:bodyPr wrap="square" lIns="0" tIns="0" rIns="0" bIns="0" rtlCol="0" anchor="t"/>
          <a:lstStyle/>
          <a:p>
            <a:pPr marL="0" indent="0">
              <a:buNone/>
            </a:pPr>
            <a:r>
              <a:rPr lang="en-US" sz="3600" noProof="0">
                <a:solidFill>
                  <a:srgbClr val="F2F6FB"/>
                </a:solidFill>
                <a:latin typeface="Segoe UI Semibold" pitchFamily="34" charset="0"/>
                <a:ea typeface="Segoe UI Semibold" pitchFamily="34" charset="-122"/>
                <a:cs typeface="Segoe UI Semibold" pitchFamily="34" charset="-120"/>
              </a:rPr>
              <a:t>Old Setup</a:t>
            </a:r>
            <a:endParaRPr lang="en-US" sz="3600" noProof="0"/>
          </a:p>
        </p:txBody>
      </p:sp>
      <p:sp>
        <p:nvSpPr>
          <p:cNvPr id="21" name="Shape 11">
            <a:extLst>
              <a:ext uri="{FF2B5EF4-FFF2-40B4-BE49-F238E27FC236}">
                <a16:creationId xmlns:a16="http://schemas.microsoft.com/office/drawing/2014/main" id="{C1B5A827-B107-A22F-05D4-26476F664EBE}"/>
              </a:ext>
            </a:extLst>
          </p:cNvPr>
          <p:cNvSpPr/>
          <p:nvPr/>
        </p:nvSpPr>
        <p:spPr>
          <a:xfrm>
            <a:off x="8656268" y="3282307"/>
            <a:ext cx="2071206" cy="77246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23" name="Textfeld 22">
            <a:extLst>
              <a:ext uri="{FF2B5EF4-FFF2-40B4-BE49-F238E27FC236}">
                <a16:creationId xmlns:a16="http://schemas.microsoft.com/office/drawing/2014/main" id="{66EA8023-8EB7-4B72-6D7B-4729AA70391D}"/>
              </a:ext>
            </a:extLst>
          </p:cNvPr>
          <p:cNvSpPr txBox="1"/>
          <p:nvPr/>
        </p:nvSpPr>
        <p:spPr>
          <a:xfrm>
            <a:off x="8703167" y="3483874"/>
            <a:ext cx="1977407" cy="369332"/>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Action</a:t>
            </a:r>
          </a:p>
        </p:txBody>
      </p:sp>
      <p:cxnSp>
        <p:nvCxnSpPr>
          <p:cNvPr id="26" name="Gerade Verbindung mit Pfeil 25">
            <a:extLst>
              <a:ext uri="{FF2B5EF4-FFF2-40B4-BE49-F238E27FC236}">
                <a16:creationId xmlns:a16="http://schemas.microsoft.com/office/drawing/2014/main" id="{BAE9566B-6AD8-4148-1D44-33404D3376D2}"/>
              </a:ext>
            </a:extLst>
          </p:cNvPr>
          <p:cNvCxnSpPr>
            <a:cxnSpLocks/>
            <a:stCxn id="21" idx="1"/>
            <a:endCxn id="28" idx="3"/>
          </p:cNvCxnSpPr>
          <p:nvPr/>
        </p:nvCxnSpPr>
        <p:spPr>
          <a:xfrm flipH="1">
            <a:off x="6766192" y="3668540"/>
            <a:ext cx="1890076" cy="0"/>
          </a:xfrm>
          <a:prstGeom prst="straightConnector1">
            <a:avLst/>
          </a:prstGeom>
          <a:ln>
            <a:solidFill>
              <a:srgbClr val="5AC583"/>
            </a:solidFill>
            <a:tailEnd type="triangle"/>
          </a:ln>
        </p:spPr>
        <p:style>
          <a:lnRef idx="1">
            <a:schemeClr val="accent1"/>
          </a:lnRef>
          <a:fillRef idx="0">
            <a:schemeClr val="accent1"/>
          </a:fillRef>
          <a:effectRef idx="0">
            <a:schemeClr val="accent1"/>
          </a:effectRef>
          <a:fontRef idx="minor">
            <a:schemeClr val="tx1"/>
          </a:fontRef>
        </p:style>
      </p:cxnSp>
      <p:sp>
        <p:nvSpPr>
          <p:cNvPr id="28" name="Shape 11">
            <a:extLst>
              <a:ext uri="{FF2B5EF4-FFF2-40B4-BE49-F238E27FC236}">
                <a16:creationId xmlns:a16="http://schemas.microsoft.com/office/drawing/2014/main" id="{B725D247-4468-14EB-1FB0-77B2B79CA15E}"/>
              </a:ext>
            </a:extLst>
          </p:cNvPr>
          <p:cNvSpPr/>
          <p:nvPr/>
        </p:nvSpPr>
        <p:spPr>
          <a:xfrm>
            <a:off x="3290831" y="3150066"/>
            <a:ext cx="3475361" cy="1036948"/>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39" name="Text 3">
            <a:extLst>
              <a:ext uri="{FF2B5EF4-FFF2-40B4-BE49-F238E27FC236}">
                <a16:creationId xmlns:a16="http://schemas.microsoft.com/office/drawing/2014/main" id="{C6022530-CC71-22A2-A14E-22A5090D9599}"/>
              </a:ext>
            </a:extLst>
          </p:cNvPr>
          <p:cNvSpPr/>
          <p:nvPr/>
        </p:nvSpPr>
        <p:spPr>
          <a:xfrm>
            <a:off x="883920" y="1721501"/>
            <a:ext cx="3422791" cy="365760"/>
          </a:xfrm>
          <a:prstGeom prst="rect">
            <a:avLst/>
          </a:prstGeom>
          <a:noFill/>
          <a:ln/>
        </p:spPr>
        <p:txBody>
          <a:bodyPr wrap="square" lIns="0" tIns="0" rIns="0" bIns="0" rtlCol="0" anchor="t"/>
          <a:lstStyle/>
          <a:p>
            <a:pPr marL="0" indent="0">
              <a:buNone/>
            </a:pPr>
            <a:r>
              <a:rPr lang="en-US" sz="1450" i="1" noProof="0">
                <a:solidFill>
                  <a:srgbClr val="8A97A9"/>
                </a:solidFill>
                <a:latin typeface="Segoe UI" pitchFamily="34" charset="0"/>
                <a:ea typeface="Segoe UI" pitchFamily="34" charset="-122"/>
                <a:cs typeface="Segoe UI" pitchFamily="34" charset="-120"/>
              </a:rPr>
              <a:t>Movement via Offset</a:t>
            </a:r>
            <a:endParaRPr lang="en-US" sz="1450" noProof="0"/>
          </a:p>
        </p:txBody>
      </p:sp>
      <p:sp>
        <p:nvSpPr>
          <p:cNvPr id="900" name="Slide Number Placeholder 900">
            <a:extLst>
              <a:ext uri="{FF2B5EF4-FFF2-40B4-BE49-F238E27FC236}">
                <a16:creationId xmlns:a16="http://schemas.microsoft.com/office/drawing/2014/main" id="{95BD8533-739E-A6D0-F215-576C4096D6DA}"/>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36</a:t>
            </a:fld>
            <a:endParaRPr lang="en-US" noProof="0"/>
          </a:p>
        </p:txBody>
      </p:sp>
      <p:sp>
        <p:nvSpPr>
          <p:cNvPr id="41" name="Text 7">
            <a:extLst>
              <a:ext uri="{FF2B5EF4-FFF2-40B4-BE49-F238E27FC236}">
                <a16:creationId xmlns:a16="http://schemas.microsoft.com/office/drawing/2014/main" id="{674CBD74-5E61-5A88-1DF3-C944366FC60C}"/>
              </a:ext>
            </a:extLst>
          </p:cNvPr>
          <p:cNvSpPr/>
          <p:nvPr/>
        </p:nvSpPr>
        <p:spPr>
          <a:xfrm>
            <a:off x="731520" y="6126480"/>
            <a:ext cx="6400800" cy="256032"/>
          </a:xfrm>
          <a:prstGeom prst="rect">
            <a:avLst/>
          </a:prstGeom>
          <a:noFill/>
          <a:ln/>
        </p:spPr>
        <p:txBody>
          <a:bodyPr wrap="square" lIns="0" tIns="0" rIns="0" bIns="0" rtlCol="0" anchor="t"/>
          <a:lstStyle/>
          <a:p>
            <a:r>
              <a:rPr lang="en-US" sz="1000" noProof="0">
                <a:solidFill>
                  <a:srgbClr val="8A97A9"/>
                </a:solidFill>
                <a:latin typeface="Segoe UI" pitchFamily="34" charset="0"/>
                <a:ea typeface="Segoe UI" pitchFamily="34" charset="-122"/>
                <a:cs typeface="Segoe UI" pitchFamily="34" charset="-120"/>
              </a:rPr>
              <a:t>Motion and controller</a:t>
            </a:r>
            <a:r>
              <a:rPr lang="en-US" sz="1000">
                <a:solidFill>
                  <a:srgbClr val="8A97A9"/>
                </a:solidFill>
                <a:latin typeface="Segoe UI" pitchFamily="34" charset="0"/>
                <a:ea typeface="Segoe UI" pitchFamily="34" charset="-122"/>
                <a:cs typeface="Segoe UI" pitchFamily="34" charset="-120"/>
              </a:rPr>
              <a:t> · Jason</a:t>
            </a:r>
            <a:endParaRPr lang="en-US" sz="1000"/>
          </a:p>
          <a:p>
            <a:pPr marL="0" indent="0">
              <a:buNone/>
            </a:pPr>
            <a:endParaRPr lang="en-US" sz="1000" noProof="0"/>
          </a:p>
        </p:txBody>
      </p:sp>
      <p:sp>
        <p:nvSpPr>
          <p:cNvPr id="43" name="Shape 8">
            <a:extLst>
              <a:ext uri="{FF2B5EF4-FFF2-40B4-BE49-F238E27FC236}">
                <a16:creationId xmlns:a16="http://schemas.microsoft.com/office/drawing/2014/main" id="{88542201-9BA9-4881-C68F-781ED669BB9F}"/>
              </a:ext>
            </a:extLst>
          </p:cNvPr>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5" name="Shape 9">
            <a:extLst>
              <a:ext uri="{FF2B5EF4-FFF2-40B4-BE49-F238E27FC236}">
                <a16:creationId xmlns:a16="http://schemas.microsoft.com/office/drawing/2014/main" id="{F6982166-4FAB-5C57-471F-6BD1BD47AD05}"/>
              </a:ext>
            </a:extLst>
          </p:cNvPr>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7" name="Shape 10">
            <a:extLst>
              <a:ext uri="{FF2B5EF4-FFF2-40B4-BE49-F238E27FC236}">
                <a16:creationId xmlns:a16="http://schemas.microsoft.com/office/drawing/2014/main" id="{778767C6-0EB6-F81C-C1CA-52CA80B2D106}"/>
              </a:ext>
            </a:extLst>
          </p:cNvPr>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9" name="Shape 11">
            <a:extLst>
              <a:ext uri="{FF2B5EF4-FFF2-40B4-BE49-F238E27FC236}">
                <a16:creationId xmlns:a16="http://schemas.microsoft.com/office/drawing/2014/main" id="{2ABCF498-7373-62CC-1693-24A05363E5AE}"/>
              </a:ext>
            </a:extLst>
          </p:cNvPr>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51" name="Shape 12">
            <a:extLst>
              <a:ext uri="{FF2B5EF4-FFF2-40B4-BE49-F238E27FC236}">
                <a16:creationId xmlns:a16="http://schemas.microsoft.com/office/drawing/2014/main" id="{74EF0FEB-02BD-920C-5344-8824FA91C891}"/>
              </a:ext>
            </a:extLst>
          </p:cNvPr>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53" name="Shape 13">
            <a:extLst>
              <a:ext uri="{FF2B5EF4-FFF2-40B4-BE49-F238E27FC236}">
                <a16:creationId xmlns:a16="http://schemas.microsoft.com/office/drawing/2014/main" id="{A8E57BA8-F47F-06D3-65A8-45A39899E6F6}"/>
              </a:ext>
            </a:extLst>
          </p:cNvPr>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16" name="Textfeld 15">
            <a:extLst>
              <a:ext uri="{FF2B5EF4-FFF2-40B4-BE49-F238E27FC236}">
                <a16:creationId xmlns:a16="http://schemas.microsoft.com/office/drawing/2014/main" id="{CA885CA0-EEDE-6617-54EF-58C38718E1F1}"/>
              </a:ext>
            </a:extLst>
          </p:cNvPr>
          <p:cNvSpPr txBox="1"/>
          <p:nvPr/>
        </p:nvSpPr>
        <p:spPr>
          <a:xfrm>
            <a:off x="3418716" y="3448251"/>
            <a:ext cx="3219591" cy="369332"/>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Offset Queue</a:t>
            </a:r>
          </a:p>
        </p:txBody>
      </p:sp>
      <p:sp>
        <p:nvSpPr>
          <p:cNvPr id="24" name="Textfeld 23">
            <a:extLst>
              <a:ext uri="{FF2B5EF4-FFF2-40B4-BE49-F238E27FC236}">
                <a16:creationId xmlns:a16="http://schemas.microsoft.com/office/drawing/2014/main" id="{337A3D91-46A8-32A2-349B-A43B916C1534}"/>
              </a:ext>
            </a:extLst>
          </p:cNvPr>
          <p:cNvSpPr txBox="1"/>
          <p:nvPr/>
        </p:nvSpPr>
        <p:spPr>
          <a:xfrm>
            <a:off x="6873088" y="3281009"/>
            <a:ext cx="1783181"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Send request</a:t>
            </a:r>
          </a:p>
        </p:txBody>
      </p:sp>
      <p:sp>
        <p:nvSpPr>
          <p:cNvPr id="38" name="Shape 11">
            <a:extLst>
              <a:ext uri="{FF2B5EF4-FFF2-40B4-BE49-F238E27FC236}">
                <a16:creationId xmlns:a16="http://schemas.microsoft.com/office/drawing/2014/main" id="{8CC81884-46E1-8977-F090-BEDD666370F9}"/>
              </a:ext>
            </a:extLst>
          </p:cNvPr>
          <p:cNvSpPr/>
          <p:nvPr/>
        </p:nvSpPr>
        <p:spPr>
          <a:xfrm>
            <a:off x="3386086" y="5146180"/>
            <a:ext cx="3284849" cy="978423"/>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46" name="Textfeld 45">
            <a:extLst>
              <a:ext uri="{FF2B5EF4-FFF2-40B4-BE49-F238E27FC236}">
                <a16:creationId xmlns:a16="http://schemas.microsoft.com/office/drawing/2014/main" id="{51C10097-AB84-BD55-E6D5-E0D1C17BBAE9}"/>
              </a:ext>
            </a:extLst>
          </p:cNvPr>
          <p:cNvSpPr txBox="1"/>
          <p:nvPr/>
        </p:nvSpPr>
        <p:spPr>
          <a:xfrm>
            <a:off x="3824692" y="5423339"/>
            <a:ext cx="2407636" cy="369332"/>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Motion Offset</a:t>
            </a:r>
          </a:p>
        </p:txBody>
      </p:sp>
      <p:cxnSp>
        <p:nvCxnSpPr>
          <p:cNvPr id="48" name="Gerade Verbindung mit Pfeil 47">
            <a:extLst>
              <a:ext uri="{FF2B5EF4-FFF2-40B4-BE49-F238E27FC236}">
                <a16:creationId xmlns:a16="http://schemas.microsoft.com/office/drawing/2014/main" id="{1F1B413B-CB38-FB0B-3545-E7ACCEDAF111}"/>
              </a:ext>
            </a:extLst>
          </p:cNvPr>
          <p:cNvCxnSpPr>
            <a:cxnSpLocks/>
            <a:stCxn id="28" idx="2"/>
          </p:cNvCxnSpPr>
          <p:nvPr/>
        </p:nvCxnSpPr>
        <p:spPr>
          <a:xfrm>
            <a:off x="5028512" y="4187014"/>
            <a:ext cx="0" cy="959166"/>
          </a:xfrm>
          <a:prstGeom prst="straightConnector1">
            <a:avLst/>
          </a:prstGeom>
          <a:ln>
            <a:solidFill>
              <a:srgbClr val="5AC583"/>
            </a:solidFill>
            <a:tailEnd type="triangle"/>
          </a:ln>
        </p:spPr>
        <p:style>
          <a:lnRef idx="1">
            <a:schemeClr val="accent1"/>
          </a:lnRef>
          <a:fillRef idx="0">
            <a:schemeClr val="accent1"/>
          </a:fillRef>
          <a:effectRef idx="0">
            <a:schemeClr val="accent1"/>
          </a:effectRef>
          <a:fontRef idx="minor">
            <a:schemeClr val="tx1"/>
          </a:fontRef>
        </p:style>
      </p:cxnSp>
      <p:sp>
        <p:nvSpPr>
          <p:cNvPr id="55" name="Textfeld 54">
            <a:extLst>
              <a:ext uri="{FF2B5EF4-FFF2-40B4-BE49-F238E27FC236}">
                <a16:creationId xmlns:a16="http://schemas.microsoft.com/office/drawing/2014/main" id="{D6B88455-2010-E348-3DE2-3BAAF4653602}"/>
              </a:ext>
            </a:extLst>
          </p:cNvPr>
          <p:cNvSpPr txBox="1"/>
          <p:nvPr/>
        </p:nvSpPr>
        <p:spPr>
          <a:xfrm>
            <a:off x="3415120" y="4425358"/>
            <a:ext cx="1783181" cy="523220"/>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Applies relative</a:t>
            </a:r>
          </a:p>
          <a:p>
            <a:pPr algn="ctr"/>
            <a:r>
              <a:rPr lang="en-US" sz="1400" noProof="0">
                <a:solidFill>
                  <a:schemeClr val="bg1"/>
                </a:solidFill>
                <a:latin typeface="Segoe UI Semibold" panose="020B0702040204020203" pitchFamily="34" charset="0"/>
                <a:cs typeface="Segoe UI Semibold" panose="020B0702040204020203" pitchFamily="34" charset="0"/>
              </a:rPr>
              <a:t>Delta</a:t>
            </a:r>
          </a:p>
        </p:txBody>
      </p:sp>
      <p:cxnSp>
        <p:nvCxnSpPr>
          <p:cNvPr id="62" name="Verbinder: gewinkelt 61">
            <a:extLst>
              <a:ext uri="{FF2B5EF4-FFF2-40B4-BE49-F238E27FC236}">
                <a16:creationId xmlns:a16="http://schemas.microsoft.com/office/drawing/2014/main" id="{164BCDD0-5502-25BD-00E8-2F04B6AC92AA}"/>
              </a:ext>
            </a:extLst>
          </p:cNvPr>
          <p:cNvCxnSpPr>
            <a:cxnSpLocks/>
            <a:endCxn id="28" idx="0"/>
          </p:cNvCxnSpPr>
          <p:nvPr/>
        </p:nvCxnSpPr>
        <p:spPr>
          <a:xfrm>
            <a:off x="2902534" y="2550144"/>
            <a:ext cx="2125978" cy="599922"/>
          </a:xfrm>
          <a:prstGeom prst="bentConnector2">
            <a:avLst/>
          </a:prstGeom>
          <a:ln>
            <a:solidFill>
              <a:srgbClr val="5FD08A"/>
            </a:solidFill>
          </a:ln>
        </p:spPr>
        <p:style>
          <a:lnRef idx="1">
            <a:schemeClr val="accent1"/>
          </a:lnRef>
          <a:fillRef idx="0">
            <a:schemeClr val="accent1"/>
          </a:fillRef>
          <a:effectRef idx="0">
            <a:schemeClr val="accent1"/>
          </a:effectRef>
          <a:fontRef idx="minor">
            <a:schemeClr val="tx1"/>
          </a:fontRef>
        </p:style>
      </p:cxnSp>
      <p:cxnSp>
        <p:nvCxnSpPr>
          <p:cNvPr id="897" name="Verbinder: gewinkelt 896">
            <a:extLst>
              <a:ext uri="{FF2B5EF4-FFF2-40B4-BE49-F238E27FC236}">
                <a16:creationId xmlns:a16="http://schemas.microsoft.com/office/drawing/2014/main" id="{5C24DD80-94EF-C30F-0C6F-2539F72A23D7}"/>
              </a:ext>
            </a:extLst>
          </p:cNvPr>
          <p:cNvCxnSpPr>
            <a:cxnSpLocks/>
          </p:cNvCxnSpPr>
          <p:nvPr/>
        </p:nvCxnSpPr>
        <p:spPr>
          <a:xfrm rot="16200000" flipH="1">
            <a:off x="2542492" y="2906140"/>
            <a:ext cx="1108378" cy="388298"/>
          </a:xfrm>
          <a:prstGeom prst="bentConnector2">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sp>
        <p:nvSpPr>
          <p:cNvPr id="899" name="Textfeld 898">
            <a:extLst>
              <a:ext uri="{FF2B5EF4-FFF2-40B4-BE49-F238E27FC236}">
                <a16:creationId xmlns:a16="http://schemas.microsoft.com/office/drawing/2014/main" id="{CACE282B-F213-B5EB-CAE1-54B93863295E}"/>
              </a:ext>
            </a:extLst>
          </p:cNvPr>
          <p:cNvSpPr txBox="1"/>
          <p:nvPr/>
        </p:nvSpPr>
        <p:spPr>
          <a:xfrm>
            <a:off x="1119353" y="2696216"/>
            <a:ext cx="1783181" cy="523220"/>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called in each Mixer-Loop</a:t>
            </a:r>
          </a:p>
        </p:txBody>
      </p:sp>
      <p:sp>
        <p:nvSpPr>
          <p:cNvPr id="904" name="Shape 11">
            <a:extLst>
              <a:ext uri="{FF2B5EF4-FFF2-40B4-BE49-F238E27FC236}">
                <a16:creationId xmlns:a16="http://schemas.microsoft.com/office/drawing/2014/main" id="{DF8BA5B3-BAB2-15B9-993B-10CEDF9FD5C5}"/>
              </a:ext>
            </a:extLst>
          </p:cNvPr>
          <p:cNvSpPr/>
          <p:nvPr/>
        </p:nvSpPr>
        <p:spPr>
          <a:xfrm>
            <a:off x="7223954" y="4749458"/>
            <a:ext cx="3814834" cy="1577591"/>
          </a:xfrm>
          <a:prstGeom prst="roundRect">
            <a:avLst>
              <a:gd name="adj" fmla="val 3125"/>
            </a:avLst>
          </a:prstGeom>
          <a:solidFill>
            <a:srgbClr val="131E2E"/>
          </a:solidFill>
          <a:ln w="12700">
            <a:solidFill>
              <a:srgbClr val="FFC000"/>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906" name="Textfeld 905">
            <a:extLst>
              <a:ext uri="{FF2B5EF4-FFF2-40B4-BE49-F238E27FC236}">
                <a16:creationId xmlns:a16="http://schemas.microsoft.com/office/drawing/2014/main" id="{4BA734E3-3671-486F-05B5-5C7CB32BD8F7}"/>
              </a:ext>
            </a:extLst>
          </p:cNvPr>
          <p:cNvSpPr txBox="1"/>
          <p:nvPr/>
        </p:nvSpPr>
        <p:spPr>
          <a:xfrm>
            <a:off x="7269674" y="4881141"/>
            <a:ext cx="3891662" cy="1323439"/>
          </a:xfrm>
          <a:prstGeom prst="rect">
            <a:avLst/>
          </a:prstGeom>
          <a:noFill/>
        </p:spPr>
        <p:txBody>
          <a:bodyPr wrap="square" rtlCol="0">
            <a:spAutoFit/>
          </a:bodyPr>
          <a:lstStyle/>
          <a:p>
            <a:pPr marL="285750" indent="-285750">
              <a:buFont typeface="Arial" panose="020B0604020202020204" pitchFamily="34" charset="0"/>
              <a:buChar char="•"/>
            </a:pPr>
            <a:r>
              <a:rPr lang="en-US" sz="1600" noProof="0">
                <a:solidFill>
                  <a:schemeClr val="bg1"/>
                </a:solidFill>
                <a:latin typeface="Segoe UI Semibold" panose="020B0702040204020203" pitchFamily="34" charset="0"/>
                <a:cs typeface="Segoe UI Semibold" panose="020B0702040204020203" pitchFamily="34" charset="0"/>
              </a:rPr>
              <a:t>Allowed for actions during speech </a:t>
            </a:r>
          </a:p>
          <a:p>
            <a:pPr marL="285750" indent="-285750">
              <a:buFont typeface="Arial" panose="020B0604020202020204" pitchFamily="34" charset="0"/>
              <a:buChar char="•"/>
            </a:pPr>
            <a:r>
              <a:rPr lang="en-US" sz="1600" noProof="0">
                <a:solidFill>
                  <a:schemeClr val="bg1"/>
                </a:solidFill>
                <a:latin typeface="Segoe UI Semibold" panose="020B0702040204020203" pitchFamily="34" charset="0"/>
                <a:cs typeface="Segoe UI Semibold" panose="020B0702040204020203" pitchFamily="34" charset="0"/>
              </a:rPr>
              <a:t>Movements would expire via decrementing</a:t>
            </a:r>
          </a:p>
          <a:p>
            <a:pPr marL="285750" indent="-285750">
              <a:buFont typeface="Arial" panose="020B0604020202020204" pitchFamily="34" charset="0"/>
              <a:buChar char="•"/>
            </a:pPr>
            <a:r>
              <a:rPr lang="en-US" sz="1600" noProof="0">
                <a:solidFill>
                  <a:srgbClr val="C00000"/>
                </a:solidFill>
                <a:latin typeface="Segoe UI Semibold" panose="020B0702040204020203" pitchFamily="34" charset="0"/>
                <a:cs typeface="Segoe UI Semibold" panose="020B0702040204020203" pitchFamily="34" charset="0"/>
              </a:rPr>
              <a:t>Did not allow for change of Lips </a:t>
            </a:r>
            <a:r>
              <a:rPr lang="en-US" sz="1600" noProof="0">
                <a:solidFill>
                  <a:srgbClr val="C00000"/>
                </a:solidFill>
                <a:latin typeface="Segoe UI Semibold" panose="020B0702040204020203" pitchFamily="34" charset="0"/>
                <a:cs typeface="Segoe UI Semibold" panose="020B0702040204020203" pitchFamily="34" charset="0"/>
                <a:sym typeface="Wingdings" panose="05000000000000000000" pitchFamily="2" charset="2"/>
              </a:rPr>
              <a:t> Locked by Speak function</a:t>
            </a:r>
            <a:endParaRPr lang="en-US" sz="1600" noProof="0">
              <a:solidFill>
                <a:srgbClr val="C00000"/>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071927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1FF2A-D4DD-EBE3-6F7E-7380D994A9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102E2E-9539-8732-B10B-7F14BC4D13BA}"/>
              </a:ext>
            </a:extLst>
          </p:cNvPr>
          <p:cNvSpPr/>
          <p:nvPr/>
        </p:nvSpPr>
        <p:spPr>
          <a:xfrm>
            <a:off x="731520" y="457200"/>
            <a:ext cx="2171014" cy="292608"/>
          </a:xfrm>
          <a:prstGeom prst="roundRect">
            <a:avLst>
              <a:gd name="adj" fmla="val 156250"/>
            </a:avLst>
          </a:prstGeom>
          <a:solidFill>
            <a:srgbClr val="0F1826"/>
          </a:solidFill>
          <a:ln w="12700">
            <a:solidFill>
              <a:srgbClr val="5AC583"/>
            </a:solidFill>
            <a:prstDash val="solid"/>
          </a:ln>
        </p:spPr>
        <p:txBody>
          <a:bodyPr/>
          <a:lstStyle/>
          <a:p>
            <a:endParaRPr lang="en-US" noProof="0"/>
          </a:p>
        </p:txBody>
      </p:sp>
      <p:sp>
        <p:nvSpPr>
          <p:cNvPr id="3" name="Text 1">
            <a:extLst>
              <a:ext uri="{FF2B5EF4-FFF2-40B4-BE49-F238E27FC236}">
                <a16:creationId xmlns:a16="http://schemas.microsoft.com/office/drawing/2014/main" id="{98B1AD26-198D-F0DC-F36A-67124DB6A93E}"/>
              </a:ext>
            </a:extLst>
          </p:cNvPr>
          <p:cNvSpPr/>
          <p:nvPr/>
        </p:nvSpPr>
        <p:spPr>
          <a:xfrm>
            <a:off x="731520" y="512064"/>
            <a:ext cx="2171014" cy="182880"/>
          </a:xfrm>
          <a:prstGeom prst="rect">
            <a:avLst/>
          </a:prstGeom>
          <a:noFill/>
          <a:ln/>
        </p:spPr>
        <p:txBody>
          <a:bodyPr wrap="square" lIns="0" tIns="0" rIns="0" bIns="0" rtlCol="0" anchor="t"/>
          <a:lstStyle/>
          <a:p>
            <a:pPr marL="0" indent="0" algn="ctr">
              <a:buNone/>
            </a:pPr>
            <a:r>
              <a:rPr lang="en-US" sz="1050" b="1" kern="0" spc="110" noProof="0">
                <a:solidFill>
                  <a:srgbClr val="479A6C"/>
                </a:solidFill>
                <a:latin typeface="Segoe UI" pitchFamily="34" charset="0"/>
                <a:ea typeface="Segoe UI" pitchFamily="34" charset="-122"/>
                <a:cs typeface="Segoe UI" pitchFamily="34" charset="-120"/>
              </a:rPr>
              <a:t>New Mixer</a:t>
            </a:r>
            <a:endParaRPr lang="en-US" sz="1050" noProof="0">
              <a:solidFill>
                <a:srgbClr val="479A6C"/>
              </a:solidFill>
            </a:endParaRPr>
          </a:p>
        </p:txBody>
      </p:sp>
      <p:sp>
        <p:nvSpPr>
          <p:cNvPr id="4" name="Text 2">
            <a:extLst>
              <a:ext uri="{FF2B5EF4-FFF2-40B4-BE49-F238E27FC236}">
                <a16:creationId xmlns:a16="http://schemas.microsoft.com/office/drawing/2014/main" id="{EDA82AA2-DA80-31F9-E4AA-DF6570F2F3B1}"/>
              </a:ext>
            </a:extLst>
          </p:cNvPr>
          <p:cNvSpPr/>
          <p:nvPr/>
        </p:nvSpPr>
        <p:spPr>
          <a:xfrm>
            <a:off x="731520" y="896112"/>
            <a:ext cx="10728655" cy="822960"/>
          </a:xfrm>
          <a:prstGeom prst="rect">
            <a:avLst/>
          </a:prstGeom>
          <a:noFill/>
          <a:ln/>
        </p:spPr>
        <p:txBody>
          <a:bodyPr wrap="square" lIns="0" tIns="0" rIns="0" bIns="0" rtlCol="0" anchor="t"/>
          <a:lstStyle/>
          <a:p>
            <a:pPr marL="0" indent="0">
              <a:buNone/>
            </a:pPr>
            <a:r>
              <a:rPr lang="en-US" sz="3600" noProof="0">
                <a:solidFill>
                  <a:srgbClr val="F2F6FB"/>
                </a:solidFill>
                <a:latin typeface="Segoe UI Semibold" pitchFamily="34" charset="0"/>
                <a:ea typeface="Segoe UI Semibold" pitchFamily="34" charset="-122"/>
                <a:cs typeface="Segoe UI Semibold" pitchFamily="34" charset="-120"/>
              </a:rPr>
              <a:t>Building a new Mixer</a:t>
            </a:r>
            <a:endParaRPr lang="en-US" sz="3600" noProof="0"/>
          </a:p>
        </p:txBody>
      </p:sp>
      <p:sp>
        <p:nvSpPr>
          <p:cNvPr id="5" name="Text 3">
            <a:extLst>
              <a:ext uri="{FF2B5EF4-FFF2-40B4-BE49-F238E27FC236}">
                <a16:creationId xmlns:a16="http://schemas.microsoft.com/office/drawing/2014/main" id="{4E474C47-FDE5-87ED-366C-AFE2C54298D4}"/>
              </a:ext>
            </a:extLst>
          </p:cNvPr>
          <p:cNvSpPr/>
          <p:nvPr/>
        </p:nvSpPr>
        <p:spPr>
          <a:xfrm>
            <a:off x="6883324" y="6239078"/>
            <a:ext cx="3731130" cy="365760"/>
          </a:xfrm>
          <a:prstGeom prst="rect">
            <a:avLst/>
          </a:prstGeom>
          <a:noFill/>
          <a:ln/>
        </p:spPr>
        <p:txBody>
          <a:bodyPr wrap="square" lIns="0" tIns="0" rIns="0" bIns="0" rtlCol="0" anchor="t"/>
          <a:lstStyle/>
          <a:p>
            <a:pPr marL="0" indent="0" algn="ctr">
              <a:buNone/>
            </a:pPr>
            <a:r>
              <a:rPr lang="en-US" sz="1450" i="1" noProof="0">
                <a:solidFill>
                  <a:srgbClr val="8A97A9"/>
                </a:solidFill>
                <a:latin typeface="Segoe UI" pitchFamily="34" charset="0"/>
                <a:ea typeface="Segoe UI" pitchFamily="34" charset="-122"/>
                <a:cs typeface="Segoe UI" pitchFamily="34" charset="-120"/>
              </a:rPr>
              <a:t>Visualization of "Happy" Emotion Servo Bias</a:t>
            </a:r>
            <a:endParaRPr lang="en-US" sz="1450" noProof="0"/>
          </a:p>
        </p:txBody>
      </p:sp>
      <p:sp>
        <p:nvSpPr>
          <p:cNvPr id="12" name="Shape 11">
            <a:extLst>
              <a:ext uri="{FF2B5EF4-FFF2-40B4-BE49-F238E27FC236}">
                <a16:creationId xmlns:a16="http://schemas.microsoft.com/office/drawing/2014/main" id="{83F1ABAD-131C-FFDA-0100-AB0556989DF9}"/>
              </a:ext>
            </a:extLst>
          </p:cNvPr>
          <p:cNvSpPr/>
          <p:nvPr/>
        </p:nvSpPr>
        <p:spPr>
          <a:xfrm>
            <a:off x="223520" y="2256969"/>
            <a:ext cx="3219591" cy="869245"/>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13" name="Textfeld 12">
            <a:extLst>
              <a:ext uri="{FF2B5EF4-FFF2-40B4-BE49-F238E27FC236}">
                <a16:creationId xmlns:a16="http://schemas.microsoft.com/office/drawing/2014/main" id="{0E23CC88-D515-D9D3-A553-D5BF38A8BEFD}"/>
              </a:ext>
            </a:extLst>
          </p:cNvPr>
          <p:cNvSpPr txBox="1"/>
          <p:nvPr/>
        </p:nvSpPr>
        <p:spPr>
          <a:xfrm>
            <a:off x="223520" y="2351107"/>
            <a:ext cx="3219591" cy="646331"/>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Emotions "set tone" of the speech</a:t>
            </a:r>
          </a:p>
        </p:txBody>
      </p:sp>
      <p:sp>
        <p:nvSpPr>
          <p:cNvPr id="17" name="Shape 11">
            <a:extLst>
              <a:ext uri="{FF2B5EF4-FFF2-40B4-BE49-F238E27FC236}">
                <a16:creationId xmlns:a16="http://schemas.microsoft.com/office/drawing/2014/main" id="{1FA9DE56-E463-C1CF-17C6-2AEC92B0AB0F}"/>
              </a:ext>
            </a:extLst>
          </p:cNvPr>
          <p:cNvSpPr/>
          <p:nvPr/>
        </p:nvSpPr>
        <p:spPr>
          <a:xfrm>
            <a:off x="4486051" y="2246915"/>
            <a:ext cx="3219591" cy="869245"/>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19" name="Textfeld 18">
            <a:extLst>
              <a:ext uri="{FF2B5EF4-FFF2-40B4-BE49-F238E27FC236}">
                <a16:creationId xmlns:a16="http://schemas.microsoft.com/office/drawing/2014/main" id="{53B4CFC3-5B95-5D09-CE98-F5CBC5EAC5B6}"/>
              </a:ext>
            </a:extLst>
          </p:cNvPr>
          <p:cNvSpPr txBox="1"/>
          <p:nvPr/>
        </p:nvSpPr>
        <p:spPr>
          <a:xfrm>
            <a:off x="4486051" y="2371095"/>
            <a:ext cx="3219591" cy="646331"/>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Speech Engine calculates lip movement for sentence</a:t>
            </a:r>
          </a:p>
        </p:txBody>
      </p:sp>
      <p:sp>
        <p:nvSpPr>
          <p:cNvPr id="21" name="Shape 11">
            <a:extLst>
              <a:ext uri="{FF2B5EF4-FFF2-40B4-BE49-F238E27FC236}">
                <a16:creationId xmlns:a16="http://schemas.microsoft.com/office/drawing/2014/main" id="{52402246-6F8B-879B-9664-8FD3A72BD734}"/>
              </a:ext>
            </a:extLst>
          </p:cNvPr>
          <p:cNvSpPr/>
          <p:nvPr/>
        </p:nvSpPr>
        <p:spPr>
          <a:xfrm>
            <a:off x="8748889" y="2239649"/>
            <a:ext cx="3219591" cy="869245"/>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23" name="Textfeld 22">
            <a:extLst>
              <a:ext uri="{FF2B5EF4-FFF2-40B4-BE49-F238E27FC236}">
                <a16:creationId xmlns:a16="http://schemas.microsoft.com/office/drawing/2014/main" id="{A276534C-F793-20BF-F3C1-F22E49395163}"/>
              </a:ext>
            </a:extLst>
          </p:cNvPr>
          <p:cNvSpPr txBox="1"/>
          <p:nvPr/>
        </p:nvSpPr>
        <p:spPr>
          <a:xfrm>
            <a:off x="8748889" y="2365785"/>
            <a:ext cx="3219591" cy="646331"/>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Lips applied as Delta on emotion</a:t>
            </a:r>
          </a:p>
        </p:txBody>
      </p:sp>
      <p:cxnSp>
        <p:nvCxnSpPr>
          <p:cNvPr id="25" name="Gerade Verbindung mit Pfeil 24">
            <a:extLst>
              <a:ext uri="{FF2B5EF4-FFF2-40B4-BE49-F238E27FC236}">
                <a16:creationId xmlns:a16="http://schemas.microsoft.com/office/drawing/2014/main" id="{6CA3F5A1-0419-196B-4C75-1D961A038B35}"/>
              </a:ext>
            </a:extLst>
          </p:cNvPr>
          <p:cNvCxnSpPr>
            <a:stCxn id="12" idx="3"/>
            <a:endCxn id="19" idx="1"/>
          </p:cNvCxnSpPr>
          <p:nvPr/>
        </p:nvCxnSpPr>
        <p:spPr>
          <a:xfrm>
            <a:off x="3443111" y="2691592"/>
            <a:ext cx="1042940" cy="2669"/>
          </a:xfrm>
          <a:prstGeom prst="straightConnector1">
            <a:avLst/>
          </a:prstGeom>
          <a:ln>
            <a:solidFill>
              <a:srgbClr val="5AC58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C862D713-BCB9-273D-F4AB-DD1B42A3A27E}"/>
              </a:ext>
            </a:extLst>
          </p:cNvPr>
          <p:cNvCxnSpPr/>
          <p:nvPr/>
        </p:nvCxnSpPr>
        <p:spPr>
          <a:xfrm>
            <a:off x="7705949" y="2698805"/>
            <a:ext cx="1042940" cy="2669"/>
          </a:xfrm>
          <a:prstGeom prst="straightConnector1">
            <a:avLst/>
          </a:prstGeom>
          <a:ln>
            <a:solidFill>
              <a:srgbClr val="5AC583"/>
            </a:solidFill>
            <a:tailEnd type="triangle"/>
          </a:ln>
        </p:spPr>
        <p:style>
          <a:lnRef idx="1">
            <a:schemeClr val="accent1"/>
          </a:lnRef>
          <a:fillRef idx="0">
            <a:schemeClr val="accent1"/>
          </a:fillRef>
          <a:effectRef idx="0">
            <a:schemeClr val="accent1"/>
          </a:effectRef>
          <a:fontRef idx="minor">
            <a:schemeClr val="tx1"/>
          </a:fontRef>
        </p:style>
      </p:cxnSp>
      <p:sp>
        <p:nvSpPr>
          <p:cNvPr id="28" name="Shape 11">
            <a:extLst>
              <a:ext uri="{FF2B5EF4-FFF2-40B4-BE49-F238E27FC236}">
                <a16:creationId xmlns:a16="http://schemas.microsoft.com/office/drawing/2014/main" id="{092DDCD2-DC68-6F6F-CBF2-F02428D5A523}"/>
              </a:ext>
            </a:extLst>
          </p:cNvPr>
          <p:cNvSpPr/>
          <p:nvPr/>
        </p:nvSpPr>
        <p:spPr>
          <a:xfrm>
            <a:off x="6873088" y="3412760"/>
            <a:ext cx="3731130" cy="278012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pic>
        <p:nvPicPr>
          <p:cNvPr id="34" name="Grafik 33">
            <a:extLst>
              <a:ext uri="{FF2B5EF4-FFF2-40B4-BE49-F238E27FC236}">
                <a16:creationId xmlns:a16="http://schemas.microsoft.com/office/drawing/2014/main" id="{A691F03D-D3CC-D9C7-9DFC-9A1C8E34FA58}"/>
              </a:ext>
            </a:extLst>
          </p:cNvPr>
          <p:cNvPicPr>
            <a:picLocks noChangeAspect="1"/>
          </p:cNvPicPr>
          <p:nvPr/>
        </p:nvPicPr>
        <p:blipFill>
          <a:blip r:embed="rId3"/>
          <a:stretch>
            <a:fillRect/>
          </a:stretch>
        </p:blipFill>
        <p:spPr>
          <a:xfrm>
            <a:off x="6971354" y="3488198"/>
            <a:ext cx="3542375" cy="2592090"/>
          </a:xfrm>
          <a:prstGeom prst="rect">
            <a:avLst/>
          </a:prstGeom>
        </p:spPr>
      </p:pic>
      <p:sp>
        <p:nvSpPr>
          <p:cNvPr id="37" name="Textfeld 36">
            <a:extLst>
              <a:ext uri="{FF2B5EF4-FFF2-40B4-BE49-F238E27FC236}">
                <a16:creationId xmlns:a16="http://schemas.microsoft.com/office/drawing/2014/main" id="{22610565-8BF1-C111-0E21-29CF6AF63B74}"/>
              </a:ext>
            </a:extLst>
          </p:cNvPr>
          <p:cNvSpPr txBox="1"/>
          <p:nvPr/>
        </p:nvSpPr>
        <p:spPr>
          <a:xfrm>
            <a:off x="466270" y="4064000"/>
            <a:ext cx="5953681" cy="1754326"/>
          </a:xfrm>
          <a:prstGeom prst="rect">
            <a:avLst/>
          </a:prstGeom>
          <a:noFill/>
          <a:ln>
            <a:noFill/>
          </a:ln>
        </p:spPr>
        <p:txBody>
          <a:bodyPr wrap="none" rtlCol="0">
            <a:spAutoFit/>
          </a:bodyPr>
          <a:lstStyle/>
          <a:p>
            <a:r>
              <a:rPr lang="en-US" noProof="0">
                <a:solidFill>
                  <a:schemeClr val="bg1"/>
                </a:solidFill>
                <a:latin typeface="Segoe UI Semibold" panose="020B0702040204020203" pitchFamily="34" charset="0"/>
                <a:cs typeface="Segoe UI Semibold" panose="020B0702040204020203" pitchFamily="34" charset="0"/>
              </a:rPr>
              <a:t>Emotion determined by [emotion] inside text string</a:t>
            </a:r>
          </a:p>
          <a:p>
            <a:endParaRPr lang="en-US" noProof="0">
              <a:solidFill>
                <a:schemeClr val="bg1"/>
              </a:solidFill>
              <a:latin typeface="Segoe UI Semibold" panose="020B0702040204020203" pitchFamily="34" charset="0"/>
              <a:cs typeface="Segoe UI Semibold" panose="020B0702040204020203" pitchFamily="34" charset="0"/>
            </a:endParaRPr>
          </a:p>
          <a:p>
            <a:r>
              <a:rPr lang="en-US" noProof="0">
                <a:solidFill>
                  <a:schemeClr val="bg1"/>
                </a:solidFill>
                <a:latin typeface="Segoe UI Semibold" panose="020B0702040204020203" pitchFamily="34" charset="0"/>
                <a:cs typeface="Segoe UI Semibold" panose="020B0702040204020203" pitchFamily="34" charset="0"/>
              </a:rPr>
              <a:t>Bias of emotions set in </a:t>
            </a:r>
            <a:r>
              <a:rPr lang="en-US" noProof="0">
                <a:solidFill>
                  <a:srgbClr val="5AC583"/>
                </a:solidFill>
                <a:latin typeface="Segoe UI Semibold" panose="020B0702040204020203" pitchFamily="34" charset="0"/>
                <a:cs typeface="Segoe UI Semibold" panose="020B0702040204020203" pitchFamily="34" charset="0"/>
              </a:rPr>
              <a:t>robot/emotions.py </a:t>
            </a:r>
          </a:p>
          <a:p>
            <a:endParaRPr lang="en-US" noProof="0">
              <a:solidFill>
                <a:schemeClr val="bg1"/>
              </a:solidFill>
              <a:latin typeface="Segoe UI Semibold" panose="020B0702040204020203" pitchFamily="34" charset="0"/>
              <a:cs typeface="Segoe UI Semibold" panose="020B0702040204020203" pitchFamily="34" charset="0"/>
            </a:endParaRPr>
          </a:p>
          <a:p>
            <a:pPr marL="285750" indent="-285750">
              <a:buFont typeface="Wingdings" panose="05000000000000000000" pitchFamily="2" charset="2"/>
              <a:buChar char="Ø"/>
            </a:pPr>
            <a:r>
              <a:rPr lang="en-US" noProof="0">
                <a:solidFill>
                  <a:schemeClr val="bg1"/>
                </a:solidFill>
                <a:latin typeface="Segoe UI Semibold" panose="020B0702040204020203" pitchFamily="34" charset="0"/>
                <a:cs typeface="Segoe UI Semibold" panose="020B0702040204020203" pitchFamily="34" charset="0"/>
              </a:rPr>
              <a:t>Modular; new emotions easily addable</a:t>
            </a:r>
          </a:p>
          <a:p>
            <a:pPr marL="285750" indent="-285750">
              <a:buFont typeface="Wingdings" panose="05000000000000000000" pitchFamily="2" charset="2"/>
              <a:buChar char="Ø"/>
            </a:pPr>
            <a:r>
              <a:rPr lang="en-US" noProof="0">
                <a:solidFill>
                  <a:schemeClr val="bg1"/>
                </a:solidFill>
                <a:latin typeface="Segoe UI Semibold" panose="020B0702040204020203" pitchFamily="34" charset="0"/>
                <a:cs typeface="Segoe UI Semibold" panose="020B0702040204020203" pitchFamily="34" charset="0"/>
              </a:rPr>
              <a:t>Easily combined with movement actions (nod, blink)</a:t>
            </a:r>
          </a:p>
        </p:txBody>
      </p:sp>
      <p:sp>
        <p:nvSpPr>
          <p:cNvPr id="39" name="Text 3">
            <a:extLst>
              <a:ext uri="{FF2B5EF4-FFF2-40B4-BE49-F238E27FC236}">
                <a16:creationId xmlns:a16="http://schemas.microsoft.com/office/drawing/2014/main" id="{56029570-1564-59DD-598A-1166B56AC272}"/>
              </a:ext>
            </a:extLst>
          </p:cNvPr>
          <p:cNvSpPr/>
          <p:nvPr/>
        </p:nvSpPr>
        <p:spPr>
          <a:xfrm>
            <a:off x="883920" y="1721501"/>
            <a:ext cx="3422791" cy="365760"/>
          </a:xfrm>
          <a:prstGeom prst="rect">
            <a:avLst/>
          </a:prstGeom>
          <a:noFill/>
          <a:ln/>
        </p:spPr>
        <p:txBody>
          <a:bodyPr wrap="square" lIns="0" tIns="0" rIns="0" bIns="0" rtlCol="0" anchor="t"/>
          <a:lstStyle/>
          <a:p>
            <a:pPr marL="0" indent="0">
              <a:buNone/>
            </a:pPr>
            <a:r>
              <a:rPr lang="en-US" sz="1450" i="1" noProof="0">
                <a:solidFill>
                  <a:srgbClr val="8A97A9"/>
                </a:solidFill>
                <a:latin typeface="Segoe UI" pitchFamily="34" charset="0"/>
                <a:ea typeface="Segoe UI" pitchFamily="34" charset="-122"/>
                <a:cs typeface="Segoe UI" pitchFamily="34" charset="-120"/>
              </a:rPr>
              <a:t>Combining Lip and Emotional Movement</a:t>
            </a:r>
            <a:endParaRPr lang="en-US" sz="1450" noProof="0"/>
          </a:p>
        </p:txBody>
      </p:sp>
      <p:sp>
        <p:nvSpPr>
          <p:cNvPr id="900" name="Slide Number Placeholder 90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37</a:t>
            </a:fld>
            <a:endParaRPr lang="en-US" noProof="0"/>
          </a:p>
        </p:txBody>
      </p:sp>
      <p:sp>
        <p:nvSpPr>
          <p:cNvPr id="41" name="Text 7">
            <a:extLst>
              <a:ext uri="{FF2B5EF4-FFF2-40B4-BE49-F238E27FC236}">
                <a16:creationId xmlns:a16="http://schemas.microsoft.com/office/drawing/2014/main" id="{06C84F89-8581-1342-B8F1-3779FCDB8F8C}"/>
              </a:ext>
            </a:extLst>
          </p:cNvPr>
          <p:cNvSpPr/>
          <p:nvPr/>
        </p:nvSpPr>
        <p:spPr>
          <a:xfrm>
            <a:off x="731520" y="6126480"/>
            <a:ext cx="6400800" cy="256032"/>
          </a:xfrm>
          <a:prstGeom prst="rect">
            <a:avLst/>
          </a:prstGeom>
          <a:noFill/>
          <a:ln/>
        </p:spPr>
        <p:txBody>
          <a:bodyPr wrap="square" lIns="0" tIns="0" rIns="0" bIns="0" rtlCol="0" anchor="t"/>
          <a:lstStyle/>
          <a:p>
            <a:r>
              <a:rPr lang="en-US" sz="1000" noProof="0">
                <a:solidFill>
                  <a:srgbClr val="8A97A9"/>
                </a:solidFill>
                <a:latin typeface="Segoe UI" pitchFamily="34" charset="0"/>
                <a:ea typeface="Segoe UI" pitchFamily="34" charset="-122"/>
                <a:cs typeface="Segoe UI" pitchFamily="34" charset="-120"/>
              </a:rPr>
              <a:t>Motion and controller</a:t>
            </a:r>
            <a:r>
              <a:rPr lang="en-US" sz="1000">
                <a:solidFill>
                  <a:srgbClr val="8A97A9"/>
                </a:solidFill>
                <a:latin typeface="Segoe UI" pitchFamily="34" charset="0"/>
                <a:ea typeface="Segoe UI" pitchFamily="34" charset="-122"/>
                <a:cs typeface="Segoe UI" pitchFamily="34" charset="-120"/>
              </a:rPr>
              <a:t> · Jason</a:t>
            </a:r>
            <a:endParaRPr lang="en-US" sz="1000"/>
          </a:p>
          <a:p>
            <a:pPr marL="0" indent="0">
              <a:buNone/>
            </a:pPr>
            <a:endParaRPr lang="en-US" sz="1000" noProof="0"/>
          </a:p>
        </p:txBody>
      </p:sp>
      <p:sp>
        <p:nvSpPr>
          <p:cNvPr id="43" name="Shape 8">
            <a:extLst>
              <a:ext uri="{FF2B5EF4-FFF2-40B4-BE49-F238E27FC236}">
                <a16:creationId xmlns:a16="http://schemas.microsoft.com/office/drawing/2014/main" id="{442737BB-6357-037A-20A1-4FFC7B4570E8}"/>
              </a:ext>
            </a:extLst>
          </p:cNvPr>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5" name="Shape 9">
            <a:extLst>
              <a:ext uri="{FF2B5EF4-FFF2-40B4-BE49-F238E27FC236}">
                <a16:creationId xmlns:a16="http://schemas.microsoft.com/office/drawing/2014/main" id="{5875BAFA-B70F-2C9D-C75F-A5F2838B0950}"/>
              </a:ext>
            </a:extLst>
          </p:cNvPr>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7" name="Shape 10">
            <a:extLst>
              <a:ext uri="{FF2B5EF4-FFF2-40B4-BE49-F238E27FC236}">
                <a16:creationId xmlns:a16="http://schemas.microsoft.com/office/drawing/2014/main" id="{79FAC82C-B572-DCA4-5C41-A8EEAE180B57}"/>
              </a:ext>
            </a:extLst>
          </p:cNvPr>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49" name="Shape 11">
            <a:extLst>
              <a:ext uri="{FF2B5EF4-FFF2-40B4-BE49-F238E27FC236}">
                <a16:creationId xmlns:a16="http://schemas.microsoft.com/office/drawing/2014/main" id="{E9D7D175-30FB-7C33-D297-CCEF903B0E2D}"/>
              </a:ext>
            </a:extLst>
          </p:cNvPr>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51" name="Shape 12">
            <a:extLst>
              <a:ext uri="{FF2B5EF4-FFF2-40B4-BE49-F238E27FC236}">
                <a16:creationId xmlns:a16="http://schemas.microsoft.com/office/drawing/2014/main" id="{C164464D-C3C7-B311-1A3D-ED9432A42568}"/>
              </a:ext>
            </a:extLst>
          </p:cNvPr>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53" name="Shape 13">
            <a:extLst>
              <a:ext uri="{FF2B5EF4-FFF2-40B4-BE49-F238E27FC236}">
                <a16:creationId xmlns:a16="http://schemas.microsoft.com/office/drawing/2014/main" id="{E70EA50D-9569-EE4F-714D-5AC0EB6CDBEA}"/>
              </a:ext>
            </a:extLst>
          </p:cNvPr>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Tree>
    <p:extLst>
      <p:ext uri="{BB962C8B-B14F-4D97-AF65-F5344CB8AC3E}">
        <p14:creationId xmlns:p14="http://schemas.microsoft.com/office/powerpoint/2010/main" val="1698134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31520" y="457200"/>
            <a:ext cx="3078328" cy="292608"/>
          </a:xfrm>
          <a:prstGeom prst="roundRect">
            <a:avLst>
              <a:gd name="adj" fmla="val 156250"/>
            </a:avLst>
          </a:prstGeom>
          <a:solidFill>
            <a:srgbClr val="0F1826"/>
          </a:solidFill>
          <a:ln w="12700">
            <a:solidFill>
              <a:srgbClr val="5FD08A"/>
            </a:solidFill>
            <a:prstDash val="solid"/>
          </a:ln>
        </p:spPr>
        <p:txBody>
          <a:bodyPr/>
          <a:lstStyle/>
          <a:p>
            <a:endParaRPr lang="en-US" noProof="0"/>
          </a:p>
        </p:txBody>
      </p:sp>
      <p:sp>
        <p:nvSpPr>
          <p:cNvPr id="3" name="Text 1"/>
          <p:cNvSpPr/>
          <p:nvPr/>
        </p:nvSpPr>
        <p:spPr>
          <a:xfrm>
            <a:off x="731520" y="512064"/>
            <a:ext cx="3078328"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cs typeface="Segoe UI" pitchFamily="34" charset="-120"/>
              </a:rPr>
              <a:t>Motion Offset</a:t>
            </a:r>
            <a:endParaRPr lang="en-US" sz="1050" noProof="0"/>
          </a:p>
        </p:txBody>
      </p:sp>
      <p:sp>
        <p:nvSpPr>
          <p:cNvPr id="4" name="Text 2"/>
          <p:cNvSpPr/>
          <p:nvPr/>
        </p:nvSpPr>
        <p:spPr>
          <a:xfrm>
            <a:off x="731521" y="896112"/>
            <a:ext cx="4678528" cy="822960"/>
          </a:xfrm>
          <a:prstGeom prst="rect">
            <a:avLst/>
          </a:prstGeom>
          <a:noFill/>
          <a:ln/>
        </p:spPr>
        <p:txBody>
          <a:bodyPr wrap="square" lIns="0" tIns="0" rIns="0" bIns="0" rtlCol="0" anchor="t"/>
          <a:lstStyle/>
          <a:p>
            <a:pPr marL="0" indent="0">
              <a:buNone/>
            </a:pPr>
            <a:r>
              <a:rPr lang="en-US" sz="3800" noProof="0">
                <a:solidFill>
                  <a:srgbClr val="F2F6FB"/>
                </a:solidFill>
                <a:latin typeface="Segoe UI Semibold" pitchFamily="34" charset="0"/>
                <a:ea typeface="Segoe UI Semibold" pitchFamily="34" charset="-122"/>
                <a:cs typeface="Segoe UI Semibold" pitchFamily="34" charset="-120"/>
              </a:rPr>
              <a:t>New Motion Offset</a:t>
            </a:r>
            <a:endParaRPr lang="en-US" sz="3800" noProof="0"/>
          </a:p>
        </p:txBody>
      </p:sp>
      <p:sp>
        <p:nvSpPr>
          <p:cNvPr id="5" name="Text 3"/>
          <p:cNvSpPr/>
          <p:nvPr/>
        </p:nvSpPr>
        <p:spPr>
          <a:xfrm>
            <a:off x="731520" y="1700784"/>
            <a:ext cx="1964241" cy="329184"/>
          </a:xfrm>
          <a:prstGeom prst="rect">
            <a:avLst/>
          </a:prstGeom>
          <a:noFill/>
          <a:ln/>
        </p:spPr>
        <p:txBody>
          <a:bodyPr wrap="square" lIns="0" tIns="0" rIns="0" bIns="0" rtlCol="0" anchor="t"/>
          <a:lstStyle/>
          <a:p>
            <a:pPr marL="0" indent="0">
              <a:buNone/>
            </a:pPr>
            <a:r>
              <a:rPr lang="en-US" sz="1450" i="1" noProof="0">
                <a:solidFill>
                  <a:srgbClr val="8A97A9"/>
                </a:solidFill>
                <a:latin typeface="Segoe UI" pitchFamily="34" charset="0"/>
                <a:cs typeface="Segoe UI" pitchFamily="34" charset="-120"/>
              </a:rPr>
              <a:t>All the new influences</a:t>
            </a:r>
            <a:endParaRPr lang="en-US" sz="1450" noProof="0"/>
          </a:p>
        </p:txBody>
      </p:sp>
      <p:sp>
        <p:nvSpPr>
          <p:cNvPr id="10" name="Text 8"/>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Motion and controller · Jason</a:t>
            </a:r>
            <a:endParaRPr lang="en-US" sz="1000" noProof="0"/>
          </a:p>
        </p:txBody>
      </p:sp>
      <p:sp>
        <p:nvSpPr>
          <p:cNvPr id="11" name="Shape 9"/>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2" name="Shape 10"/>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3" name="Shape 11"/>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4" name="Shape 12"/>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5" name="Shape 13"/>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16" name="Shape 14"/>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25" name="Slide Number Placeholder 0"/>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38</a:t>
            </a:fld>
            <a:endParaRPr lang="en-US" noProof="0"/>
          </a:p>
        </p:txBody>
      </p:sp>
      <p:sp>
        <p:nvSpPr>
          <p:cNvPr id="18" name="Shape 11">
            <a:extLst>
              <a:ext uri="{FF2B5EF4-FFF2-40B4-BE49-F238E27FC236}">
                <a16:creationId xmlns:a16="http://schemas.microsoft.com/office/drawing/2014/main" id="{14FD3505-4453-3695-07DA-ECD20C2AFFE4}"/>
              </a:ext>
            </a:extLst>
          </p:cNvPr>
          <p:cNvSpPr/>
          <p:nvPr/>
        </p:nvSpPr>
        <p:spPr>
          <a:xfrm>
            <a:off x="4358166" y="3140640"/>
            <a:ext cx="3475361" cy="1036948"/>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20" name="Textfeld 19">
            <a:extLst>
              <a:ext uri="{FF2B5EF4-FFF2-40B4-BE49-F238E27FC236}">
                <a16:creationId xmlns:a16="http://schemas.microsoft.com/office/drawing/2014/main" id="{D53F8520-F1CC-49B1-DADF-44550777880D}"/>
              </a:ext>
            </a:extLst>
          </p:cNvPr>
          <p:cNvSpPr txBox="1"/>
          <p:nvPr/>
        </p:nvSpPr>
        <p:spPr>
          <a:xfrm>
            <a:off x="4892028" y="3474448"/>
            <a:ext cx="2407636" cy="369332"/>
          </a:xfrm>
          <a:prstGeom prst="rect">
            <a:avLst/>
          </a:prstGeom>
          <a:noFill/>
        </p:spPr>
        <p:txBody>
          <a:bodyPr wrap="square" rtlCol="0">
            <a:spAutoFit/>
          </a:bodyPr>
          <a:lstStyle/>
          <a:p>
            <a:pPr algn="ctr"/>
            <a:r>
              <a:rPr lang="en-US" noProof="0">
                <a:solidFill>
                  <a:schemeClr val="bg1"/>
                </a:solidFill>
                <a:latin typeface="Segoe UI Semibold" panose="020B0702040204020203" pitchFamily="34" charset="0"/>
                <a:cs typeface="Segoe UI Semibold" panose="020B0702040204020203" pitchFamily="34" charset="0"/>
              </a:rPr>
              <a:t>Motion Offset</a:t>
            </a:r>
          </a:p>
        </p:txBody>
      </p:sp>
      <p:sp>
        <p:nvSpPr>
          <p:cNvPr id="22" name="Shape 11">
            <a:extLst>
              <a:ext uri="{FF2B5EF4-FFF2-40B4-BE49-F238E27FC236}">
                <a16:creationId xmlns:a16="http://schemas.microsoft.com/office/drawing/2014/main" id="{16D270F9-CB21-E057-526E-F4DD4E0F3CDB}"/>
              </a:ext>
            </a:extLst>
          </p:cNvPr>
          <p:cNvSpPr/>
          <p:nvPr/>
        </p:nvSpPr>
        <p:spPr>
          <a:xfrm>
            <a:off x="745800" y="2530734"/>
            <a:ext cx="2407636" cy="681258"/>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24" name="Shape 11">
            <a:extLst>
              <a:ext uri="{FF2B5EF4-FFF2-40B4-BE49-F238E27FC236}">
                <a16:creationId xmlns:a16="http://schemas.microsoft.com/office/drawing/2014/main" id="{53AE4957-A8D6-E1AF-D0D6-3BE0B2575DA9}"/>
              </a:ext>
            </a:extLst>
          </p:cNvPr>
          <p:cNvSpPr/>
          <p:nvPr/>
        </p:nvSpPr>
        <p:spPr>
          <a:xfrm>
            <a:off x="731520" y="4115900"/>
            <a:ext cx="2421915" cy="67555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27" name="Textfeld 26">
            <a:extLst>
              <a:ext uri="{FF2B5EF4-FFF2-40B4-BE49-F238E27FC236}">
                <a16:creationId xmlns:a16="http://schemas.microsoft.com/office/drawing/2014/main" id="{7613CE08-3A7D-58DB-CE3F-C478F68D7E90}"/>
              </a:ext>
            </a:extLst>
          </p:cNvPr>
          <p:cNvSpPr txBox="1"/>
          <p:nvPr/>
        </p:nvSpPr>
        <p:spPr>
          <a:xfrm>
            <a:off x="745800" y="2618234"/>
            <a:ext cx="2407636" cy="523220"/>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Explicit Actions (Nod, Headshake)</a:t>
            </a:r>
          </a:p>
        </p:txBody>
      </p:sp>
      <p:sp>
        <p:nvSpPr>
          <p:cNvPr id="29" name="Textfeld 28">
            <a:extLst>
              <a:ext uri="{FF2B5EF4-FFF2-40B4-BE49-F238E27FC236}">
                <a16:creationId xmlns:a16="http://schemas.microsoft.com/office/drawing/2014/main" id="{2C4CC1B3-E0A5-DD14-6729-3E8DE99DDEB6}"/>
              </a:ext>
            </a:extLst>
          </p:cNvPr>
          <p:cNvSpPr txBox="1"/>
          <p:nvPr/>
        </p:nvSpPr>
        <p:spPr>
          <a:xfrm>
            <a:off x="745800" y="4299789"/>
            <a:ext cx="2407636"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Automated Actions (Blink)</a:t>
            </a:r>
          </a:p>
        </p:txBody>
      </p:sp>
      <p:sp>
        <p:nvSpPr>
          <p:cNvPr id="31" name="Shape 11">
            <a:extLst>
              <a:ext uri="{FF2B5EF4-FFF2-40B4-BE49-F238E27FC236}">
                <a16:creationId xmlns:a16="http://schemas.microsoft.com/office/drawing/2014/main" id="{177A383A-C31B-5925-5BFF-5858AF7F10AF}"/>
              </a:ext>
            </a:extLst>
          </p:cNvPr>
          <p:cNvSpPr/>
          <p:nvPr/>
        </p:nvSpPr>
        <p:spPr>
          <a:xfrm>
            <a:off x="4892028" y="4971565"/>
            <a:ext cx="2421915" cy="67555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33" name="Textfeld 32">
            <a:extLst>
              <a:ext uri="{FF2B5EF4-FFF2-40B4-BE49-F238E27FC236}">
                <a16:creationId xmlns:a16="http://schemas.microsoft.com/office/drawing/2014/main" id="{D0A3CD7D-4F09-B239-C076-396D821EEF33}"/>
              </a:ext>
            </a:extLst>
          </p:cNvPr>
          <p:cNvSpPr txBox="1"/>
          <p:nvPr/>
        </p:nvSpPr>
        <p:spPr>
          <a:xfrm>
            <a:off x="4906308" y="5155454"/>
            <a:ext cx="2407636"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Emotions (Lip Setup)</a:t>
            </a:r>
          </a:p>
        </p:txBody>
      </p:sp>
      <p:sp>
        <p:nvSpPr>
          <p:cNvPr id="35" name="Shape 11">
            <a:extLst>
              <a:ext uri="{FF2B5EF4-FFF2-40B4-BE49-F238E27FC236}">
                <a16:creationId xmlns:a16="http://schemas.microsoft.com/office/drawing/2014/main" id="{377B7D1B-889D-357E-7CAA-7A8D77695979}"/>
              </a:ext>
            </a:extLst>
          </p:cNvPr>
          <p:cNvSpPr/>
          <p:nvPr/>
        </p:nvSpPr>
        <p:spPr>
          <a:xfrm>
            <a:off x="8890564" y="3247220"/>
            <a:ext cx="2421915" cy="67555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37" name="Textfeld 36">
            <a:extLst>
              <a:ext uri="{FF2B5EF4-FFF2-40B4-BE49-F238E27FC236}">
                <a16:creationId xmlns:a16="http://schemas.microsoft.com/office/drawing/2014/main" id="{CC054294-19E0-0067-47E7-3F2D933C45FC}"/>
              </a:ext>
            </a:extLst>
          </p:cNvPr>
          <p:cNvSpPr txBox="1"/>
          <p:nvPr/>
        </p:nvSpPr>
        <p:spPr>
          <a:xfrm>
            <a:off x="8904844" y="3431109"/>
            <a:ext cx="2407636"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Custom Say Function</a:t>
            </a:r>
          </a:p>
        </p:txBody>
      </p:sp>
      <p:sp>
        <p:nvSpPr>
          <p:cNvPr id="39" name="Shape 11">
            <a:extLst>
              <a:ext uri="{FF2B5EF4-FFF2-40B4-BE49-F238E27FC236}">
                <a16:creationId xmlns:a16="http://schemas.microsoft.com/office/drawing/2014/main" id="{ABEEB7DB-1CF6-C768-1275-CE5E79E3D829}"/>
              </a:ext>
            </a:extLst>
          </p:cNvPr>
          <p:cNvSpPr/>
          <p:nvPr/>
        </p:nvSpPr>
        <p:spPr>
          <a:xfrm>
            <a:off x="6287872" y="1728428"/>
            <a:ext cx="2421915" cy="67555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41" name="Textfeld 40">
            <a:extLst>
              <a:ext uri="{FF2B5EF4-FFF2-40B4-BE49-F238E27FC236}">
                <a16:creationId xmlns:a16="http://schemas.microsoft.com/office/drawing/2014/main" id="{DD913CB3-0490-F359-59DC-68628A8D5F22}"/>
              </a:ext>
            </a:extLst>
          </p:cNvPr>
          <p:cNvSpPr txBox="1"/>
          <p:nvPr/>
        </p:nvSpPr>
        <p:spPr>
          <a:xfrm>
            <a:off x="6302152" y="1912317"/>
            <a:ext cx="2407636"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ML Movement</a:t>
            </a:r>
          </a:p>
        </p:txBody>
      </p:sp>
      <p:sp>
        <p:nvSpPr>
          <p:cNvPr id="45" name="Shape 11">
            <a:extLst>
              <a:ext uri="{FF2B5EF4-FFF2-40B4-BE49-F238E27FC236}">
                <a16:creationId xmlns:a16="http://schemas.microsoft.com/office/drawing/2014/main" id="{1FC90915-F940-8ECA-CEFA-3E35E8474DC7}"/>
              </a:ext>
            </a:extLst>
          </p:cNvPr>
          <p:cNvSpPr/>
          <p:nvPr/>
        </p:nvSpPr>
        <p:spPr>
          <a:xfrm>
            <a:off x="9052540" y="1016184"/>
            <a:ext cx="2421915" cy="675556"/>
          </a:xfrm>
          <a:prstGeom prst="roundRect">
            <a:avLst>
              <a:gd name="adj" fmla="val 3125"/>
            </a:avLst>
          </a:prstGeom>
          <a:solidFill>
            <a:srgbClr val="131E2E"/>
          </a:solidFill>
          <a:ln w="12700">
            <a:solidFill>
              <a:srgbClr val="5AC583"/>
            </a:solidFill>
            <a:prstDash val="solid"/>
          </a:ln>
        </p:spPr>
        <p:txBody>
          <a:bodyPr/>
          <a:lstStyle/>
          <a:p>
            <a:pPr algn="ct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47" name="Textfeld 46">
            <a:extLst>
              <a:ext uri="{FF2B5EF4-FFF2-40B4-BE49-F238E27FC236}">
                <a16:creationId xmlns:a16="http://schemas.microsoft.com/office/drawing/2014/main" id="{02A117D2-1461-5144-E759-94A9F6A4CE33}"/>
              </a:ext>
            </a:extLst>
          </p:cNvPr>
          <p:cNvSpPr txBox="1"/>
          <p:nvPr/>
        </p:nvSpPr>
        <p:spPr>
          <a:xfrm>
            <a:off x="9059679" y="1200073"/>
            <a:ext cx="2407636" cy="307777"/>
          </a:xfrm>
          <a:prstGeom prst="rect">
            <a:avLst/>
          </a:prstGeom>
          <a:noFill/>
        </p:spPr>
        <p:txBody>
          <a:bodyPr wrap="square" rtlCol="0">
            <a:spAutoFit/>
          </a:bodyPr>
          <a:lstStyle/>
          <a:p>
            <a:pPr algn="ctr"/>
            <a:r>
              <a:rPr lang="en-US" sz="1400" noProof="0">
                <a:solidFill>
                  <a:schemeClr val="bg1"/>
                </a:solidFill>
                <a:latin typeface="Segoe UI Semibold" panose="020B0702040204020203" pitchFamily="34" charset="0"/>
                <a:cs typeface="Segoe UI Semibold" panose="020B0702040204020203" pitchFamily="34" charset="0"/>
              </a:rPr>
              <a:t>ML Lip Movement</a:t>
            </a:r>
          </a:p>
        </p:txBody>
      </p:sp>
      <p:cxnSp>
        <p:nvCxnSpPr>
          <p:cNvPr id="51" name="Verbinder: gewinkelt 50">
            <a:extLst>
              <a:ext uri="{FF2B5EF4-FFF2-40B4-BE49-F238E27FC236}">
                <a16:creationId xmlns:a16="http://schemas.microsoft.com/office/drawing/2014/main" id="{9767CB17-EDD5-DBD1-3660-3F5861D6F87E}"/>
              </a:ext>
            </a:extLst>
          </p:cNvPr>
          <p:cNvCxnSpPr>
            <a:cxnSpLocks/>
            <a:endCxn id="39" idx="0"/>
          </p:cNvCxnSpPr>
          <p:nvPr/>
        </p:nvCxnSpPr>
        <p:spPr>
          <a:xfrm rot="10800000" flipV="1">
            <a:off x="7498830" y="1309234"/>
            <a:ext cx="1553710" cy="419193"/>
          </a:xfrm>
          <a:prstGeom prst="bentConnector2">
            <a:avLst/>
          </a:prstGeom>
          <a:ln w="19050" cap="flat" cmpd="sng" algn="ctr">
            <a:solidFill>
              <a:srgbClr val="5FD08A"/>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6" name="Verbinder: gewinkelt 55">
            <a:extLst>
              <a:ext uri="{FF2B5EF4-FFF2-40B4-BE49-F238E27FC236}">
                <a16:creationId xmlns:a16="http://schemas.microsoft.com/office/drawing/2014/main" id="{BC3ECDCF-E1B4-A782-5D6A-11AF771E691B}"/>
              </a:ext>
            </a:extLst>
          </p:cNvPr>
          <p:cNvCxnSpPr>
            <a:stCxn id="39" idx="1"/>
          </p:cNvCxnSpPr>
          <p:nvPr/>
        </p:nvCxnSpPr>
        <p:spPr>
          <a:xfrm rot="10800000" flipV="1">
            <a:off x="5903824" y="2066206"/>
            <a:ext cx="384048" cy="1074434"/>
          </a:xfrm>
          <a:prstGeom prst="bentConnector2">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cxnSp>
        <p:nvCxnSpPr>
          <p:cNvPr id="58" name="Verbinder: gewinkelt 57">
            <a:extLst>
              <a:ext uri="{FF2B5EF4-FFF2-40B4-BE49-F238E27FC236}">
                <a16:creationId xmlns:a16="http://schemas.microsoft.com/office/drawing/2014/main" id="{F9212D8D-70D9-35A9-24C6-FC2FFA1A9967}"/>
              </a:ext>
            </a:extLst>
          </p:cNvPr>
          <p:cNvCxnSpPr>
            <a:stCxn id="22" idx="3"/>
          </p:cNvCxnSpPr>
          <p:nvPr/>
        </p:nvCxnSpPr>
        <p:spPr>
          <a:xfrm>
            <a:off x="3153436" y="2871363"/>
            <a:ext cx="1204730" cy="603085"/>
          </a:xfrm>
          <a:prstGeom prst="bentConnector3">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cxnSp>
        <p:nvCxnSpPr>
          <p:cNvPr id="60" name="Verbinder: gewinkelt 59">
            <a:extLst>
              <a:ext uri="{FF2B5EF4-FFF2-40B4-BE49-F238E27FC236}">
                <a16:creationId xmlns:a16="http://schemas.microsoft.com/office/drawing/2014/main" id="{A277C319-9DF0-D8F3-F139-127BE6A5476B}"/>
              </a:ext>
            </a:extLst>
          </p:cNvPr>
          <p:cNvCxnSpPr>
            <a:stCxn id="29" idx="3"/>
          </p:cNvCxnSpPr>
          <p:nvPr/>
        </p:nvCxnSpPr>
        <p:spPr>
          <a:xfrm flipV="1">
            <a:off x="3153436" y="3922776"/>
            <a:ext cx="1204730" cy="530902"/>
          </a:xfrm>
          <a:prstGeom prst="bentConnector3">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85F5F83B-9EE0-2619-4BA6-1F76F15A4932}"/>
              </a:ext>
            </a:extLst>
          </p:cNvPr>
          <p:cNvCxnSpPr>
            <a:stCxn id="31" idx="0"/>
            <a:endCxn id="18" idx="2"/>
          </p:cNvCxnSpPr>
          <p:nvPr/>
        </p:nvCxnSpPr>
        <p:spPr>
          <a:xfrm flipH="1" flipV="1">
            <a:off x="6095847" y="4177588"/>
            <a:ext cx="7139" cy="793977"/>
          </a:xfrm>
          <a:prstGeom prst="straightConnector1">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cxnSp>
        <p:nvCxnSpPr>
          <p:cNvPr id="67" name="Gerade Verbindung mit Pfeil 66">
            <a:extLst>
              <a:ext uri="{FF2B5EF4-FFF2-40B4-BE49-F238E27FC236}">
                <a16:creationId xmlns:a16="http://schemas.microsoft.com/office/drawing/2014/main" id="{6A6B136D-5170-6D43-3C99-B54B5ADEA5CF}"/>
              </a:ext>
            </a:extLst>
          </p:cNvPr>
          <p:cNvCxnSpPr>
            <a:stCxn id="37" idx="1"/>
          </p:cNvCxnSpPr>
          <p:nvPr/>
        </p:nvCxnSpPr>
        <p:spPr>
          <a:xfrm flipH="1" flipV="1">
            <a:off x="7833527" y="3584997"/>
            <a:ext cx="1071317" cy="1"/>
          </a:xfrm>
          <a:prstGeom prst="straightConnector1">
            <a:avLst/>
          </a:prstGeom>
          <a:ln>
            <a:solidFill>
              <a:srgbClr val="5FD08A"/>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1E5C-4388-4D9F-A689-DAEFA05BB6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433E56-DED0-B394-D117-79E4A3072295}"/>
              </a:ext>
            </a:extLst>
          </p:cNvPr>
          <p:cNvSpPr/>
          <p:nvPr/>
        </p:nvSpPr>
        <p:spPr>
          <a:xfrm>
            <a:off x="731520" y="457200"/>
            <a:ext cx="2070202" cy="292608"/>
          </a:xfrm>
          <a:prstGeom prst="roundRect">
            <a:avLst>
              <a:gd name="adj" fmla="val 156250"/>
            </a:avLst>
          </a:prstGeom>
          <a:solidFill>
            <a:srgbClr val="0F1826"/>
          </a:solidFill>
          <a:ln w="12700">
            <a:solidFill>
              <a:srgbClr val="5FD08A"/>
            </a:solidFill>
            <a:prstDash val="solid"/>
          </a:ln>
        </p:spPr>
        <p:txBody>
          <a:bodyPr/>
          <a:lstStyle/>
          <a:p>
            <a:endParaRPr lang="en-US" noProof="0"/>
          </a:p>
        </p:txBody>
      </p:sp>
      <p:sp>
        <p:nvSpPr>
          <p:cNvPr id="3" name="Text 1">
            <a:extLst>
              <a:ext uri="{FF2B5EF4-FFF2-40B4-BE49-F238E27FC236}">
                <a16:creationId xmlns:a16="http://schemas.microsoft.com/office/drawing/2014/main" id="{255058D7-D87F-EBE8-6A27-D45EAFA2A665}"/>
              </a:ext>
            </a:extLst>
          </p:cNvPr>
          <p:cNvSpPr/>
          <p:nvPr/>
        </p:nvSpPr>
        <p:spPr>
          <a:xfrm>
            <a:off x="731520" y="512064"/>
            <a:ext cx="2070202"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Smooth Movement</a:t>
            </a:r>
            <a:endParaRPr lang="en-US" sz="1050" noProof="0"/>
          </a:p>
        </p:txBody>
      </p:sp>
      <p:sp>
        <p:nvSpPr>
          <p:cNvPr id="4" name="Text 2">
            <a:extLst>
              <a:ext uri="{FF2B5EF4-FFF2-40B4-BE49-F238E27FC236}">
                <a16:creationId xmlns:a16="http://schemas.microsoft.com/office/drawing/2014/main" id="{35E84564-0E4A-FE99-78F0-58A7656A4BED}"/>
              </a:ext>
            </a:extLst>
          </p:cNvPr>
          <p:cNvSpPr/>
          <p:nvPr/>
        </p:nvSpPr>
        <p:spPr>
          <a:xfrm>
            <a:off x="731520" y="896112"/>
            <a:ext cx="10728655" cy="822960"/>
          </a:xfrm>
          <a:prstGeom prst="rect">
            <a:avLst/>
          </a:prstGeom>
          <a:noFill/>
          <a:ln/>
        </p:spPr>
        <p:txBody>
          <a:bodyPr wrap="square" lIns="0" tIns="0" rIns="0" bIns="0" rtlCol="0" anchor="t"/>
          <a:lstStyle/>
          <a:p>
            <a:pPr marL="0" indent="0">
              <a:buNone/>
            </a:pPr>
            <a:r>
              <a:rPr lang="en-US" sz="3800" noProof="0">
                <a:solidFill>
                  <a:srgbClr val="F2F6FB"/>
                </a:solidFill>
                <a:latin typeface="Segoe UI Semibold" pitchFamily="34" charset="0"/>
                <a:ea typeface="Segoe UI Semibold" pitchFamily="34" charset="-122"/>
                <a:cs typeface="Segoe UI Semibold" pitchFamily="34" charset="-120"/>
              </a:rPr>
              <a:t>Smoothing the motion</a:t>
            </a:r>
            <a:endParaRPr lang="en-US" sz="3800" noProof="0"/>
          </a:p>
        </p:txBody>
      </p:sp>
      <p:sp>
        <p:nvSpPr>
          <p:cNvPr id="5" name="Text 3">
            <a:extLst>
              <a:ext uri="{FF2B5EF4-FFF2-40B4-BE49-F238E27FC236}">
                <a16:creationId xmlns:a16="http://schemas.microsoft.com/office/drawing/2014/main" id="{1417FBC0-A87C-E6E5-CBA2-D500710F4F3E}"/>
              </a:ext>
            </a:extLst>
          </p:cNvPr>
          <p:cNvSpPr/>
          <p:nvPr/>
        </p:nvSpPr>
        <p:spPr>
          <a:xfrm>
            <a:off x="731520" y="1602090"/>
            <a:ext cx="10728655" cy="329184"/>
          </a:xfrm>
          <a:prstGeom prst="rect">
            <a:avLst/>
          </a:prstGeom>
          <a:noFill/>
          <a:ln/>
        </p:spPr>
        <p:txBody>
          <a:bodyPr wrap="square" lIns="0" tIns="0" rIns="0" bIns="0" rtlCol="0" anchor="t"/>
          <a:lstStyle/>
          <a:p>
            <a:pPr marL="0" indent="0">
              <a:buNone/>
            </a:pPr>
            <a:r>
              <a:rPr lang="en-US" sz="1450" i="1" noProof="0">
                <a:solidFill>
                  <a:srgbClr val="8A97A9"/>
                </a:solidFill>
                <a:latin typeface="Segoe UI" pitchFamily="34" charset="0"/>
                <a:ea typeface="Segoe UI" pitchFamily="34" charset="-122"/>
                <a:cs typeface="Segoe UI" pitchFamily="34" charset="-120"/>
              </a:rPr>
              <a:t>For more natural looking movement</a:t>
            </a:r>
            <a:endParaRPr lang="en-US" sz="1450" noProof="0"/>
          </a:p>
        </p:txBody>
      </p:sp>
      <p:sp>
        <p:nvSpPr>
          <p:cNvPr id="6" name="Shape 4">
            <a:extLst>
              <a:ext uri="{FF2B5EF4-FFF2-40B4-BE49-F238E27FC236}">
                <a16:creationId xmlns:a16="http://schemas.microsoft.com/office/drawing/2014/main" id="{A5EDF5D8-BBB1-52D1-FFBB-1F8C6CFB345A}"/>
              </a:ext>
            </a:extLst>
          </p:cNvPr>
          <p:cNvSpPr/>
          <p:nvPr/>
        </p:nvSpPr>
        <p:spPr>
          <a:xfrm>
            <a:off x="731520" y="2286000"/>
            <a:ext cx="7772400" cy="1133856"/>
          </a:xfrm>
          <a:prstGeom prst="roundRect">
            <a:avLst>
              <a:gd name="adj" fmla="val 2073"/>
            </a:avLst>
          </a:prstGeom>
          <a:noFill/>
          <a:ln w="9525" cap="flat" cmpd="sng" algn="ctr">
            <a:solidFill>
              <a:srgbClr val="5AC58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19" name="Text 17">
            <a:extLst>
              <a:ext uri="{FF2B5EF4-FFF2-40B4-BE49-F238E27FC236}">
                <a16:creationId xmlns:a16="http://schemas.microsoft.com/office/drawing/2014/main" id="{E3AD4BB0-CBA9-BE35-8BDE-9482DDAFD069}"/>
              </a:ext>
            </a:extLst>
          </p:cNvPr>
          <p:cNvSpPr/>
          <p:nvPr/>
        </p:nvSpPr>
        <p:spPr>
          <a:xfrm>
            <a:off x="731520" y="6126480"/>
            <a:ext cx="6400800" cy="256032"/>
          </a:xfrm>
          <a:prstGeom prst="rect">
            <a:avLst/>
          </a:prstGeom>
          <a:noFill/>
          <a:ln/>
        </p:spPr>
        <p:txBody>
          <a:bodyPr wrap="square" lIns="0" tIns="0" rIns="0" bIns="0" rtlCol="0" anchor="t"/>
          <a:lstStyle/>
          <a:p>
            <a:pPr marL="0" indent="0">
              <a:buNone/>
            </a:pPr>
            <a:r>
              <a:rPr lang="en-US" sz="1000" noProof="0">
                <a:solidFill>
                  <a:srgbClr val="8A97A9"/>
                </a:solidFill>
                <a:latin typeface="Segoe UI" pitchFamily="34" charset="0"/>
                <a:ea typeface="Segoe UI" pitchFamily="34" charset="-122"/>
                <a:cs typeface="Segoe UI" pitchFamily="34" charset="-120"/>
              </a:rPr>
              <a:t>Motion and controller · Jason</a:t>
            </a:r>
            <a:endParaRPr lang="en-US" sz="1000" noProof="0"/>
          </a:p>
        </p:txBody>
      </p:sp>
      <p:sp>
        <p:nvSpPr>
          <p:cNvPr id="20" name="Shape 18">
            <a:extLst>
              <a:ext uri="{FF2B5EF4-FFF2-40B4-BE49-F238E27FC236}">
                <a16:creationId xmlns:a16="http://schemas.microsoft.com/office/drawing/2014/main" id="{D3924B55-CE23-7D45-1B84-320F8C0B0DF0}"/>
              </a:ext>
            </a:extLst>
          </p:cNvPr>
          <p:cNvSpPr/>
          <p:nvPr/>
        </p:nvSpPr>
        <p:spPr>
          <a:xfrm>
            <a:off x="5318608"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1" name="Shape 19">
            <a:extLst>
              <a:ext uri="{FF2B5EF4-FFF2-40B4-BE49-F238E27FC236}">
                <a16:creationId xmlns:a16="http://schemas.microsoft.com/office/drawing/2014/main" id="{D2A94CFF-1428-DEE8-4718-CCDB11D1817D}"/>
              </a:ext>
            </a:extLst>
          </p:cNvPr>
          <p:cNvSpPr/>
          <p:nvPr/>
        </p:nvSpPr>
        <p:spPr>
          <a:xfrm>
            <a:off x="5611216"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2" name="Shape 20">
            <a:extLst>
              <a:ext uri="{FF2B5EF4-FFF2-40B4-BE49-F238E27FC236}">
                <a16:creationId xmlns:a16="http://schemas.microsoft.com/office/drawing/2014/main" id="{FD21BDA3-94D3-41E7-DF1E-88C85530EFFD}"/>
              </a:ext>
            </a:extLst>
          </p:cNvPr>
          <p:cNvSpPr/>
          <p:nvPr/>
        </p:nvSpPr>
        <p:spPr>
          <a:xfrm>
            <a:off x="5903824"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3" name="Shape 21">
            <a:extLst>
              <a:ext uri="{FF2B5EF4-FFF2-40B4-BE49-F238E27FC236}">
                <a16:creationId xmlns:a16="http://schemas.microsoft.com/office/drawing/2014/main" id="{1CAEE707-4433-E98C-8FCB-FD1E5EF83D35}"/>
              </a:ext>
            </a:extLst>
          </p:cNvPr>
          <p:cNvSpPr/>
          <p:nvPr/>
        </p:nvSpPr>
        <p:spPr>
          <a:xfrm>
            <a:off x="6196432"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4" name="Shape 22">
            <a:extLst>
              <a:ext uri="{FF2B5EF4-FFF2-40B4-BE49-F238E27FC236}">
                <a16:creationId xmlns:a16="http://schemas.microsoft.com/office/drawing/2014/main" id="{FC46DB24-DDDA-9DBA-15B0-4B9ED2523A4E}"/>
              </a:ext>
            </a:extLst>
          </p:cNvPr>
          <p:cNvSpPr/>
          <p:nvPr/>
        </p:nvSpPr>
        <p:spPr>
          <a:xfrm>
            <a:off x="6489040" y="6510528"/>
            <a:ext cx="91440" cy="91440"/>
          </a:xfrm>
          <a:prstGeom prst="ellipse">
            <a:avLst/>
          </a:prstGeom>
          <a:solidFill>
            <a:srgbClr val="26344A"/>
          </a:solidFill>
          <a:ln w="6350">
            <a:solidFill>
              <a:srgbClr val="26344A"/>
            </a:solidFill>
            <a:prstDash val="solid"/>
          </a:ln>
        </p:spPr>
        <p:txBody>
          <a:bodyPr/>
          <a:lstStyle/>
          <a:p>
            <a:endParaRPr lang="en-US" noProof="0"/>
          </a:p>
        </p:txBody>
      </p:sp>
      <p:sp>
        <p:nvSpPr>
          <p:cNvPr id="25" name="Shape 23">
            <a:extLst>
              <a:ext uri="{FF2B5EF4-FFF2-40B4-BE49-F238E27FC236}">
                <a16:creationId xmlns:a16="http://schemas.microsoft.com/office/drawing/2014/main" id="{50C6781A-7039-A2AF-6F58-9E16F74F90F9}"/>
              </a:ext>
            </a:extLst>
          </p:cNvPr>
          <p:cNvSpPr/>
          <p:nvPr/>
        </p:nvSpPr>
        <p:spPr>
          <a:xfrm>
            <a:off x="6781648" y="6510528"/>
            <a:ext cx="91440" cy="91440"/>
          </a:xfrm>
          <a:prstGeom prst="ellipse">
            <a:avLst/>
          </a:prstGeom>
          <a:solidFill>
            <a:srgbClr val="F2A93B"/>
          </a:solidFill>
          <a:ln w="6350">
            <a:solidFill>
              <a:srgbClr val="F2A93B"/>
            </a:solidFill>
            <a:prstDash val="solid"/>
          </a:ln>
        </p:spPr>
        <p:txBody>
          <a:bodyPr/>
          <a:lstStyle/>
          <a:p>
            <a:endParaRPr lang="en-US" noProof="0"/>
          </a:p>
        </p:txBody>
      </p:sp>
      <p:sp>
        <p:nvSpPr>
          <p:cNvPr id="26" name="Slide Number Placeholder 0">
            <a:extLst>
              <a:ext uri="{FF2B5EF4-FFF2-40B4-BE49-F238E27FC236}">
                <a16:creationId xmlns:a16="http://schemas.microsoft.com/office/drawing/2014/main" id="{68A9559C-9D75-E0CF-0A07-F2AC45545B74}"/>
              </a:ext>
            </a:extLst>
          </p:cNvPr>
          <p:cNvSpPr>
            <a:spLocks noGrp="1"/>
          </p:cNvSpPr>
          <p:nvPr>
            <p:ph type="sldNum" sz="quarter" idx="4294967295"/>
          </p:nvPr>
        </p:nvSpPr>
        <p:spPr>
          <a:xfrm>
            <a:off x="10820095" y="6126480"/>
            <a:ext cx="64008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7A9"/>
                </a:solidFill>
                <a:latin typeface="Segoe UI"/>
                <a:ea typeface="Segoe UI"/>
                <a:cs typeface="Segoe UI"/>
              </a:defRPr>
            </a:lvl1pPr>
          </a:lstStyle>
          <a:p>
            <a:pPr algn="r"/>
            <a:fld id="{F7021451-1387-4CA6-816F-3879F97B5CBC}" type="slidenum">
              <a:rPr lang="en-US" b="0" noProof="0"/>
              <a:t>39</a:t>
            </a:fld>
            <a:endParaRPr lang="en-US" noProof="0"/>
          </a:p>
        </p:txBody>
      </p:sp>
      <p:sp>
        <p:nvSpPr>
          <p:cNvPr id="28" name="Shape 0">
            <a:extLst>
              <a:ext uri="{FF2B5EF4-FFF2-40B4-BE49-F238E27FC236}">
                <a16:creationId xmlns:a16="http://schemas.microsoft.com/office/drawing/2014/main" id="{CEBF7637-F9AD-8C26-0B79-326F21CF6D67}"/>
              </a:ext>
            </a:extLst>
          </p:cNvPr>
          <p:cNvSpPr/>
          <p:nvPr/>
        </p:nvSpPr>
        <p:spPr>
          <a:xfrm>
            <a:off x="935736" y="2514966"/>
            <a:ext cx="2070202" cy="292608"/>
          </a:xfrm>
          <a:prstGeom prst="roundRect">
            <a:avLst>
              <a:gd name="adj" fmla="val 156250"/>
            </a:avLst>
          </a:prstGeom>
          <a:solidFill>
            <a:srgbClr val="0F1826"/>
          </a:solidFill>
          <a:ln w="12700">
            <a:solidFill>
              <a:srgbClr val="5FD08A"/>
            </a:solidFill>
            <a:prstDash val="solid"/>
          </a:ln>
        </p:spPr>
        <p:txBody>
          <a:bodyPr/>
          <a:lstStyle/>
          <a:p>
            <a:endParaRPr lang="en-US" noProof="0"/>
          </a:p>
        </p:txBody>
      </p:sp>
      <p:sp>
        <p:nvSpPr>
          <p:cNvPr id="30" name="Text 1">
            <a:extLst>
              <a:ext uri="{FF2B5EF4-FFF2-40B4-BE49-F238E27FC236}">
                <a16:creationId xmlns:a16="http://schemas.microsoft.com/office/drawing/2014/main" id="{0D810DB1-8BF2-280A-6429-B3CBD0F31EA6}"/>
              </a:ext>
            </a:extLst>
          </p:cNvPr>
          <p:cNvSpPr/>
          <p:nvPr/>
        </p:nvSpPr>
        <p:spPr>
          <a:xfrm>
            <a:off x="935736" y="2569830"/>
            <a:ext cx="2070202" cy="182880"/>
          </a:xfrm>
          <a:prstGeom prst="rect">
            <a:avLst/>
          </a:prstGeom>
          <a:noFill/>
          <a:ln/>
        </p:spPr>
        <p:txBody>
          <a:bodyPr wrap="square" lIns="0" tIns="0" rIns="0" bIns="0" rtlCol="0" anchor="t"/>
          <a:lstStyle/>
          <a:p>
            <a:pPr marL="0" indent="0" algn="ctr">
              <a:buNone/>
            </a:pPr>
            <a:r>
              <a:rPr lang="en-US" sz="1050" b="1" kern="0" spc="110" noProof="0">
                <a:solidFill>
                  <a:srgbClr val="5FD08A"/>
                </a:solidFill>
                <a:latin typeface="Segoe UI" pitchFamily="34" charset="0"/>
                <a:ea typeface="Segoe UI" pitchFamily="34" charset="-122"/>
                <a:cs typeface="Segoe UI" pitchFamily="34" charset="-120"/>
              </a:rPr>
              <a:t>Normally</a:t>
            </a:r>
            <a:endParaRPr lang="en-US" sz="1050" noProof="0"/>
          </a:p>
        </p:txBody>
      </p:sp>
      <p:sp>
        <p:nvSpPr>
          <p:cNvPr id="31" name="Textfeld 30">
            <a:extLst>
              <a:ext uri="{FF2B5EF4-FFF2-40B4-BE49-F238E27FC236}">
                <a16:creationId xmlns:a16="http://schemas.microsoft.com/office/drawing/2014/main" id="{5DA1FDF1-8A5D-035C-9026-E922DE46E4B1}"/>
              </a:ext>
            </a:extLst>
          </p:cNvPr>
          <p:cNvSpPr txBox="1"/>
          <p:nvPr/>
        </p:nvSpPr>
        <p:spPr>
          <a:xfrm>
            <a:off x="3292450" y="4368862"/>
            <a:ext cx="4786488" cy="646331"/>
          </a:xfrm>
          <a:prstGeom prst="rect">
            <a:avLst/>
          </a:prstGeom>
          <a:noFill/>
        </p:spPr>
        <p:txBody>
          <a:bodyPr wrap="square" rtlCol="0">
            <a:spAutoFit/>
          </a:bodyPr>
          <a:lstStyle/>
          <a:p>
            <a:r>
              <a:rPr lang="en-US" noProof="0">
                <a:solidFill>
                  <a:schemeClr val="bg1"/>
                </a:solidFill>
                <a:latin typeface="Segoe UI Semibold" panose="020B0702040204020203" pitchFamily="34" charset="0"/>
                <a:cs typeface="Segoe UI Semibold" panose="020B0702040204020203" pitchFamily="34" charset="0"/>
              </a:rPr>
              <a:t>Joints move at rate, </a:t>
            </a:r>
            <a:r>
              <a:rPr lang="en-US" noProof="0" err="1">
                <a:solidFill>
                  <a:srgbClr val="0070C0"/>
                </a:solidFill>
                <a:latin typeface="Segoe UI Semibold" panose="020B0702040204020203" pitchFamily="34" charset="0"/>
                <a:cs typeface="Segoe UI Semibold" panose="020B0702040204020203" pitchFamily="34" charset="0"/>
              </a:rPr>
              <a:t>max_step</a:t>
            </a:r>
            <a:r>
              <a:rPr lang="en-US" noProof="0">
                <a:solidFill>
                  <a:srgbClr val="0070C0"/>
                </a:solidFill>
                <a:latin typeface="Segoe UI Semibold" panose="020B0702040204020203" pitchFamily="34" charset="0"/>
                <a:cs typeface="Segoe UI Semibold" panose="020B0702040204020203" pitchFamily="34" charset="0"/>
              </a:rPr>
              <a:t> </a:t>
            </a:r>
            <a:r>
              <a:rPr lang="en-US" noProof="0">
                <a:solidFill>
                  <a:schemeClr val="bg1"/>
                </a:solidFill>
                <a:latin typeface="Segoe UI Semibold" panose="020B0702040204020203" pitchFamily="34" charset="0"/>
                <a:cs typeface="Segoe UI Semibold" panose="020B0702040204020203" pitchFamily="34" charset="0"/>
              </a:rPr>
              <a:t>decides maximum distance it can cover per tick</a:t>
            </a:r>
          </a:p>
        </p:txBody>
      </p:sp>
      <p:sp>
        <p:nvSpPr>
          <p:cNvPr id="51" name="Shape 4">
            <a:extLst>
              <a:ext uri="{FF2B5EF4-FFF2-40B4-BE49-F238E27FC236}">
                <a16:creationId xmlns:a16="http://schemas.microsoft.com/office/drawing/2014/main" id="{EF1E8FB9-72EB-A819-A1CF-22F974752712}"/>
              </a:ext>
            </a:extLst>
          </p:cNvPr>
          <p:cNvSpPr/>
          <p:nvPr/>
        </p:nvSpPr>
        <p:spPr>
          <a:xfrm>
            <a:off x="731520" y="4222270"/>
            <a:ext cx="7772400" cy="1133856"/>
          </a:xfrm>
          <a:prstGeom prst="roundRect">
            <a:avLst>
              <a:gd name="adj" fmla="val 2073"/>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53" name="Shape 0">
            <a:extLst>
              <a:ext uri="{FF2B5EF4-FFF2-40B4-BE49-F238E27FC236}">
                <a16:creationId xmlns:a16="http://schemas.microsoft.com/office/drawing/2014/main" id="{DEBB3524-41FC-ED63-ACE7-D4BFE1163BC0}"/>
              </a:ext>
            </a:extLst>
          </p:cNvPr>
          <p:cNvSpPr/>
          <p:nvPr/>
        </p:nvSpPr>
        <p:spPr>
          <a:xfrm>
            <a:off x="935736" y="4451236"/>
            <a:ext cx="2070202" cy="292608"/>
          </a:xfrm>
          <a:prstGeom prst="roundRect">
            <a:avLst>
              <a:gd name="adj" fmla="val 156250"/>
            </a:avLst>
          </a:prstGeom>
          <a:solidFill>
            <a:srgbClr val="0F1826"/>
          </a:solidFill>
          <a:ln w="12700">
            <a:solidFill>
              <a:srgbClr val="0070C0"/>
            </a:solidFill>
            <a:prstDash val="solid"/>
          </a:ln>
        </p:spPr>
        <p:txBody>
          <a:bodyPr/>
          <a:lstStyle/>
          <a:p>
            <a:endParaRPr lang="en-US" noProof="0"/>
          </a:p>
        </p:txBody>
      </p:sp>
      <p:sp>
        <p:nvSpPr>
          <p:cNvPr id="55" name="Text 1">
            <a:extLst>
              <a:ext uri="{FF2B5EF4-FFF2-40B4-BE49-F238E27FC236}">
                <a16:creationId xmlns:a16="http://schemas.microsoft.com/office/drawing/2014/main" id="{0CFBA869-597F-B339-5DF7-6CF570C1B98C}"/>
              </a:ext>
            </a:extLst>
          </p:cNvPr>
          <p:cNvSpPr/>
          <p:nvPr/>
        </p:nvSpPr>
        <p:spPr>
          <a:xfrm>
            <a:off x="935736" y="4506100"/>
            <a:ext cx="2070202" cy="182880"/>
          </a:xfrm>
          <a:prstGeom prst="rect">
            <a:avLst/>
          </a:prstGeom>
          <a:noFill/>
          <a:ln/>
        </p:spPr>
        <p:txBody>
          <a:bodyPr wrap="square" lIns="0" tIns="0" rIns="0" bIns="0" rtlCol="0" anchor="t"/>
          <a:lstStyle/>
          <a:p>
            <a:pPr marL="0" indent="0" algn="ctr">
              <a:buNone/>
            </a:pPr>
            <a:r>
              <a:rPr lang="en-US" sz="1050" b="1" kern="0" spc="110" noProof="0">
                <a:solidFill>
                  <a:srgbClr val="0070C0"/>
                </a:solidFill>
                <a:latin typeface="Segoe UI" pitchFamily="34" charset="0"/>
                <a:ea typeface="Segoe UI" pitchFamily="34" charset="-122"/>
                <a:cs typeface="Segoe UI" pitchFamily="34" charset="-120"/>
              </a:rPr>
              <a:t>Now</a:t>
            </a:r>
            <a:endParaRPr lang="en-US" sz="1050" noProof="0">
              <a:solidFill>
                <a:srgbClr val="0070C0"/>
              </a:solidFill>
            </a:endParaRPr>
          </a:p>
        </p:txBody>
      </p:sp>
      <p:sp>
        <p:nvSpPr>
          <p:cNvPr id="57" name="Textfeld 56">
            <a:extLst>
              <a:ext uri="{FF2B5EF4-FFF2-40B4-BE49-F238E27FC236}">
                <a16:creationId xmlns:a16="http://schemas.microsoft.com/office/drawing/2014/main" id="{79CFE3A0-E289-358C-01B4-6DDAC1C41E28}"/>
              </a:ext>
            </a:extLst>
          </p:cNvPr>
          <p:cNvSpPr txBox="1"/>
          <p:nvPr/>
        </p:nvSpPr>
        <p:spPr>
          <a:xfrm>
            <a:off x="3361685" y="2484408"/>
            <a:ext cx="4786488" cy="646331"/>
          </a:xfrm>
          <a:prstGeom prst="rect">
            <a:avLst/>
          </a:prstGeom>
          <a:noFill/>
        </p:spPr>
        <p:txBody>
          <a:bodyPr wrap="square" rtlCol="0">
            <a:spAutoFit/>
          </a:bodyPr>
          <a:lstStyle/>
          <a:p>
            <a:r>
              <a:rPr lang="en-US" noProof="0">
                <a:solidFill>
                  <a:schemeClr val="bg1"/>
                </a:solidFill>
                <a:latin typeface="Segoe UI Semibold" panose="020B0702040204020203" pitchFamily="34" charset="0"/>
                <a:cs typeface="Segoe UI Semibold" panose="020B0702040204020203" pitchFamily="34" charset="0"/>
              </a:rPr>
              <a:t>Joints would snap to new position, looks both robotic and damages motors </a:t>
            </a:r>
          </a:p>
        </p:txBody>
      </p:sp>
      <p:cxnSp>
        <p:nvCxnSpPr>
          <p:cNvPr id="59" name="Gerade Verbindung mit Pfeil 58">
            <a:extLst>
              <a:ext uri="{FF2B5EF4-FFF2-40B4-BE49-F238E27FC236}">
                <a16:creationId xmlns:a16="http://schemas.microsoft.com/office/drawing/2014/main" id="{516ED160-0468-6A64-0110-EC8127A794D8}"/>
              </a:ext>
            </a:extLst>
          </p:cNvPr>
          <p:cNvCxnSpPr>
            <a:cxnSpLocks/>
          </p:cNvCxnSpPr>
          <p:nvPr/>
        </p:nvCxnSpPr>
        <p:spPr>
          <a:xfrm>
            <a:off x="2009422" y="3419856"/>
            <a:ext cx="0" cy="80241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1" name="Textfeld 60">
            <a:extLst>
              <a:ext uri="{FF2B5EF4-FFF2-40B4-BE49-F238E27FC236}">
                <a16:creationId xmlns:a16="http://schemas.microsoft.com/office/drawing/2014/main" id="{4E3BDEA9-AC11-B46D-7E23-AAE08C27193F}"/>
              </a:ext>
            </a:extLst>
          </p:cNvPr>
          <p:cNvSpPr txBox="1"/>
          <p:nvPr/>
        </p:nvSpPr>
        <p:spPr>
          <a:xfrm>
            <a:off x="2009422" y="3648822"/>
            <a:ext cx="2004075" cy="276999"/>
          </a:xfrm>
          <a:prstGeom prst="rect">
            <a:avLst/>
          </a:prstGeom>
          <a:noFill/>
        </p:spPr>
        <p:txBody>
          <a:bodyPr wrap="none" rtlCol="0">
            <a:spAutoFit/>
          </a:bodyPr>
          <a:lstStyle/>
          <a:p>
            <a:r>
              <a:rPr lang="en-US" sz="1200" noProof="0">
                <a:solidFill>
                  <a:schemeClr val="bg1"/>
                </a:solidFill>
                <a:latin typeface="Segoe UI Semibold" panose="020B0702040204020203" pitchFamily="34" charset="0"/>
                <a:cs typeface="Segoe UI Semibold" panose="020B0702040204020203" pitchFamily="34" charset="0"/>
              </a:rPr>
              <a:t>With new implementation</a:t>
            </a:r>
            <a:endParaRPr lang="en-US" noProof="0">
              <a:solidFill>
                <a:schemeClr val="bg1"/>
              </a:solidFill>
              <a:latin typeface="Segoe UI Semibold" panose="020B0702040204020203" pitchFamily="34" charset="0"/>
              <a:cs typeface="Segoe UI Semibold" panose="020B0702040204020203" pitchFamily="34" charset="0"/>
            </a:endParaRPr>
          </a:p>
        </p:txBody>
      </p:sp>
      <p:sp>
        <p:nvSpPr>
          <p:cNvPr id="63" name="Shape 4">
            <a:extLst>
              <a:ext uri="{FF2B5EF4-FFF2-40B4-BE49-F238E27FC236}">
                <a16:creationId xmlns:a16="http://schemas.microsoft.com/office/drawing/2014/main" id="{8218E426-4E13-8DF5-C3AA-1CA33DC597EA}"/>
              </a:ext>
            </a:extLst>
          </p:cNvPr>
          <p:cNvSpPr/>
          <p:nvPr/>
        </p:nvSpPr>
        <p:spPr>
          <a:xfrm>
            <a:off x="9053689" y="2286000"/>
            <a:ext cx="2732208" cy="3070125"/>
          </a:xfrm>
          <a:prstGeom prst="roundRect">
            <a:avLst>
              <a:gd name="adj" fmla="val 2073"/>
            </a:avLst>
          </a:prstGeom>
          <a:noFill/>
          <a:ln w="9525" cap="flat" cmpd="sng" algn="ctr">
            <a:solidFill>
              <a:srgbClr val="5AC58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p>
            <a:endParaRPr lang="en-US" noProof="0"/>
          </a:p>
        </p:txBody>
      </p:sp>
      <p:sp>
        <p:nvSpPr>
          <p:cNvPr id="65" name="Textfeld 64">
            <a:extLst>
              <a:ext uri="{FF2B5EF4-FFF2-40B4-BE49-F238E27FC236}">
                <a16:creationId xmlns:a16="http://schemas.microsoft.com/office/drawing/2014/main" id="{BD91BD30-FE8C-2F32-49E5-A4D98125B3B6}"/>
              </a:ext>
            </a:extLst>
          </p:cNvPr>
          <p:cNvSpPr txBox="1"/>
          <p:nvPr/>
        </p:nvSpPr>
        <p:spPr>
          <a:xfrm>
            <a:off x="9302193" y="2633159"/>
            <a:ext cx="2235200" cy="2585323"/>
          </a:xfrm>
          <a:prstGeom prst="rect">
            <a:avLst/>
          </a:prstGeom>
          <a:noFill/>
        </p:spPr>
        <p:txBody>
          <a:bodyPr wrap="square" rtlCol="0">
            <a:spAutoFit/>
          </a:bodyPr>
          <a:lstStyle/>
          <a:p>
            <a:r>
              <a:rPr lang="en-US" noProof="0">
                <a:solidFill>
                  <a:schemeClr val="bg1"/>
                </a:solidFill>
                <a:latin typeface="Segoe UI Semibold" panose="020B0702040204020203" pitchFamily="34" charset="0"/>
                <a:cs typeface="Segoe UI Semibold" panose="020B0702040204020203" pitchFamily="34" charset="0"/>
              </a:rPr>
              <a:t>In Addition: </a:t>
            </a:r>
          </a:p>
          <a:p>
            <a:endParaRPr lang="en-US" noProof="0">
              <a:solidFill>
                <a:schemeClr val="bg1"/>
              </a:solidFill>
              <a:latin typeface="Segoe UI Semibold" panose="020B0702040204020203" pitchFamily="34" charset="0"/>
              <a:cs typeface="Segoe UI Semibold" panose="020B0702040204020203" pitchFamily="34" charset="0"/>
            </a:endParaRPr>
          </a:p>
          <a:p>
            <a:r>
              <a:rPr lang="en-US" noProof="0">
                <a:solidFill>
                  <a:schemeClr val="bg1"/>
                </a:solidFill>
                <a:latin typeface="Segoe UI Semibold" panose="020B0702040204020203" pitchFamily="34" charset="0"/>
                <a:cs typeface="Segoe UI Semibold" panose="020B0702040204020203" pitchFamily="34" charset="0"/>
              </a:rPr>
              <a:t>Edge Detection prevents Joints from attempting to move past its limits, preventing ruggish movement  </a:t>
            </a:r>
          </a:p>
          <a:p>
            <a:endParaRPr lang="en-US" noProof="0"/>
          </a:p>
        </p:txBody>
      </p:sp>
    </p:spTree>
    <p:extLst>
      <p:ext uri="{BB962C8B-B14F-4D97-AF65-F5344CB8AC3E}">
        <p14:creationId xmlns:p14="http://schemas.microsoft.com/office/powerpoint/2010/main" val="2118058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731520" y="2286000"/>
            <a:ext cx="1364513" cy="310896"/>
          </a:xfrm>
          <a:prstGeom prst="roundRect">
            <a:avLst>
              <a:gd name="adj" fmla="val 147059"/>
            </a:avLst>
          </a:prstGeom>
          <a:solidFill>
            <a:srgbClr val="0F1826"/>
          </a:solidFill>
          <a:ln w="12700">
            <a:solidFill>
              <a:srgbClr val="C00000"/>
            </a:solidFill>
            <a:prstDash val="solid"/>
          </a:ln>
        </p:spPr>
        <p:txBody>
          <a:bodyPr/>
          <a:lstStyle/>
          <a:p>
            <a:endParaRPr lang="en-US" noProof="0">
              <a:solidFill>
                <a:srgbClr val="EE0000"/>
              </a:solidFill>
            </a:endParaRPr>
          </a:p>
        </p:txBody>
      </p:sp>
      <p:sp>
        <p:nvSpPr>
          <p:cNvPr id="3" name="Text 1"/>
          <p:cNvSpPr/>
          <p:nvPr/>
        </p:nvSpPr>
        <p:spPr>
          <a:xfrm>
            <a:off x="731520" y="2350008"/>
            <a:ext cx="1364513" cy="182880"/>
          </a:xfrm>
          <a:prstGeom prst="rect">
            <a:avLst/>
          </a:prstGeom>
          <a:noFill/>
          <a:ln/>
        </p:spPr>
        <p:txBody>
          <a:bodyPr wrap="square" lIns="0" tIns="0" rIns="0" bIns="0" rtlCol="0" anchor="t"/>
          <a:lstStyle/>
          <a:p>
            <a:pPr marL="0" indent="0" algn="ctr">
              <a:buNone/>
            </a:pPr>
            <a:r>
              <a:rPr lang="en-US" sz="1050" b="1" kern="0" spc="110" noProof="0">
                <a:solidFill>
                  <a:srgbClr val="EE0000"/>
                </a:solidFill>
                <a:latin typeface="Segoe UI" pitchFamily="34" charset="0"/>
                <a:ea typeface="Segoe UI" pitchFamily="34" charset="-122"/>
                <a:cs typeface="Segoe UI" pitchFamily="34" charset="-120"/>
              </a:rPr>
              <a:t>THANK YOU</a:t>
            </a:r>
            <a:endParaRPr lang="en-US" sz="1050" noProof="0">
              <a:solidFill>
                <a:srgbClr val="EE0000"/>
              </a:solidFill>
            </a:endParaRPr>
          </a:p>
        </p:txBody>
      </p:sp>
      <p:sp>
        <p:nvSpPr>
          <p:cNvPr id="4" name="Text 2"/>
          <p:cNvSpPr/>
          <p:nvPr/>
        </p:nvSpPr>
        <p:spPr>
          <a:xfrm>
            <a:off x="731520" y="2743200"/>
            <a:ext cx="7315200" cy="1097280"/>
          </a:xfrm>
          <a:prstGeom prst="rect">
            <a:avLst/>
          </a:prstGeom>
          <a:noFill/>
          <a:ln/>
        </p:spPr>
        <p:txBody>
          <a:bodyPr wrap="square" lIns="0" tIns="0" rIns="0" bIns="0" rtlCol="0" anchor="t"/>
          <a:lstStyle/>
          <a:p>
            <a:pPr marL="0" indent="0">
              <a:buNone/>
            </a:pPr>
            <a:r>
              <a:rPr lang="en-US" sz="5200" noProof="0">
                <a:solidFill>
                  <a:srgbClr val="F2F6FB"/>
                </a:solidFill>
                <a:latin typeface="Segoe UI Semibold" pitchFamily="34" charset="0"/>
                <a:ea typeface="Segoe UI Semibold" pitchFamily="34" charset="-122"/>
                <a:cs typeface="Segoe UI Semibold" pitchFamily="34" charset="-120"/>
              </a:rPr>
              <a:t>Questions?</a:t>
            </a:r>
            <a:endParaRPr lang="en-US" sz="5200" noProof="0"/>
          </a:p>
        </p:txBody>
      </p:sp>
      <p:sp>
        <p:nvSpPr>
          <p:cNvPr id="5" name="Text 3"/>
          <p:cNvSpPr/>
          <p:nvPr/>
        </p:nvSpPr>
        <p:spPr>
          <a:xfrm>
            <a:off x="731520" y="3931920"/>
            <a:ext cx="7315200" cy="329184"/>
          </a:xfrm>
          <a:prstGeom prst="rect">
            <a:avLst/>
          </a:prstGeom>
          <a:noFill/>
          <a:ln/>
        </p:spPr>
        <p:txBody>
          <a:bodyPr wrap="square" lIns="0" tIns="0" rIns="0" bIns="0" rtlCol="0" anchor="t"/>
          <a:lstStyle/>
          <a:p>
            <a:pPr marL="0" indent="0">
              <a:buNone/>
            </a:pPr>
            <a:r>
              <a:rPr lang="en-US" sz="1600" noProof="0" err="1">
                <a:solidFill>
                  <a:srgbClr val="C7CDD4"/>
                </a:solidFill>
                <a:latin typeface="Segoe UI" pitchFamily="34" charset="0"/>
                <a:ea typeface="Segoe UI" pitchFamily="34" charset="-122"/>
                <a:cs typeface="Segoe UI" pitchFamily="34" charset="-120"/>
              </a:rPr>
              <a:t>OhBot</a:t>
            </a:r>
            <a:r>
              <a:rPr lang="en-US" sz="1600" noProof="0">
                <a:solidFill>
                  <a:srgbClr val="C7CDD4"/>
                </a:solidFill>
                <a:latin typeface="Segoe UI" pitchFamily="34" charset="0"/>
                <a:ea typeface="Segoe UI" pitchFamily="34" charset="-122"/>
                <a:cs typeface="Segoe UI" pitchFamily="34" charset="-120"/>
              </a:rPr>
              <a:t> </a:t>
            </a:r>
            <a:r>
              <a:rPr lang="en-US" sz="1600" noProof="0" err="1">
                <a:solidFill>
                  <a:srgbClr val="C7CDD4"/>
                </a:solidFill>
                <a:latin typeface="Segoe UI" pitchFamily="34" charset="0"/>
                <a:ea typeface="Segoe UI" pitchFamily="34" charset="-122"/>
                <a:cs typeface="Segoe UI" pitchFamily="34" charset="-120"/>
              </a:rPr>
              <a:t>Behaviours</a:t>
            </a:r>
            <a:r>
              <a:rPr lang="en-US" sz="1600" noProof="0">
                <a:solidFill>
                  <a:srgbClr val="C7CDD4"/>
                </a:solidFill>
                <a:latin typeface="Segoe UI" pitchFamily="34" charset="0"/>
                <a:ea typeface="Segoe UI" pitchFamily="34" charset="-122"/>
                <a:cs typeface="Segoe UI" pitchFamily="34" charset="-120"/>
              </a:rPr>
              <a:t> Engine  ·  </a:t>
            </a:r>
            <a:r>
              <a:rPr lang="en-US" sz="1600" noProof="0" err="1">
                <a:solidFill>
                  <a:srgbClr val="C7CDD4"/>
                </a:solidFill>
                <a:latin typeface="Segoe UI" pitchFamily="34" charset="0"/>
                <a:ea typeface="Segoe UI" pitchFamily="34" charset="-122"/>
                <a:cs typeface="Segoe UI" pitchFamily="34" charset="-120"/>
              </a:rPr>
              <a:t>UbiqSystems</a:t>
            </a:r>
            <a:r>
              <a:rPr lang="en-US" sz="1600" noProof="0">
                <a:solidFill>
                  <a:srgbClr val="C7CDD4"/>
                </a:solidFill>
                <a:latin typeface="Segoe UI" pitchFamily="34" charset="0"/>
                <a:ea typeface="Segoe UI" pitchFamily="34" charset="-122"/>
                <a:cs typeface="Segoe UI" pitchFamily="34" charset="-120"/>
              </a:rPr>
              <a:t>  ·  Robin, Sebastian and Jason</a:t>
            </a:r>
            <a:endParaRPr lang="en-US" sz="1600" noProof="0"/>
          </a:p>
        </p:txBody>
      </p:sp>
      <p:sp>
        <p:nvSpPr>
          <p:cNvPr id="6" name="Text 4"/>
          <p:cNvSpPr/>
          <p:nvPr/>
        </p:nvSpPr>
        <p:spPr>
          <a:xfrm>
            <a:off x="731520" y="4334256"/>
            <a:ext cx="7315200" cy="292608"/>
          </a:xfrm>
          <a:prstGeom prst="rect">
            <a:avLst/>
          </a:prstGeom>
          <a:noFill/>
          <a:ln/>
        </p:spPr>
        <p:txBody>
          <a:bodyPr wrap="square" lIns="0" tIns="0" rIns="0" bIns="0" rtlCol="0" anchor="t"/>
          <a:lstStyle/>
          <a:p>
            <a:pPr marL="0" indent="0">
              <a:buNone/>
            </a:pPr>
            <a:r>
              <a:rPr lang="en-US" sz="1200" noProof="0">
                <a:solidFill>
                  <a:srgbClr val="8A97A9"/>
                </a:solidFill>
                <a:latin typeface="Consolas" pitchFamily="34" charset="0"/>
                <a:ea typeface="Consolas" pitchFamily="34" charset="-122"/>
                <a:cs typeface="Consolas" pitchFamily="34" charset="-120"/>
              </a:rPr>
              <a:t>github.com/…   ← paste the repository link here before presenting</a:t>
            </a:r>
            <a:endParaRPr lang="en-US" sz="1200" noProof="0"/>
          </a:p>
        </p:txBody>
      </p:sp>
      <p:sp>
        <p:nvSpPr>
          <p:cNvPr id="7" name="Shape 5"/>
          <p:cNvSpPr/>
          <p:nvPr/>
        </p:nvSpPr>
        <p:spPr>
          <a:xfrm>
            <a:off x="8814816" y="2048256"/>
            <a:ext cx="2560320" cy="3063240"/>
          </a:xfrm>
          <a:prstGeom prst="roundRect">
            <a:avLst>
              <a:gd name="adj" fmla="val 2143"/>
            </a:avLst>
          </a:prstGeom>
          <a:solidFill>
            <a:srgbClr val="0F1826"/>
          </a:solidFill>
          <a:ln w="12700">
            <a:solidFill>
              <a:srgbClr val="26344A"/>
            </a:solidFill>
            <a:prstDash val="solid"/>
          </a:ln>
        </p:spPr>
        <p:txBody>
          <a:bodyPr/>
          <a:lstStyle/>
          <a:p>
            <a:endParaRPr lang="en-US" noProof="0"/>
          </a:p>
        </p:txBody>
      </p:sp>
      <p:pic>
        <p:nvPicPr>
          <p:cNvPr id="8" name="Image 0" descr="/root/work2/img/face.png"/>
          <p:cNvPicPr>
            <a:picLocks noChangeAspect="1"/>
          </p:cNvPicPr>
          <p:nvPr/>
        </p:nvPicPr>
        <p:blipFill>
          <a:blip r:embed="rId3"/>
          <a:stretch>
            <a:fillRect/>
          </a:stretch>
        </p:blipFill>
        <p:spPr>
          <a:xfrm>
            <a:off x="8869680" y="2103120"/>
            <a:ext cx="2450592" cy="29535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A64AA4C-9EEF-447C-9AF6-313B28E4554A}">
  <we:reference id="wa200010725" version="1.0.0.1" store="de-DE" storeType="OMEX"/>
  <we:alternateReferences>
    <we:reference id="WA200010725" version="1.0.0.1" store="" storeType="OMEX"/>
  </we:alternateReferences>
  <we:properties>
    <we:property name="claude.fileId" value="&quot;1c6842b6-1af2-4383-bb38-cb4fa9a67b6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4219</Words>
  <Application>Microsoft Office PowerPoint</Application>
  <PresentationFormat>Widescreen</PresentationFormat>
  <Paragraphs>712</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Consolas</vt:lpstr>
      <vt:lpstr>Segoe UI</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UbiqSystems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OhBot Behaviours Engine — Final Presentation</dc:title>
  <dc:subject>PptxGenJS Presentation</dc:subject>
  <dc:creator>Robin, Sebastian, Jason</dc:creator>
  <cp:lastModifiedBy>Sebastian Koschorreck</cp:lastModifiedBy>
  <cp:revision>1</cp:revision>
  <dcterms:created xsi:type="dcterms:W3CDTF">2026-08-14T11:11:37Z</dcterms:created>
  <dcterms:modified xsi:type="dcterms:W3CDTF">2026-08-20T12:21:04Z</dcterms:modified>
</cp:coreProperties>
</file>