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20"/>
  </p:notesMasterIdLst>
  <p:sldIdLst>
    <p:sldId id="265" r:id="rId2"/>
    <p:sldId id="258" r:id="rId3"/>
    <p:sldId id="284" r:id="rId4"/>
    <p:sldId id="279" r:id="rId5"/>
    <p:sldId id="280" r:id="rId6"/>
    <p:sldId id="286" r:id="rId7"/>
    <p:sldId id="282" r:id="rId8"/>
    <p:sldId id="283" r:id="rId9"/>
    <p:sldId id="260" r:id="rId10"/>
    <p:sldId id="287" r:id="rId11"/>
    <p:sldId id="288" r:id="rId12"/>
    <p:sldId id="291" r:id="rId13"/>
    <p:sldId id="289" r:id="rId14"/>
    <p:sldId id="261" r:id="rId15"/>
    <p:sldId id="290" r:id="rId16"/>
    <p:sldId id="262" r:id="rId17"/>
    <p:sldId id="257" r:id="rId18"/>
    <p:sldId id="266"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68CC67-8C24-D010-9AB2-82157DA0E0DE}" v="2" dt="2026-06-08T14:51:08.844"/>
    <p1510:client id="{A55FF010-97AD-9B78-ABA1-3331547C6A08}" v="1" dt="2026-06-10T12:51:04.505"/>
    <p1510:client id="{B81B9E2B-0813-84C6-C528-3189897217B5}" v="8" dt="2026-06-10T12:08:20.948"/>
    <p1510:client id="{BA306F3D-0466-4DD3-AF55-1A0E47E193AA}" v="68" dt="2026-06-08T21:22:44.071"/>
    <p1510:client id="{C38FBD03-6AAE-8C27-BD32-B1CD9652BD4E}" v="38" dt="2026-06-08T21:19:33.5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on Klaas" userId="11fc57db0c578e4b" providerId="LiveId" clId="{10D291D6-A315-4D34-AB61-028F8CA20A8E}"/>
    <pc:docChg chg="undo custSel addSld modSld sldOrd">
      <pc:chgData name="Jason Klaas" userId="11fc57db0c578e4b" providerId="LiveId" clId="{10D291D6-A315-4D34-AB61-028F8CA20A8E}" dt="2026-06-08T21:22:44.071" v="1620" actId="20577"/>
      <pc:docMkLst>
        <pc:docMk/>
      </pc:docMkLst>
      <pc:sldChg chg="modSp mod">
        <pc:chgData name="Jason Klaas" userId="11fc57db0c578e4b" providerId="LiveId" clId="{10D291D6-A315-4D34-AB61-028F8CA20A8E}" dt="2026-06-08T11:37:17.492" v="834" actId="20577"/>
        <pc:sldMkLst>
          <pc:docMk/>
          <pc:sldMk cId="877862326" sldId="257"/>
        </pc:sldMkLst>
        <pc:spChg chg="mod">
          <ac:chgData name="Jason Klaas" userId="11fc57db0c578e4b" providerId="LiveId" clId="{10D291D6-A315-4D34-AB61-028F8CA20A8E}" dt="2026-06-08T11:37:17.492" v="834" actId="20577"/>
          <ac:spMkLst>
            <pc:docMk/>
            <pc:sldMk cId="877862326" sldId="257"/>
            <ac:spMk id="2" creationId="{4A3F2F4B-C345-FDC0-F934-F46111F012BE}"/>
          </ac:spMkLst>
        </pc:spChg>
      </pc:sldChg>
      <pc:sldChg chg="modSp mod ord">
        <pc:chgData name="Jason Klaas" userId="11fc57db0c578e4b" providerId="LiveId" clId="{10D291D6-A315-4D34-AB61-028F8CA20A8E}" dt="2026-06-08T21:12:40.154" v="1502" actId="20577"/>
        <pc:sldMkLst>
          <pc:docMk/>
          <pc:sldMk cId="744513558" sldId="261"/>
        </pc:sldMkLst>
        <pc:spChg chg="mod">
          <ac:chgData name="Jason Klaas" userId="11fc57db0c578e4b" providerId="LiveId" clId="{10D291D6-A315-4D34-AB61-028F8CA20A8E}" dt="2026-06-08T11:18:57.768" v="17" actId="20577"/>
          <ac:spMkLst>
            <pc:docMk/>
            <pc:sldMk cId="744513558" sldId="261"/>
            <ac:spMk id="2" creationId="{066A6FCE-BAE6-6FAA-F058-829C1AA9CE58}"/>
          </ac:spMkLst>
        </pc:spChg>
        <pc:spChg chg="mod">
          <ac:chgData name="Jason Klaas" userId="11fc57db0c578e4b" providerId="LiveId" clId="{10D291D6-A315-4D34-AB61-028F8CA20A8E}" dt="2026-06-08T21:12:40.154" v="1502" actId="20577"/>
          <ac:spMkLst>
            <pc:docMk/>
            <pc:sldMk cId="744513558" sldId="261"/>
            <ac:spMk id="3" creationId="{FC539139-669A-857E-B298-4C3FA1AD42A8}"/>
          </ac:spMkLst>
        </pc:spChg>
      </pc:sldChg>
      <pc:sldChg chg="modSp mod">
        <pc:chgData name="Jason Klaas" userId="11fc57db0c578e4b" providerId="LiveId" clId="{10D291D6-A315-4D34-AB61-028F8CA20A8E}" dt="2026-06-08T14:36:42.023" v="835" actId="20577"/>
        <pc:sldMkLst>
          <pc:docMk/>
          <pc:sldMk cId="675074334" sldId="262"/>
        </pc:sldMkLst>
        <pc:spChg chg="mod">
          <ac:chgData name="Jason Klaas" userId="11fc57db0c578e4b" providerId="LiveId" clId="{10D291D6-A315-4D34-AB61-028F8CA20A8E}" dt="2026-06-08T14:36:42.023" v="835" actId="20577"/>
          <ac:spMkLst>
            <pc:docMk/>
            <pc:sldMk cId="675074334" sldId="262"/>
            <ac:spMk id="3" creationId="{05B3089C-466D-78A0-FC8F-8457A95EC433}"/>
          </ac:spMkLst>
        </pc:spChg>
      </pc:sldChg>
      <pc:sldChg chg="addSp modSp new mod ord">
        <pc:chgData name="Jason Klaas" userId="11fc57db0c578e4b" providerId="LiveId" clId="{10D291D6-A315-4D34-AB61-028F8CA20A8E}" dt="2026-06-08T21:22:44.071" v="1620" actId="20577"/>
        <pc:sldMkLst>
          <pc:docMk/>
          <pc:sldMk cId="2301308241" sldId="289"/>
        </pc:sldMkLst>
        <pc:spChg chg="mod">
          <ac:chgData name="Jason Klaas" userId="11fc57db0c578e4b" providerId="LiveId" clId="{10D291D6-A315-4D34-AB61-028F8CA20A8E}" dt="2026-06-08T11:33:06.662" v="559" actId="790"/>
          <ac:spMkLst>
            <pc:docMk/>
            <pc:sldMk cId="2301308241" sldId="289"/>
            <ac:spMk id="2" creationId="{B2D83CB2-B074-4EE6-3711-9913E120F586}"/>
          </ac:spMkLst>
        </pc:spChg>
        <pc:spChg chg="mod">
          <ac:chgData name="Jason Klaas" userId="11fc57db0c578e4b" providerId="LiveId" clId="{10D291D6-A315-4D34-AB61-028F8CA20A8E}" dt="2026-06-08T21:22:44.071" v="1620" actId="20577"/>
          <ac:spMkLst>
            <pc:docMk/>
            <pc:sldMk cId="2301308241" sldId="289"/>
            <ac:spMk id="3" creationId="{503071E6-32F2-6B4F-B72B-3EEFBC4275C4}"/>
          </ac:spMkLst>
        </pc:spChg>
        <pc:spChg chg="mod">
          <ac:chgData name="Jason Klaas" userId="11fc57db0c578e4b" providerId="LiveId" clId="{10D291D6-A315-4D34-AB61-028F8CA20A8E}" dt="2026-06-08T11:33:06.662" v="559" actId="790"/>
          <ac:spMkLst>
            <pc:docMk/>
            <pc:sldMk cId="2301308241" sldId="289"/>
            <ac:spMk id="6" creationId="{434051E4-C905-D8AC-2A1D-31060345361F}"/>
          </ac:spMkLst>
        </pc:spChg>
        <pc:spChg chg="mod">
          <ac:chgData name="Jason Klaas" userId="11fc57db0c578e4b" providerId="LiveId" clId="{10D291D6-A315-4D34-AB61-028F8CA20A8E}" dt="2026-06-08T11:33:06.662" v="559" actId="790"/>
          <ac:spMkLst>
            <pc:docMk/>
            <pc:sldMk cId="2301308241" sldId="289"/>
            <ac:spMk id="8" creationId="{88746027-82BC-673F-ED39-FCE63D0C7881}"/>
          </ac:spMkLst>
        </pc:spChg>
        <pc:spChg chg="mod">
          <ac:chgData name="Jason Klaas" userId="11fc57db0c578e4b" providerId="LiveId" clId="{10D291D6-A315-4D34-AB61-028F8CA20A8E}" dt="2026-06-08T11:33:06.662" v="559" actId="790"/>
          <ac:spMkLst>
            <pc:docMk/>
            <pc:sldMk cId="2301308241" sldId="289"/>
            <ac:spMk id="9" creationId="{391AA8CA-0CF2-4A77-B428-3F998758CBE4}"/>
          </ac:spMkLst>
        </pc:spChg>
        <pc:spChg chg="mod">
          <ac:chgData name="Jason Klaas" userId="11fc57db0c578e4b" providerId="LiveId" clId="{10D291D6-A315-4D34-AB61-028F8CA20A8E}" dt="2026-06-08T11:33:06.662" v="559" actId="790"/>
          <ac:spMkLst>
            <pc:docMk/>
            <pc:sldMk cId="2301308241" sldId="289"/>
            <ac:spMk id="11" creationId="{FADB94D7-7C9C-92F0-4714-D88716845EF7}"/>
          </ac:spMkLst>
        </pc:spChg>
        <pc:spChg chg="mod">
          <ac:chgData name="Jason Klaas" userId="11fc57db0c578e4b" providerId="LiveId" clId="{10D291D6-A315-4D34-AB61-028F8CA20A8E}" dt="2026-06-08T21:17:30.988" v="1559" actId="20577"/>
          <ac:spMkLst>
            <pc:docMk/>
            <pc:sldMk cId="2301308241" sldId="289"/>
            <ac:spMk id="12" creationId="{4E68560F-5D1E-5B3B-3A54-234AB8F03FF4}"/>
          </ac:spMkLst>
        </pc:spChg>
        <pc:grpChg chg="add mod">
          <ac:chgData name="Jason Klaas" userId="11fc57db0c578e4b" providerId="LiveId" clId="{10D291D6-A315-4D34-AB61-028F8CA20A8E}" dt="2026-06-08T11:25:52.085" v="365"/>
          <ac:grpSpMkLst>
            <pc:docMk/>
            <pc:sldMk cId="2301308241" sldId="289"/>
            <ac:grpSpMk id="4" creationId="{0BDF9DD5-5FC9-EA59-CBA1-2C07D926506C}"/>
          </ac:grpSpMkLst>
        </pc:grpChg>
        <pc:grpChg chg="add mod">
          <ac:chgData name="Jason Klaas" userId="11fc57db0c578e4b" providerId="LiveId" clId="{10D291D6-A315-4D34-AB61-028F8CA20A8E}" dt="2026-06-08T11:29:22.671" v="409" actId="14100"/>
          <ac:grpSpMkLst>
            <pc:docMk/>
            <pc:sldMk cId="2301308241" sldId="289"/>
            <ac:grpSpMk id="7" creationId="{D3D8C4F1-5F87-0CA8-AD3D-D46FD278D722}"/>
          </ac:grpSpMkLst>
        </pc:grpChg>
        <pc:grpChg chg="add mod">
          <ac:chgData name="Jason Klaas" userId="11fc57db0c578e4b" providerId="LiveId" clId="{10D291D6-A315-4D34-AB61-028F8CA20A8E}" dt="2026-06-08T11:30:30.122" v="463" actId="1076"/>
          <ac:grpSpMkLst>
            <pc:docMk/>
            <pc:sldMk cId="2301308241" sldId="289"/>
            <ac:grpSpMk id="10" creationId="{C874FD22-F052-3CCE-5401-6DB64E8EED23}"/>
          </ac:grpSpMkLst>
        </pc:grpChg>
        <pc:cxnChg chg="mod">
          <ac:chgData name="Jason Klaas" userId="11fc57db0c578e4b" providerId="LiveId" clId="{10D291D6-A315-4D34-AB61-028F8CA20A8E}" dt="2026-06-08T11:25:52.085" v="365"/>
          <ac:cxnSpMkLst>
            <pc:docMk/>
            <pc:sldMk cId="2301308241" sldId="289"/>
            <ac:cxnSpMk id="5" creationId="{E2FD3C55-0574-7EB8-3FC7-143E6CEEA54E}"/>
          </ac:cxnSpMkLst>
        </pc:cxnChg>
      </pc:sldChg>
      <pc:sldChg chg="modSp new mod ord">
        <pc:chgData name="Jason Klaas" userId="11fc57db0c578e4b" providerId="LiveId" clId="{10D291D6-A315-4D34-AB61-028F8CA20A8E}" dt="2026-06-08T20:59:10.306" v="861" actId="20577"/>
        <pc:sldMkLst>
          <pc:docMk/>
          <pc:sldMk cId="4135633067" sldId="290"/>
        </pc:sldMkLst>
        <pc:spChg chg="mod">
          <ac:chgData name="Jason Klaas" userId="11fc57db0c578e4b" providerId="LiveId" clId="{10D291D6-A315-4D34-AB61-028F8CA20A8E}" dt="2026-06-08T20:59:10.306" v="861" actId="20577"/>
          <ac:spMkLst>
            <pc:docMk/>
            <pc:sldMk cId="4135633067" sldId="290"/>
            <ac:spMk id="2" creationId="{251F494B-3779-5AB4-9754-D5859CE87E7B}"/>
          </ac:spMkLst>
        </pc:spChg>
        <pc:spChg chg="mod">
          <ac:chgData name="Jason Klaas" userId="11fc57db0c578e4b" providerId="LiveId" clId="{10D291D6-A315-4D34-AB61-028F8CA20A8E}" dt="2026-06-08T11:36:45.252" v="814" actId="20577"/>
          <ac:spMkLst>
            <pc:docMk/>
            <pc:sldMk cId="4135633067" sldId="290"/>
            <ac:spMk id="3" creationId="{A99A65B4-715C-B27C-B4DE-8B543063AC47}"/>
          </ac:spMkLst>
        </pc:spChg>
      </pc:sldChg>
      <pc:sldChg chg="modSp new mod">
        <pc:chgData name="Jason Klaas" userId="11fc57db0c578e4b" providerId="LiveId" clId="{10D291D6-A315-4D34-AB61-028F8CA20A8E}" dt="2026-06-08T21:17:58.277" v="1560" actId="20577"/>
        <pc:sldMkLst>
          <pc:docMk/>
          <pc:sldMk cId="3304516034" sldId="291"/>
        </pc:sldMkLst>
        <pc:spChg chg="mod">
          <ac:chgData name="Jason Klaas" userId="11fc57db0c578e4b" providerId="LiveId" clId="{10D291D6-A315-4D34-AB61-028F8CA20A8E}" dt="2026-06-08T21:00:22.544" v="888" actId="790"/>
          <ac:spMkLst>
            <pc:docMk/>
            <pc:sldMk cId="3304516034" sldId="291"/>
            <ac:spMk id="2" creationId="{D272C9B0-1AB8-54F8-0730-78231B17C5E9}"/>
          </ac:spMkLst>
        </pc:spChg>
        <pc:spChg chg="mod">
          <ac:chgData name="Jason Klaas" userId="11fc57db0c578e4b" providerId="LiveId" clId="{10D291D6-A315-4D34-AB61-028F8CA20A8E}" dt="2026-06-08T21:17:58.277" v="1560" actId="20577"/>
          <ac:spMkLst>
            <pc:docMk/>
            <pc:sldMk cId="3304516034" sldId="291"/>
            <ac:spMk id="3" creationId="{7902DE68-0416-BB0B-CEBE-41A1FC4222C2}"/>
          </ac:spMkLst>
        </pc:spChg>
      </pc:sldChg>
    </pc:docChg>
  </pc:docChgLst>
  <pc:docChgLst>
    <pc:chgData name="Guest User" providerId="Windows Live" clId="Web-{93E2AD4E-CA64-E83F-8F07-51CF618FF51A}"/>
    <pc:docChg chg="mod addSld modSld addMainMaster delMainMaster">
      <pc:chgData name="Guest User" userId="" providerId="Windows Live" clId="Web-{93E2AD4E-CA64-E83F-8F07-51CF618FF51A}" dt="2026-06-07T23:43:04.295" v="556" actId="20577"/>
      <pc:docMkLst>
        <pc:docMk/>
      </pc:docMkLst>
      <pc:sldChg chg="modSp mod modClrScheme chgLayout">
        <pc:chgData name="Guest User" userId="" providerId="Windows Live" clId="Web-{93E2AD4E-CA64-E83F-8F07-51CF618FF51A}" dt="2026-06-07T23:42:49.403" v="555"/>
        <pc:sldMkLst>
          <pc:docMk/>
          <pc:sldMk cId="877862326" sldId="257"/>
        </pc:sldMkLst>
        <pc:spChg chg="mod ord">
          <ac:chgData name="Guest User" userId="" providerId="Windows Live" clId="Web-{93E2AD4E-CA64-E83F-8F07-51CF618FF51A}" dt="2026-06-07T23:42:49.403" v="555"/>
          <ac:spMkLst>
            <pc:docMk/>
            <pc:sldMk cId="877862326" sldId="257"/>
            <ac:spMk id="2" creationId="{4A3F2F4B-C345-FDC0-F934-F46111F012BE}"/>
          </ac:spMkLst>
        </pc:spChg>
        <pc:spChg chg="mod ord">
          <ac:chgData name="Guest User" userId="" providerId="Windows Live" clId="Web-{93E2AD4E-CA64-E83F-8F07-51CF618FF51A}" dt="2026-06-07T23:42:49.403" v="555"/>
          <ac:spMkLst>
            <pc:docMk/>
            <pc:sldMk cId="877862326" sldId="257"/>
            <ac:spMk id="3" creationId="{4D45709A-0313-FA23-F4C9-B486BAE61015}"/>
          </ac:spMkLst>
        </pc:spChg>
      </pc:sldChg>
      <pc:sldChg chg="addSp delSp modSp mod modClrScheme chgLayout">
        <pc:chgData name="Guest User" userId="" providerId="Windows Live" clId="Web-{93E2AD4E-CA64-E83F-8F07-51CF618FF51A}" dt="2026-06-07T23:42:49.403" v="555"/>
        <pc:sldMkLst>
          <pc:docMk/>
          <pc:sldMk cId="2293054943" sldId="258"/>
        </pc:sldMkLst>
        <pc:spChg chg="mod ord">
          <ac:chgData name="Guest User" userId="" providerId="Windows Live" clId="Web-{93E2AD4E-CA64-E83F-8F07-51CF618FF51A}" dt="2026-06-07T23:42:49.403" v="555"/>
          <ac:spMkLst>
            <pc:docMk/>
            <pc:sldMk cId="2293054943" sldId="258"/>
            <ac:spMk id="2" creationId="{B8D6F2B9-5007-CC5A-A1CC-556A856105DF}"/>
          </ac:spMkLst>
        </pc:spChg>
        <pc:picChg chg="add mod ord">
          <ac:chgData name="Guest User" userId="" providerId="Windows Live" clId="Web-{93E2AD4E-CA64-E83F-8F07-51CF618FF51A}" dt="2026-06-07T23:42:49.403" v="555"/>
          <ac:picMkLst>
            <pc:docMk/>
            <pc:sldMk cId="2293054943" sldId="258"/>
            <ac:picMk id="27" creationId="{382D5B5A-305F-BEC7-1035-83F1CE5CDB6A}"/>
          </ac:picMkLst>
        </pc:picChg>
      </pc:sldChg>
      <pc:sldChg chg="modSp mod modClrScheme chgLayout">
        <pc:chgData name="Guest User" userId="" providerId="Windows Live" clId="Web-{93E2AD4E-CA64-E83F-8F07-51CF618FF51A}" dt="2026-06-07T23:43:04.295" v="556" actId="20577"/>
        <pc:sldMkLst>
          <pc:docMk/>
          <pc:sldMk cId="555947682" sldId="260"/>
        </pc:sldMkLst>
        <pc:spChg chg="mod ord">
          <ac:chgData name="Guest User" userId="" providerId="Windows Live" clId="Web-{93E2AD4E-CA64-E83F-8F07-51CF618FF51A}" dt="2026-06-07T23:42:49.403" v="555"/>
          <ac:spMkLst>
            <pc:docMk/>
            <pc:sldMk cId="555947682" sldId="260"/>
            <ac:spMk id="2" creationId="{211DE0A2-CB39-1646-F451-5768BF7E1228}"/>
          </ac:spMkLst>
        </pc:spChg>
        <pc:spChg chg="mod ord">
          <ac:chgData name="Guest User" userId="" providerId="Windows Live" clId="Web-{93E2AD4E-CA64-E83F-8F07-51CF618FF51A}" dt="2026-06-07T23:43:04.295" v="556" actId="20577"/>
          <ac:spMkLst>
            <pc:docMk/>
            <pc:sldMk cId="555947682" sldId="260"/>
            <ac:spMk id="3" creationId="{32988878-38FB-216D-E287-CA3D838174C9}"/>
          </ac:spMkLst>
        </pc:spChg>
      </pc:sldChg>
      <pc:sldChg chg="modSp mod modClrScheme chgLayout">
        <pc:chgData name="Guest User" userId="" providerId="Windows Live" clId="Web-{93E2AD4E-CA64-E83F-8F07-51CF618FF51A}" dt="2026-06-07T23:42:49.403" v="555"/>
        <pc:sldMkLst>
          <pc:docMk/>
          <pc:sldMk cId="744513558" sldId="261"/>
        </pc:sldMkLst>
        <pc:spChg chg="mod ord">
          <ac:chgData name="Guest User" userId="" providerId="Windows Live" clId="Web-{93E2AD4E-CA64-E83F-8F07-51CF618FF51A}" dt="2026-06-07T23:42:49.403" v="555"/>
          <ac:spMkLst>
            <pc:docMk/>
            <pc:sldMk cId="744513558" sldId="261"/>
            <ac:spMk id="2" creationId="{066A6FCE-BAE6-6FAA-F058-829C1AA9CE58}"/>
          </ac:spMkLst>
        </pc:spChg>
        <pc:spChg chg="mod ord">
          <ac:chgData name="Guest User" userId="" providerId="Windows Live" clId="Web-{93E2AD4E-CA64-E83F-8F07-51CF618FF51A}" dt="2026-06-07T23:42:49.403" v="555"/>
          <ac:spMkLst>
            <pc:docMk/>
            <pc:sldMk cId="744513558" sldId="261"/>
            <ac:spMk id="3" creationId="{FC539139-669A-857E-B298-4C3FA1AD42A8}"/>
          </ac:spMkLst>
        </pc:spChg>
      </pc:sldChg>
      <pc:sldChg chg="modSp mod modClrScheme chgLayout">
        <pc:chgData name="Guest User" userId="" providerId="Windows Live" clId="Web-{93E2AD4E-CA64-E83F-8F07-51CF618FF51A}" dt="2026-06-07T23:42:49.403" v="555"/>
        <pc:sldMkLst>
          <pc:docMk/>
          <pc:sldMk cId="675074334" sldId="262"/>
        </pc:sldMkLst>
        <pc:spChg chg="mod ord">
          <ac:chgData name="Guest User" userId="" providerId="Windows Live" clId="Web-{93E2AD4E-CA64-E83F-8F07-51CF618FF51A}" dt="2026-06-07T23:42:49.403" v="555"/>
          <ac:spMkLst>
            <pc:docMk/>
            <pc:sldMk cId="675074334" sldId="262"/>
            <ac:spMk id="2" creationId="{DD060B26-8038-8FF7-AFD4-32E2D154CDE5}"/>
          </ac:spMkLst>
        </pc:spChg>
        <pc:spChg chg="mod ord">
          <ac:chgData name="Guest User" userId="" providerId="Windows Live" clId="Web-{93E2AD4E-CA64-E83F-8F07-51CF618FF51A}" dt="2026-06-07T23:42:49.403" v="555"/>
          <ac:spMkLst>
            <pc:docMk/>
            <pc:sldMk cId="675074334" sldId="262"/>
            <ac:spMk id="3" creationId="{05B3089C-466D-78A0-FC8F-8457A95EC433}"/>
          </ac:spMkLst>
        </pc:spChg>
      </pc:sldChg>
      <pc:sldChg chg="delSp modSp mod modClrScheme delDesignElem chgLayout">
        <pc:chgData name="Guest User" userId="" providerId="Windows Live" clId="Web-{93E2AD4E-CA64-E83F-8F07-51CF618FF51A}" dt="2026-06-07T23:42:49.403" v="555"/>
        <pc:sldMkLst>
          <pc:docMk/>
          <pc:sldMk cId="2130833181" sldId="265"/>
        </pc:sldMkLst>
        <pc:spChg chg="mod ord">
          <ac:chgData name="Guest User" userId="" providerId="Windows Live" clId="Web-{93E2AD4E-CA64-E83F-8F07-51CF618FF51A}" dt="2026-06-07T23:42:49.403" v="555"/>
          <ac:spMkLst>
            <pc:docMk/>
            <pc:sldMk cId="2130833181" sldId="265"/>
            <ac:spMk id="2" creationId="{ED297EAC-8266-3C0A-1DD9-7A238E61FFE5}"/>
          </ac:spMkLst>
        </pc:spChg>
        <pc:spChg chg="mod ord">
          <ac:chgData name="Guest User" userId="" providerId="Windows Live" clId="Web-{93E2AD4E-CA64-E83F-8F07-51CF618FF51A}" dt="2026-06-07T23:42:49.403" v="555"/>
          <ac:spMkLst>
            <pc:docMk/>
            <pc:sldMk cId="2130833181" sldId="265"/>
            <ac:spMk id="3" creationId="{BD388B7C-5F6F-D735-E982-10EDEFFC405C}"/>
          </ac:spMkLst>
        </pc:spChg>
      </pc:sldChg>
      <pc:sldChg chg="delSp modSp mod modClrScheme delDesignElem chgLayout">
        <pc:chgData name="Guest User" userId="" providerId="Windows Live" clId="Web-{93E2AD4E-CA64-E83F-8F07-51CF618FF51A}" dt="2026-06-07T23:42:49.403" v="555"/>
        <pc:sldMkLst>
          <pc:docMk/>
          <pc:sldMk cId="2017515039" sldId="266"/>
        </pc:sldMkLst>
        <pc:spChg chg="mod ord">
          <ac:chgData name="Guest User" userId="" providerId="Windows Live" clId="Web-{93E2AD4E-CA64-E83F-8F07-51CF618FF51A}" dt="2026-06-07T23:42:49.403" v="555"/>
          <ac:spMkLst>
            <pc:docMk/>
            <pc:sldMk cId="2017515039" sldId="266"/>
            <ac:spMk id="2" creationId="{CE398C7F-EA7C-3563-45EE-5A1A5BA9B713}"/>
          </ac:spMkLst>
        </pc:spChg>
      </pc:sldChg>
      <pc:sldChg chg="modSp mod modClrScheme chgLayout">
        <pc:chgData name="Guest User" userId="" providerId="Windows Live" clId="Web-{93E2AD4E-CA64-E83F-8F07-51CF618FF51A}" dt="2026-06-07T23:42:49.403" v="555"/>
        <pc:sldMkLst>
          <pc:docMk/>
          <pc:sldMk cId="2950026120" sldId="279"/>
        </pc:sldMkLst>
        <pc:spChg chg="mod ord">
          <ac:chgData name="Guest User" userId="" providerId="Windows Live" clId="Web-{93E2AD4E-CA64-E83F-8F07-51CF618FF51A}" dt="2026-06-07T23:42:49.403" v="555"/>
          <ac:spMkLst>
            <pc:docMk/>
            <pc:sldMk cId="2950026120" sldId="279"/>
            <ac:spMk id="2" creationId="{F341C7D6-9CAB-DC29-0DCA-6EF58FE3E8FE}"/>
          </ac:spMkLst>
        </pc:spChg>
        <pc:spChg chg="mod ord">
          <ac:chgData name="Guest User" userId="" providerId="Windows Live" clId="Web-{93E2AD4E-CA64-E83F-8F07-51CF618FF51A}" dt="2026-06-07T23:42:49.403" v="555"/>
          <ac:spMkLst>
            <pc:docMk/>
            <pc:sldMk cId="2950026120" sldId="279"/>
            <ac:spMk id="3" creationId="{4784A8A5-C6A4-026B-97BE-E610C6538A38}"/>
          </ac:spMkLst>
        </pc:spChg>
      </pc:sldChg>
      <pc:sldChg chg="modSp mod modClrScheme chgLayout">
        <pc:chgData name="Guest User" userId="" providerId="Windows Live" clId="Web-{93E2AD4E-CA64-E83F-8F07-51CF618FF51A}" dt="2026-06-07T23:42:49.403" v="555"/>
        <pc:sldMkLst>
          <pc:docMk/>
          <pc:sldMk cId="3290583280" sldId="280"/>
        </pc:sldMkLst>
        <pc:spChg chg="mod ord">
          <ac:chgData name="Guest User" userId="" providerId="Windows Live" clId="Web-{93E2AD4E-CA64-E83F-8F07-51CF618FF51A}" dt="2026-06-07T23:42:49.403" v="555"/>
          <ac:spMkLst>
            <pc:docMk/>
            <pc:sldMk cId="3290583280" sldId="280"/>
            <ac:spMk id="2" creationId="{F341C7D6-9CAB-DC29-0DCA-6EF58FE3E8FE}"/>
          </ac:spMkLst>
        </pc:spChg>
        <pc:spChg chg="mod ord">
          <ac:chgData name="Guest User" userId="" providerId="Windows Live" clId="Web-{93E2AD4E-CA64-E83F-8F07-51CF618FF51A}" dt="2026-06-07T23:42:49.403" v="555"/>
          <ac:spMkLst>
            <pc:docMk/>
            <pc:sldMk cId="3290583280" sldId="280"/>
            <ac:spMk id="3" creationId="{4784A8A5-C6A4-026B-97BE-E610C6538A38}"/>
          </ac:spMkLst>
        </pc:spChg>
      </pc:sldChg>
      <pc:sldChg chg="modSp mod modClrScheme chgLayout">
        <pc:chgData name="Guest User" userId="" providerId="Windows Live" clId="Web-{93E2AD4E-CA64-E83F-8F07-51CF618FF51A}" dt="2026-06-07T23:42:49.403" v="555"/>
        <pc:sldMkLst>
          <pc:docMk/>
          <pc:sldMk cId="2840570351" sldId="282"/>
        </pc:sldMkLst>
        <pc:spChg chg="mod ord">
          <ac:chgData name="Guest User" userId="" providerId="Windows Live" clId="Web-{93E2AD4E-CA64-E83F-8F07-51CF618FF51A}" dt="2026-06-07T23:42:49.403" v="555"/>
          <ac:spMkLst>
            <pc:docMk/>
            <pc:sldMk cId="2840570351" sldId="282"/>
            <ac:spMk id="2" creationId="{F341C7D6-9CAB-DC29-0DCA-6EF58FE3E8FE}"/>
          </ac:spMkLst>
        </pc:spChg>
        <pc:spChg chg="mod ord">
          <ac:chgData name="Guest User" userId="" providerId="Windows Live" clId="Web-{93E2AD4E-CA64-E83F-8F07-51CF618FF51A}" dt="2026-06-07T23:42:49.403" v="555"/>
          <ac:spMkLst>
            <pc:docMk/>
            <pc:sldMk cId="2840570351" sldId="282"/>
            <ac:spMk id="3" creationId="{4784A8A5-C6A4-026B-97BE-E610C6538A38}"/>
          </ac:spMkLst>
        </pc:spChg>
      </pc:sldChg>
      <pc:sldChg chg="modSp mod modClrScheme chgLayout">
        <pc:chgData name="Guest User" userId="" providerId="Windows Live" clId="Web-{93E2AD4E-CA64-E83F-8F07-51CF618FF51A}" dt="2026-06-07T23:42:49.403" v="555"/>
        <pc:sldMkLst>
          <pc:docMk/>
          <pc:sldMk cId="2491403998" sldId="283"/>
        </pc:sldMkLst>
        <pc:spChg chg="mod ord">
          <ac:chgData name="Guest User" userId="" providerId="Windows Live" clId="Web-{93E2AD4E-CA64-E83F-8F07-51CF618FF51A}" dt="2026-06-07T23:42:49.403" v="555"/>
          <ac:spMkLst>
            <pc:docMk/>
            <pc:sldMk cId="2491403998" sldId="283"/>
            <ac:spMk id="2" creationId="{F341C7D6-9CAB-DC29-0DCA-6EF58FE3E8FE}"/>
          </ac:spMkLst>
        </pc:spChg>
        <pc:spChg chg="mod ord">
          <ac:chgData name="Guest User" userId="" providerId="Windows Live" clId="Web-{93E2AD4E-CA64-E83F-8F07-51CF618FF51A}" dt="2026-06-07T23:42:49.403" v="555"/>
          <ac:spMkLst>
            <pc:docMk/>
            <pc:sldMk cId="2491403998" sldId="283"/>
            <ac:spMk id="3" creationId="{4784A8A5-C6A4-026B-97BE-E610C6538A38}"/>
          </ac:spMkLst>
        </pc:spChg>
      </pc:sldChg>
      <pc:sldChg chg="modSp mod modClrScheme chgLayout">
        <pc:chgData name="Guest User" userId="" providerId="Windows Live" clId="Web-{93E2AD4E-CA64-E83F-8F07-51CF618FF51A}" dt="2026-06-07T23:42:49.403" v="555"/>
        <pc:sldMkLst>
          <pc:docMk/>
          <pc:sldMk cId="3964750745" sldId="284"/>
        </pc:sldMkLst>
        <pc:spChg chg="mod ord">
          <ac:chgData name="Guest User" userId="" providerId="Windows Live" clId="Web-{93E2AD4E-CA64-E83F-8F07-51CF618FF51A}" dt="2026-06-07T23:42:49.403" v="555"/>
          <ac:spMkLst>
            <pc:docMk/>
            <pc:sldMk cId="3964750745" sldId="284"/>
            <ac:spMk id="2" creationId="{F341C7D6-9CAB-DC29-0DCA-6EF58FE3E8FE}"/>
          </ac:spMkLst>
        </pc:spChg>
        <pc:spChg chg="mod ord">
          <ac:chgData name="Guest User" userId="" providerId="Windows Live" clId="Web-{93E2AD4E-CA64-E83F-8F07-51CF618FF51A}" dt="2026-06-07T23:42:49.403" v="555"/>
          <ac:spMkLst>
            <pc:docMk/>
            <pc:sldMk cId="3964750745" sldId="284"/>
            <ac:spMk id="11" creationId="{4784A8A5-C6A4-026B-97BE-E610C6538A38}"/>
          </ac:spMkLst>
        </pc:spChg>
      </pc:sldChg>
      <pc:sldChg chg="modSp mod modClrScheme chgLayout">
        <pc:chgData name="Guest User" userId="" providerId="Windows Live" clId="Web-{93E2AD4E-CA64-E83F-8F07-51CF618FF51A}" dt="2026-06-07T23:42:49.403" v="555"/>
        <pc:sldMkLst>
          <pc:docMk/>
          <pc:sldMk cId="3825399247" sldId="286"/>
        </pc:sldMkLst>
        <pc:spChg chg="mod ord">
          <ac:chgData name="Guest User" userId="" providerId="Windows Live" clId="Web-{93E2AD4E-CA64-E83F-8F07-51CF618FF51A}" dt="2026-06-07T23:42:49.403" v="555"/>
          <ac:spMkLst>
            <pc:docMk/>
            <pc:sldMk cId="3825399247" sldId="286"/>
            <ac:spMk id="2" creationId="{F341C7D6-9CAB-DC29-0DCA-6EF58FE3E8FE}"/>
          </ac:spMkLst>
        </pc:spChg>
        <pc:spChg chg="mod ord">
          <ac:chgData name="Guest User" userId="" providerId="Windows Live" clId="Web-{93E2AD4E-CA64-E83F-8F07-51CF618FF51A}" dt="2026-06-07T23:42:49.403" v="555"/>
          <ac:spMkLst>
            <pc:docMk/>
            <pc:sldMk cId="3825399247" sldId="286"/>
            <ac:spMk id="3" creationId="{4784A8A5-C6A4-026B-97BE-E610C6538A38}"/>
          </ac:spMkLst>
        </pc:spChg>
      </pc:sldChg>
      <pc:sldChg chg="addSp delSp modSp add mod replId modClrScheme addAnim delAnim modAnim chgLayout">
        <pc:chgData name="Guest User" userId="" providerId="Windows Live" clId="Web-{93E2AD4E-CA64-E83F-8F07-51CF618FF51A}" dt="2026-06-07T23:42:49.403" v="555"/>
        <pc:sldMkLst>
          <pc:docMk/>
          <pc:sldMk cId="1648593300" sldId="287"/>
        </pc:sldMkLst>
        <pc:spChg chg="mod ord">
          <ac:chgData name="Guest User" userId="" providerId="Windows Live" clId="Web-{93E2AD4E-CA64-E83F-8F07-51CF618FF51A}" dt="2026-06-07T23:42:49.403" v="555"/>
          <ac:spMkLst>
            <pc:docMk/>
            <pc:sldMk cId="1648593300" sldId="287"/>
            <ac:spMk id="2" creationId="{532B7267-4650-A5DF-B6BA-FEF5D810F69A}"/>
          </ac:spMkLst>
        </pc:spChg>
        <pc:spChg chg="mod ord">
          <ac:chgData name="Guest User" userId="" providerId="Windows Live" clId="Web-{93E2AD4E-CA64-E83F-8F07-51CF618FF51A}" dt="2026-06-07T23:42:49.403" v="555"/>
          <ac:spMkLst>
            <pc:docMk/>
            <pc:sldMk cId="1648593300" sldId="287"/>
            <ac:spMk id="3" creationId="{A672D464-B185-B2CE-AB06-693EBC8D4C3F}"/>
          </ac:spMkLst>
        </pc:spChg>
        <pc:spChg chg="add mod">
          <ac:chgData name="Guest User" userId="" providerId="Windows Live" clId="Web-{93E2AD4E-CA64-E83F-8F07-51CF618FF51A}" dt="2026-06-07T23:04:42.388" v="214" actId="1076"/>
          <ac:spMkLst>
            <pc:docMk/>
            <pc:sldMk cId="1648593300" sldId="287"/>
            <ac:spMk id="6" creationId="{0881C782-5654-5FC9-0B07-7F0AD568AB4D}"/>
          </ac:spMkLst>
        </pc:spChg>
        <pc:spChg chg="add mod">
          <ac:chgData name="Guest User" userId="" providerId="Windows Live" clId="Web-{93E2AD4E-CA64-E83F-8F07-51CF618FF51A}" dt="2026-06-07T23:04:36.903" v="213" actId="20577"/>
          <ac:spMkLst>
            <pc:docMk/>
            <pc:sldMk cId="1648593300" sldId="287"/>
            <ac:spMk id="7" creationId="{33BCD8AE-EEAF-5E33-C6DE-949E541E3047}"/>
          </ac:spMkLst>
        </pc:spChg>
        <pc:spChg chg="add mod">
          <ac:chgData name="Guest User" userId="" providerId="Windows Live" clId="Web-{93E2AD4E-CA64-E83F-8F07-51CF618FF51A}" dt="2026-06-07T23:08:24.756" v="267" actId="1076"/>
          <ac:spMkLst>
            <pc:docMk/>
            <pc:sldMk cId="1648593300" sldId="287"/>
            <ac:spMk id="9" creationId="{8E147B64-597F-079B-DC2A-0DA791C856D3}"/>
          </ac:spMkLst>
        </pc:spChg>
        <pc:spChg chg="add mod">
          <ac:chgData name="Guest User" userId="" providerId="Windows Live" clId="Web-{93E2AD4E-CA64-E83F-8F07-51CF618FF51A}" dt="2026-06-07T23:08:24.756" v="268" actId="1076"/>
          <ac:spMkLst>
            <pc:docMk/>
            <pc:sldMk cId="1648593300" sldId="287"/>
            <ac:spMk id="10" creationId="{9BEF109C-BA7F-AAE5-6E7B-9E1AFB85635B}"/>
          </ac:spMkLst>
        </pc:spChg>
        <pc:spChg chg="add mod">
          <ac:chgData name="Guest User" userId="" providerId="Windows Live" clId="Web-{93E2AD4E-CA64-E83F-8F07-51CF618FF51A}" dt="2026-06-07T23:08:11.974" v="262" actId="14100"/>
          <ac:spMkLst>
            <pc:docMk/>
            <pc:sldMk cId="1648593300" sldId="287"/>
            <ac:spMk id="12" creationId="{B8209E60-ABDC-1274-98F4-E5F8FB0B48E1}"/>
          </ac:spMkLst>
        </pc:spChg>
        <pc:spChg chg="add mod">
          <ac:chgData name="Guest User" userId="" providerId="Windows Live" clId="Web-{93E2AD4E-CA64-E83F-8F07-51CF618FF51A}" dt="2026-06-07T23:09:52.650" v="291" actId="14100"/>
          <ac:spMkLst>
            <pc:docMk/>
            <pc:sldMk cId="1648593300" sldId="287"/>
            <ac:spMk id="13" creationId="{56124D54-8985-8628-4B3D-2453F7C720C9}"/>
          </ac:spMkLst>
        </pc:spChg>
        <pc:grpChg chg="add">
          <ac:chgData name="Guest User" userId="" providerId="Windows Live" clId="Web-{93E2AD4E-CA64-E83F-8F07-51CF618FF51A}" dt="2026-06-07T23:23:40.450" v="485"/>
          <ac:grpSpMkLst>
            <pc:docMk/>
            <pc:sldMk cId="1648593300" sldId="287"/>
            <ac:grpSpMk id="14" creationId="{A445D7D5-8A73-6CAF-768F-AD6F35A0280B}"/>
          </ac:grpSpMkLst>
        </pc:grpChg>
        <pc:grpChg chg="add">
          <ac:chgData name="Guest User" userId="" providerId="Windows Live" clId="Web-{93E2AD4E-CA64-E83F-8F07-51CF618FF51A}" dt="2026-06-07T23:23:42.809" v="486"/>
          <ac:grpSpMkLst>
            <pc:docMk/>
            <pc:sldMk cId="1648593300" sldId="287"/>
            <ac:grpSpMk id="15" creationId="{554C822B-7E9E-B35A-A651-640578B30057}"/>
          </ac:grpSpMkLst>
        </pc:grpChg>
        <pc:grpChg chg="add">
          <ac:chgData name="Guest User" userId="" providerId="Windows Live" clId="Web-{93E2AD4E-CA64-E83F-8F07-51CF618FF51A}" dt="2026-06-07T23:23:46.747" v="487"/>
          <ac:grpSpMkLst>
            <pc:docMk/>
            <pc:sldMk cId="1648593300" sldId="287"/>
            <ac:grpSpMk id="16" creationId="{300084DC-56D7-79C8-35AD-17E6A122C34D}"/>
          </ac:grpSpMkLst>
        </pc:grpChg>
        <pc:grpChg chg="add">
          <ac:chgData name="Guest User" userId="" providerId="Windows Live" clId="Web-{93E2AD4E-CA64-E83F-8F07-51CF618FF51A}" dt="2026-06-07T23:23:48.544" v="488"/>
          <ac:grpSpMkLst>
            <pc:docMk/>
            <pc:sldMk cId="1648593300" sldId="287"/>
            <ac:grpSpMk id="17" creationId="{C89B1943-A57C-ED1D-E9A6-5884F5EBE978}"/>
          </ac:grpSpMkLst>
        </pc:grpChg>
        <pc:cxnChg chg="add mod">
          <ac:chgData name="Guest User" userId="" providerId="Windows Live" clId="Web-{93E2AD4E-CA64-E83F-8F07-51CF618FF51A}" dt="2026-06-07T23:03:39.932" v="183" actId="14100"/>
          <ac:cxnSpMkLst>
            <pc:docMk/>
            <pc:sldMk cId="1648593300" sldId="287"/>
            <ac:cxnSpMk id="4" creationId="{D1038CCB-8D6A-92E6-D0E5-9D5CAED5078E}"/>
          </ac:cxnSpMkLst>
        </pc:cxnChg>
        <pc:cxnChg chg="add mod">
          <ac:chgData name="Guest User" userId="" providerId="Windows Live" clId="Web-{93E2AD4E-CA64-E83F-8F07-51CF618FF51A}" dt="2026-06-07T23:03:47.135" v="185" actId="1076"/>
          <ac:cxnSpMkLst>
            <pc:docMk/>
            <pc:sldMk cId="1648593300" sldId="287"/>
            <ac:cxnSpMk id="5" creationId="{24C72653-31AB-A894-8F2A-95B9EF0FEB6B}"/>
          </ac:cxnSpMkLst>
        </pc:cxnChg>
      </pc:sldChg>
      <pc:sldChg chg="addSp delSp modSp add mod replId modClrScheme chgLayout">
        <pc:chgData name="Guest User" userId="" providerId="Windows Live" clId="Web-{93E2AD4E-CA64-E83F-8F07-51CF618FF51A}" dt="2026-06-07T23:42:49.403" v="555"/>
        <pc:sldMkLst>
          <pc:docMk/>
          <pc:sldMk cId="1934969233" sldId="288"/>
        </pc:sldMkLst>
        <pc:spChg chg="mod ord">
          <ac:chgData name="Guest User" userId="" providerId="Windows Live" clId="Web-{93E2AD4E-CA64-E83F-8F07-51CF618FF51A}" dt="2026-06-07T23:42:49.403" v="555"/>
          <ac:spMkLst>
            <pc:docMk/>
            <pc:sldMk cId="1934969233" sldId="288"/>
            <ac:spMk id="2" creationId="{55388E88-89C4-A295-A3F8-B189F9082B06}"/>
          </ac:spMkLst>
        </pc:spChg>
        <pc:spChg chg="add mod">
          <ac:chgData name="Guest User" userId="" providerId="Windows Live" clId="Web-{93E2AD4E-CA64-E83F-8F07-51CF618FF51A}" dt="2026-06-07T23:10:35.324" v="335" actId="1076"/>
          <ac:spMkLst>
            <pc:docMk/>
            <pc:sldMk cId="1934969233" sldId="288"/>
            <ac:spMk id="41" creationId="{B84465C4-1C0C-B480-F441-F074AD6A3E7C}"/>
          </ac:spMkLst>
        </pc:spChg>
        <pc:spChg chg="add mod">
          <ac:chgData name="Guest User" userId="" providerId="Windows Live" clId="Web-{93E2AD4E-CA64-E83F-8F07-51CF618FF51A}" dt="2026-06-07T23:12:49.501" v="380" actId="1076"/>
          <ac:spMkLst>
            <pc:docMk/>
            <pc:sldMk cId="1934969233" sldId="288"/>
            <ac:spMk id="43" creationId="{682AD5CE-49AC-D74F-A96D-61FD2C5BDEB7}"/>
          </ac:spMkLst>
        </pc:spChg>
        <pc:spChg chg="add mod">
          <ac:chgData name="Guest User" userId="" providerId="Windows Live" clId="Web-{93E2AD4E-CA64-E83F-8F07-51CF618FF51A}" dt="2026-06-07T23:11:23.435" v="347" actId="1076"/>
          <ac:spMkLst>
            <pc:docMk/>
            <pc:sldMk cId="1934969233" sldId="288"/>
            <ac:spMk id="46" creationId="{A09D7F55-9D02-4073-908B-29AA33C34D7B}"/>
          </ac:spMkLst>
        </pc:spChg>
        <pc:spChg chg="add mod">
          <ac:chgData name="Guest User" userId="" providerId="Windows Live" clId="Web-{93E2AD4E-CA64-E83F-8F07-51CF618FF51A}" dt="2026-06-07T23:11:41.124" v="355" actId="14100"/>
          <ac:spMkLst>
            <pc:docMk/>
            <pc:sldMk cId="1934969233" sldId="288"/>
            <ac:spMk id="49" creationId="{CE1A2878-F91B-8239-C7C8-247169FA20D2}"/>
          </ac:spMkLst>
        </pc:spChg>
        <pc:spChg chg="add mod">
          <ac:chgData name="Guest User" userId="" providerId="Windows Live" clId="Web-{93E2AD4E-CA64-E83F-8F07-51CF618FF51A}" dt="2026-06-07T23:11:57.952" v="362" actId="1076"/>
          <ac:spMkLst>
            <pc:docMk/>
            <pc:sldMk cId="1934969233" sldId="288"/>
            <ac:spMk id="50" creationId="{0B16F32B-3BF9-A29A-8AE2-BD1C5C2EE573}"/>
          </ac:spMkLst>
        </pc:spChg>
        <pc:spChg chg="add mod">
          <ac:chgData name="Guest User" userId="" providerId="Windows Live" clId="Web-{93E2AD4E-CA64-E83F-8F07-51CF618FF51A}" dt="2026-06-07T23:12:01.031" v="363" actId="1076"/>
          <ac:spMkLst>
            <pc:docMk/>
            <pc:sldMk cId="1934969233" sldId="288"/>
            <ac:spMk id="51" creationId="{47C28235-7105-9914-25E1-8C52703F7033}"/>
          </ac:spMkLst>
        </pc:spChg>
        <pc:spChg chg="add mod">
          <ac:chgData name="Guest User" userId="" providerId="Windows Live" clId="Web-{93E2AD4E-CA64-E83F-8F07-51CF618FF51A}" dt="2026-06-07T23:12:49.517" v="381" actId="1076"/>
          <ac:spMkLst>
            <pc:docMk/>
            <pc:sldMk cId="1934969233" sldId="288"/>
            <ac:spMk id="54" creationId="{FCD1F5C1-2F32-DE75-C246-0D8C7C5B9ADF}"/>
          </ac:spMkLst>
        </pc:spChg>
        <pc:spChg chg="add mod">
          <ac:chgData name="Guest User" userId="" providerId="Windows Live" clId="Web-{93E2AD4E-CA64-E83F-8F07-51CF618FF51A}" dt="2026-06-07T23:12:49.517" v="382" actId="1076"/>
          <ac:spMkLst>
            <pc:docMk/>
            <pc:sldMk cId="1934969233" sldId="288"/>
            <ac:spMk id="55" creationId="{0F4079AE-4A16-068E-818F-D118C8C5DF5E}"/>
          </ac:spMkLst>
        </pc:spChg>
        <pc:spChg chg="add mod">
          <ac:chgData name="Guest User" userId="" providerId="Windows Live" clId="Web-{93E2AD4E-CA64-E83F-8F07-51CF618FF51A}" dt="2026-06-07T23:12:49.517" v="383" actId="1076"/>
          <ac:spMkLst>
            <pc:docMk/>
            <pc:sldMk cId="1934969233" sldId="288"/>
            <ac:spMk id="56" creationId="{3411C7C7-54BC-8E69-840C-FF8E69F8E109}"/>
          </ac:spMkLst>
        </pc:spChg>
        <pc:spChg chg="add mod">
          <ac:chgData name="Guest User" userId="" providerId="Windows Live" clId="Web-{93E2AD4E-CA64-E83F-8F07-51CF618FF51A}" dt="2026-06-07T23:12:49.533" v="384" actId="1076"/>
          <ac:spMkLst>
            <pc:docMk/>
            <pc:sldMk cId="1934969233" sldId="288"/>
            <ac:spMk id="57" creationId="{A924218C-B462-CB50-1940-C1113B3EA683}"/>
          </ac:spMkLst>
        </pc:spChg>
        <pc:spChg chg="add mod ord">
          <ac:chgData name="Guest User" userId="" providerId="Windows Live" clId="Web-{93E2AD4E-CA64-E83F-8F07-51CF618FF51A}" dt="2026-06-07T23:42:49.403" v="555"/>
          <ac:spMkLst>
            <pc:docMk/>
            <pc:sldMk cId="1934969233" sldId="288"/>
            <ac:spMk id="64" creationId="{6DA97F44-64B2-1A77-8ADD-5C5608D52957}"/>
          </ac:spMkLst>
        </pc:spChg>
        <pc:spChg chg="add mod ord">
          <ac:chgData name="Guest User" userId="" providerId="Windows Live" clId="Web-{93E2AD4E-CA64-E83F-8F07-51CF618FF51A}" dt="2026-06-07T23:22:37.541" v="481"/>
          <ac:spMkLst>
            <pc:docMk/>
            <pc:sldMk cId="1934969233" sldId="288"/>
            <ac:spMk id="67" creationId="{8F549428-0182-3D19-6065-03C6AE14B617}"/>
          </ac:spMkLst>
        </pc:spChg>
        <pc:picChg chg="add mod ord">
          <ac:chgData name="Guest User" userId="" providerId="Windows Live" clId="Web-{93E2AD4E-CA64-E83F-8F07-51CF618FF51A}" dt="2026-06-07T23:22:47.463" v="482"/>
          <ac:picMkLst>
            <pc:docMk/>
            <pc:sldMk cId="1934969233" sldId="288"/>
            <ac:picMk id="66" creationId="{B76A8C82-D34F-B978-84E6-F824400992EA}"/>
          </ac:picMkLst>
        </pc:picChg>
        <pc:cxnChg chg="add mod">
          <ac:chgData name="Guest User" userId="" providerId="Windows Live" clId="Web-{93E2AD4E-CA64-E83F-8F07-51CF618FF51A}" dt="2026-06-07T23:10:35.308" v="333" actId="1076"/>
          <ac:cxnSpMkLst>
            <pc:docMk/>
            <pc:sldMk cId="1934969233" sldId="288"/>
            <ac:cxnSpMk id="37" creationId="{BA83893F-FEB1-FE10-49B3-CC3D22C84E4D}"/>
          </ac:cxnSpMkLst>
        </pc:cxnChg>
        <pc:cxnChg chg="add mod">
          <ac:chgData name="Guest User" userId="" providerId="Windows Live" clId="Web-{93E2AD4E-CA64-E83F-8F07-51CF618FF51A}" dt="2026-06-07T23:12:49.501" v="379" actId="1076"/>
          <ac:cxnSpMkLst>
            <pc:docMk/>
            <pc:sldMk cId="1934969233" sldId="288"/>
            <ac:cxnSpMk id="39" creationId="{BB0BD2C9-94AB-F2C9-5FFC-938C8DF29D5B}"/>
          </ac:cxnSpMkLst>
        </pc:cxnChg>
      </pc:sldChg>
    </pc:docChg>
  </pc:docChgLst>
  <pc:docChgLst>
    <pc:chgData name="Guest User" providerId="Windows Live" clId="Web-{0E68CC67-8C24-D010-9AB2-82157DA0E0DE}"/>
    <pc:docChg chg="modSld sldOrd">
      <pc:chgData name="Guest User" userId="" providerId="Windows Live" clId="Web-{0E68CC67-8C24-D010-9AB2-82157DA0E0DE}" dt="2026-06-08T14:51:08.844" v="1"/>
      <pc:docMkLst>
        <pc:docMk/>
      </pc:docMkLst>
      <pc:sldChg chg="ord">
        <pc:chgData name="Guest User" userId="" providerId="Windows Live" clId="Web-{0E68CC67-8C24-D010-9AB2-82157DA0E0DE}" dt="2026-06-08T14:51:08.844" v="1"/>
        <pc:sldMkLst>
          <pc:docMk/>
          <pc:sldMk cId="877862326" sldId="257"/>
        </pc:sldMkLst>
      </pc:sldChg>
      <pc:sldChg chg="modSp">
        <pc:chgData name="Guest User" userId="" providerId="Windows Live" clId="Web-{0E68CC67-8C24-D010-9AB2-82157DA0E0DE}" dt="2026-06-08T12:21:02.605" v="0"/>
        <pc:sldMkLst>
          <pc:docMk/>
          <pc:sldMk cId="1934969233" sldId="288"/>
        </pc:sldMkLst>
        <pc:spChg chg="ord">
          <ac:chgData name="Guest User" userId="" providerId="Windows Live" clId="Web-{0E68CC67-8C24-D010-9AB2-82157DA0E0DE}" dt="2026-06-08T12:21:02.605" v="0"/>
          <ac:spMkLst>
            <pc:docMk/>
            <pc:sldMk cId="1934969233" sldId="288"/>
            <ac:spMk id="64" creationId="{6DA97F44-64B2-1A77-8ADD-5C5608D52957}"/>
          </ac:spMkLst>
        </pc:spChg>
      </pc:sldChg>
    </pc:docChg>
  </pc:docChgLst>
  <pc:docChgLst>
    <pc:chgData name="Guest User" providerId="Windows Live" clId="Web-{F8D1E609-8D8F-1C2A-BA26-B0F3A6368FF8}"/>
    <pc:docChg chg="addSld modSld">
      <pc:chgData name="Guest User" userId="" providerId="Windows Live" clId="Web-{F8D1E609-8D8F-1C2A-BA26-B0F3A6368FF8}" dt="2026-05-27T12:34:38.102" v="113" actId="20577"/>
      <pc:docMkLst>
        <pc:docMk/>
      </pc:docMkLst>
      <pc:sldChg chg="modSp new">
        <pc:chgData name="Guest User" userId="" providerId="Windows Live" clId="Web-{F8D1E609-8D8F-1C2A-BA26-B0F3A6368FF8}" dt="2026-05-27T12:33:07.864" v="13" actId="20577"/>
        <pc:sldMkLst>
          <pc:docMk/>
          <pc:sldMk cId="877862326" sldId="257"/>
        </pc:sldMkLst>
        <pc:spChg chg="mod">
          <ac:chgData name="Guest User" userId="" providerId="Windows Live" clId="Web-{F8D1E609-8D8F-1C2A-BA26-B0F3A6368FF8}" dt="2026-05-27T12:33:07.864" v="13" actId="20577"/>
          <ac:spMkLst>
            <pc:docMk/>
            <pc:sldMk cId="877862326" sldId="257"/>
            <ac:spMk id="2" creationId="{4A3F2F4B-C345-FDC0-F934-F46111F012BE}"/>
          </ac:spMkLst>
        </pc:spChg>
      </pc:sldChg>
      <pc:sldChg chg="modSp new">
        <pc:chgData name="Guest User" userId="" providerId="Windows Live" clId="Web-{F8D1E609-8D8F-1C2A-BA26-B0F3A6368FF8}" dt="2026-05-27T12:33:29.646" v="37" actId="20577"/>
        <pc:sldMkLst>
          <pc:docMk/>
          <pc:sldMk cId="2293054943" sldId="258"/>
        </pc:sldMkLst>
        <pc:spChg chg="mod">
          <ac:chgData name="Guest User" userId="" providerId="Windows Live" clId="Web-{F8D1E609-8D8F-1C2A-BA26-B0F3A6368FF8}" dt="2026-05-27T12:33:29.646" v="37" actId="20577"/>
          <ac:spMkLst>
            <pc:docMk/>
            <pc:sldMk cId="2293054943" sldId="258"/>
            <ac:spMk id="2" creationId="{B8D6F2B9-5007-CC5A-A1CC-556A856105DF}"/>
          </ac:spMkLst>
        </pc:spChg>
      </pc:sldChg>
      <pc:sldChg chg="modSp new">
        <pc:chgData name="Guest User" userId="" providerId="Windows Live" clId="Web-{F8D1E609-8D8F-1C2A-BA26-B0F3A6368FF8}" dt="2026-05-27T12:33:48.303" v="65" actId="20577"/>
        <pc:sldMkLst>
          <pc:docMk/>
          <pc:sldMk cId="555947682" sldId="260"/>
        </pc:sldMkLst>
        <pc:spChg chg="mod">
          <ac:chgData name="Guest User" userId="" providerId="Windows Live" clId="Web-{F8D1E609-8D8F-1C2A-BA26-B0F3A6368FF8}" dt="2026-05-27T12:33:48.303" v="65" actId="20577"/>
          <ac:spMkLst>
            <pc:docMk/>
            <pc:sldMk cId="555947682" sldId="260"/>
            <ac:spMk id="2" creationId="{211DE0A2-CB39-1646-F451-5768BF7E1228}"/>
          </ac:spMkLst>
        </pc:spChg>
      </pc:sldChg>
      <pc:sldChg chg="modSp new">
        <pc:chgData name="Guest User" userId="" providerId="Windows Live" clId="Web-{F8D1E609-8D8F-1C2A-BA26-B0F3A6368FF8}" dt="2026-05-27T12:33:57.944" v="76" actId="20577"/>
        <pc:sldMkLst>
          <pc:docMk/>
          <pc:sldMk cId="744513558" sldId="261"/>
        </pc:sldMkLst>
        <pc:spChg chg="mod">
          <ac:chgData name="Guest User" userId="" providerId="Windows Live" clId="Web-{F8D1E609-8D8F-1C2A-BA26-B0F3A6368FF8}" dt="2026-05-27T12:33:57.944" v="76" actId="20577"/>
          <ac:spMkLst>
            <pc:docMk/>
            <pc:sldMk cId="744513558" sldId="261"/>
            <ac:spMk id="2" creationId="{066A6FCE-BAE6-6FAA-F058-829C1AA9CE58}"/>
          </ac:spMkLst>
        </pc:spChg>
      </pc:sldChg>
      <pc:sldChg chg="modSp new">
        <pc:chgData name="Guest User" userId="" providerId="Windows Live" clId="Web-{F8D1E609-8D8F-1C2A-BA26-B0F3A6368FF8}" dt="2026-05-27T12:34:10.241" v="94" actId="20577"/>
        <pc:sldMkLst>
          <pc:docMk/>
          <pc:sldMk cId="675074334" sldId="262"/>
        </pc:sldMkLst>
        <pc:spChg chg="mod">
          <ac:chgData name="Guest User" userId="" providerId="Windows Live" clId="Web-{F8D1E609-8D8F-1C2A-BA26-B0F3A6368FF8}" dt="2026-05-27T12:34:10.241" v="94" actId="20577"/>
          <ac:spMkLst>
            <pc:docMk/>
            <pc:sldMk cId="675074334" sldId="262"/>
            <ac:spMk id="2" creationId="{DD060B26-8038-8FF7-AFD4-32E2D154CDE5}"/>
          </ac:spMkLst>
        </pc:spChg>
      </pc:sldChg>
    </pc:docChg>
  </pc:docChgLst>
  <pc:docChgLst>
    <pc:chgData name="Sebastian Koschorreck" userId="ec20b63dc07cd6f7" providerId="LiveId" clId="{D72EA3D0-91C5-4FC4-A82F-13E8E95A1939}"/>
    <pc:docChg chg="undo redo custSel addSld delSld modSld sldOrd">
      <pc:chgData name="Sebastian Koschorreck" userId="ec20b63dc07cd6f7" providerId="LiveId" clId="{D72EA3D0-91C5-4FC4-A82F-13E8E95A1939}" dt="2026-06-07T14:53:28.095" v="1052" actId="20577"/>
      <pc:docMkLst>
        <pc:docMk/>
      </pc:docMkLst>
      <pc:sldChg chg="modSp">
        <pc:chgData name="Sebastian Koschorreck" userId="ec20b63dc07cd6f7" providerId="LiveId" clId="{D72EA3D0-91C5-4FC4-A82F-13E8E95A1939}" dt="2026-06-07T11:24:10.487" v="908"/>
        <pc:sldMkLst>
          <pc:docMk/>
          <pc:sldMk cId="877862326" sldId="257"/>
        </pc:sldMkLst>
        <pc:spChg chg="mod">
          <ac:chgData name="Sebastian Koschorreck" userId="ec20b63dc07cd6f7" providerId="LiveId" clId="{D72EA3D0-91C5-4FC4-A82F-13E8E95A1939}" dt="2026-06-07T11:24:10.487" v="908"/>
          <ac:spMkLst>
            <pc:docMk/>
            <pc:sldMk cId="877862326" sldId="257"/>
            <ac:spMk id="2" creationId="{4A3F2F4B-C345-FDC0-F934-F46111F012BE}"/>
          </ac:spMkLst>
        </pc:spChg>
        <pc:spChg chg="mod">
          <ac:chgData name="Sebastian Koschorreck" userId="ec20b63dc07cd6f7" providerId="LiveId" clId="{D72EA3D0-91C5-4FC4-A82F-13E8E95A1939}" dt="2026-06-07T11:24:10.487" v="908"/>
          <ac:spMkLst>
            <pc:docMk/>
            <pc:sldMk cId="877862326" sldId="257"/>
            <ac:spMk id="3" creationId="{4D45709A-0313-FA23-F4C9-B486BAE61015}"/>
          </ac:spMkLst>
        </pc:spChg>
      </pc:sldChg>
      <pc:sldChg chg="modSp">
        <pc:chgData name="Sebastian Koschorreck" userId="ec20b63dc07cd6f7" providerId="LiveId" clId="{D72EA3D0-91C5-4FC4-A82F-13E8E95A1939}" dt="2026-06-07T11:24:10.487" v="908"/>
        <pc:sldMkLst>
          <pc:docMk/>
          <pc:sldMk cId="2293054943" sldId="258"/>
        </pc:sldMkLst>
        <pc:spChg chg="mod">
          <ac:chgData name="Sebastian Koschorreck" userId="ec20b63dc07cd6f7" providerId="LiveId" clId="{D72EA3D0-91C5-4FC4-A82F-13E8E95A1939}" dt="2026-06-07T11:24:10.487" v="908"/>
          <ac:spMkLst>
            <pc:docMk/>
            <pc:sldMk cId="2293054943" sldId="258"/>
            <ac:spMk id="2" creationId="{B8D6F2B9-5007-CC5A-A1CC-556A856105DF}"/>
          </ac:spMkLst>
        </pc:spChg>
      </pc:sldChg>
      <pc:sldChg chg="modSp">
        <pc:chgData name="Sebastian Koschorreck" userId="ec20b63dc07cd6f7" providerId="LiveId" clId="{D72EA3D0-91C5-4FC4-A82F-13E8E95A1939}" dt="2026-06-07T11:24:10.487" v="908"/>
        <pc:sldMkLst>
          <pc:docMk/>
          <pc:sldMk cId="555947682" sldId="260"/>
        </pc:sldMkLst>
        <pc:spChg chg="mod">
          <ac:chgData name="Sebastian Koschorreck" userId="ec20b63dc07cd6f7" providerId="LiveId" clId="{D72EA3D0-91C5-4FC4-A82F-13E8E95A1939}" dt="2026-06-07T11:24:10.487" v="908"/>
          <ac:spMkLst>
            <pc:docMk/>
            <pc:sldMk cId="555947682" sldId="260"/>
            <ac:spMk id="2" creationId="{211DE0A2-CB39-1646-F451-5768BF7E1228}"/>
          </ac:spMkLst>
        </pc:spChg>
        <pc:spChg chg="mod">
          <ac:chgData name="Sebastian Koschorreck" userId="ec20b63dc07cd6f7" providerId="LiveId" clId="{D72EA3D0-91C5-4FC4-A82F-13E8E95A1939}" dt="2026-06-07T11:24:10.487" v="908"/>
          <ac:spMkLst>
            <pc:docMk/>
            <pc:sldMk cId="555947682" sldId="260"/>
            <ac:spMk id="3" creationId="{32988878-38FB-216D-E287-CA3D838174C9}"/>
          </ac:spMkLst>
        </pc:spChg>
      </pc:sldChg>
      <pc:sldChg chg="modSp">
        <pc:chgData name="Sebastian Koschorreck" userId="ec20b63dc07cd6f7" providerId="LiveId" clId="{D72EA3D0-91C5-4FC4-A82F-13E8E95A1939}" dt="2026-06-07T11:24:10.487" v="908"/>
        <pc:sldMkLst>
          <pc:docMk/>
          <pc:sldMk cId="744513558" sldId="261"/>
        </pc:sldMkLst>
        <pc:spChg chg="mod">
          <ac:chgData name="Sebastian Koschorreck" userId="ec20b63dc07cd6f7" providerId="LiveId" clId="{D72EA3D0-91C5-4FC4-A82F-13E8E95A1939}" dt="2026-06-07T11:24:10.487" v="908"/>
          <ac:spMkLst>
            <pc:docMk/>
            <pc:sldMk cId="744513558" sldId="261"/>
            <ac:spMk id="2" creationId="{066A6FCE-BAE6-6FAA-F058-829C1AA9CE58}"/>
          </ac:spMkLst>
        </pc:spChg>
        <pc:spChg chg="mod">
          <ac:chgData name="Sebastian Koschorreck" userId="ec20b63dc07cd6f7" providerId="LiveId" clId="{D72EA3D0-91C5-4FC4-A82F-13E8E95A1939}" dt="2026-06-07T11:24:10.487" v="908"/>
          <ac:spMkLst>
            <pc:docMk/>
            <pc:sldMk cId="744513558" sldId="261"/>
            <ac:spMk id="3" creationId="{FC539139-669A-857E-B298-4C3FA1AD42A8}"/>
          </ac:spMkLst>
        </pc:spChg>
      </pc:sldChg>
      <pc:sldChg chg="modSp mod">
        <pc:chgData name="Sebastian Koschorreck" userId="ec20b63dc07cd6f7" providerId="LiveId" clId="{D72EA3D0-91C5-4FC4-A82F-13E8E95A1939}" dt="2026-06-07T14:53:28.095" v="1052" actId="20577"/>
        <pc:sldMkLst>
          <pc:docMk/>
          <pc:sldMk cId="675074334" sldId="262"/>
        </pc:sldMkLst>
        <pc:spChg chg="mod">
          <ac:chgData name="Sebastian Koschorreck" userId="ec20b63dc07cd6f7" providerId="LiveId" clId="{D72EA3D0-91C5-4FC4-A82F-13E8E95A1939}" dt="2026-06-07T11:24:10.487" v="908"/>
          <ac:spMkLst>
            <pc:docMk/>
            <pc:sldMk cId="675074334" sldId="262"/>
            <ac:spMk id="2" creationId="{DD060B26-8038-8FF7-AFD4-32E2D154CDE5}"/>
          </ac:spMkLst>
        </pc:spChg>
        <pc:spChg chg="mod">
          <ac:chgData name="Sebastian Koschorreck" userId="ec20b63dc07cd6f7" providerId="LiveId" clId="{D72EA3D0-91C5-4FC4-A82F-13E8E95A1939}" dt="2026-06-07T14:53:28.095" v="1052" actId="20577"/>
          <ac:spMkLst>
            <pc:docMk/>
            <pc:sldMk cId="675074334" sldId="262"/>
            <ac:spMk id="3" creationId="{05B3089C-466D-78A0-FC8F-8457A95EC433}"/>
          </ac:spMkLst>
        </pc:spChg>
      </pc:sldChg>
      <pc:sldChg chg="addSp delSp modSp add mod setBg addAnim delAnim delDesignElem">
        <pc:chgData name="Sebastian Koschorreck" userId="ec20b63dc07cd6f7" providerId="LiveId" clId="{D72EA3D0-91C5-4FC4-A82F-13E8E95A1939}" dt="2026-06-07T11:51:16.923" v="913" actId="26606"/>
        <pc:sldMkLst>
          <pc:docMk/>
          <pc:sldMk cId="2130833181" sldId="265"/>
        </pc:sldMkLst>
        <pc:spChg chg="mod">
          <ac:chgData name="Sebastian Koschorreck" userId="ec20b63dc07cd6f7" providerId="LiveId" clId="{D72EA3D0-91C5-4FC4-A82F-13E8E95A1939}" dt="2026-06-07T11:51:16.923" v="913" actId="26606"/>
          <ac:spMkLst>
            <pc:docMk/>
            <pc:sldMk cId="2130833181" sldId="265"/>
            <ac:spMk id="2" creationId="{ED297EAC-8266-3C0A-1DD9-7A238E61FFE5}"/>
          </ac:spMkLst>
        </pc:spChg>
        <pc:spChg chg="mod">
          <ac:chgData name="Sebastian Koschorreck" userId="ec20b63dc07cd6f7" providerId="LiveId" clId="{D72EA3D0-91C5-4FC4-A82F-13E8E95A1939}" dt="2026-06-07T11:51:16.923" v="913" actId="26606"/>
          <ac:spMkLst>
            <pc:docMk/>
            <pc:sldMk cId="2130833181" sldId="265"/>
            <ac:spMk id="3" creationId="{BD388B7C-5F6F-D735-E982-10EDEFFC405C}"/>
          </ac:spMkLst>
        </pc:spChg>
        <pc:picChg chg="add del">
          <ac:chgData name="Sebastian Koschorreck" userId="ec20b63dc07cd6f7" providerId="LiveId" clId="{D72EA3D0-91C5-4FC4-A82F-13E8E95A1939}" dt="2026-06-07T11:51:16.923" v="913" actId="26606"/>
          <ac:picMkLst>
            <pc:docMk/>
            <pc:sldMk cId="2130833181" sldId="265"/>
            <ac:picMk id="5" creationId="{B3DD8720-0A07-8191-84A2-3A6A26042AC3}"/>
          </ac:picMkLst>
        </pc:picChg>
      </pc:sldChg>
      <pc:sldChg chg="addSp delSp modSp add mod setBg modClrScheme chgLayout">
        <pc:chgData name="Sebastian Koschorreck" userId="ec20b63dc07cd6f7" providerId="LiveId" clId="{D72EA3D0-91C5-4FC4-A82F-13E8E95A1939}" dt="2026-06-07T13:29:42.887" v="940" actId="26606"/>
        <pc:sldMkLst>
          <pc:docMk/>
          <pc:sldMk cId="2017515039" sldId="266"/>
        </pc:sldMkLst>
        <pc:spChg chg="mod ord">
          <ac:chgData name="Sebastian Koschorreck" userId="ec20b63dc07cd6f7" providerId="LiveId" clId="{D72EA3D0-91C5-4FC4-A82F-13E8E95A1939}" dt="2026-06-07T13:29:42.887" v="940" actId="26606"/>
          <ac:spMkLst>
            <pc:docMk/>
            <pc:sldMk cId="2017515039" sldId="266"/>
            <ac:spMk id="2" creationId="{CE398C7F-EA7C-3563-45EE-5A1A5BA9B713}"/>
          </ac:spMkLst>
        </pc:spChg>
      </pc:sldChg>
      <pc:sldChg chg="modSp add mod modNotes">
        <pc:chgData name="Sebastian Koschorreck" userId="ec20b63dc07cd6f7" providerId="LiveId" clId="{D72EA3D0-91C5-4FC4-A82F-13E8E95A1939}" dt="2026-06-07T11:24:10.487" v="908"/>
        <pc:sldMkLst>
          <pc:docMk/>
          <pc:sldMk cId="2950026120" sldId="279"/>
        </pc:sldMkLst>
        <pc:spChg chg="mod">
          <ac:chgData name="Sebastian Koschorreck" userId="ec20b63dc07cd6f7" providerId="LiveId" clId="{D72EA3D0-91C5-4FC4-A82F-13E8E95A1939}" dt="2026-06-07T11:24:10.487" v="908"/>
          <ac:spMkLst>
            <pc:docMk/>
            <pc:sldMk cId="2950026120" sldId="279"/>
            <ac:spMk id="2" creationId="{F341C7D6-9CAB-DC29-0DCA-6EF58FE3E8FE}"/>
          </ac:spMkLst>
        </pc:spChg>
        <pc:spChg chg="mod">
          <ac:chgData name="Sebastian Koschorreck" userId="ec20b63dc07cd6f7" providerId="LiveId" clId="{D72EA3D0-91C5-4FC4-A82F-13E8E95A1939}" dt="2026-06-07T11:24:10.487" v="908"/>
          <ac:spMkLst>
            <pc:docMk/>
            <pc:sldMk cId="2950026120" sldId="279"/>
            <ac:spMk id="3" creationId="{4784A8A5-C6A4-026B-97BE-E610C6538A38}"/>
          </ac:spMkLst>
        </pc:spChg>
      </pc:sldChg>
      <pc:sldChg chg="modSp add mod modNotes modNotesTx">
        <pc:chgData name="Sebastian Koschorreck" userId="ec20b63dc07cd6f7" providerId="LiveId" clId="{D72EA3D0-91C5-4FC4-A82F-13E8E95A1939}" dt="2026-06-07T11:24:10.487" v="908"/>
        <pc:sldMkLst>
          <pc:docMk/>
          <pc:sldMk cId="3290583280" sldId="280"/>
        </pc:sldMkLst>
        <pc:spChg chg="mod">
          <ac:chgData name="Sebastian Koschorreck" userId="ec20b63dc07cd6f7" providerId="LiveId" clId="{D72EA3D0-91C5-4FC4-A82F-13E8E95A1939}" dt="2026-06-07T11:24:10.487" v="908"/>
          <ac:spMkLst>
            <pc:docMk/>
            <pc:sldMk cId="3290583280" sldId="280"/>
            <ac:spMk id="2" creationId="{F341C7D6-9CAB-DC29-0DCA-6EF58FE3E8FE}"/>
          </ac:spMkLst>
        </pc:spChg>
        <pc:spChg chg="mod">
          <ac:chgData name="Sebastian Koschorreck" userId="ec20b63dc07cd6f7" providerId="LiveId" clId="{D72EA3D0-91C5-4FC4-A82F-13E8E95A1939}" dt="2026-06-07T11:24:10.487" v="908"/>
          <ac:spMkLst>
            <pc:docMk/>
            <pc:sldMk cId="3290583280" sldId="280"/>
            <ac:spMk id="3" creationId="{4784A8A5-C6A4-026B-97BE-E610C6538A38}"/>
          </ac:spMkLst>
        </pc:spChg>
      </pc:sldChg>
      <pc:sldChg chg="modSp add mod modShow modNotes">
        <pc:chgData name="Sebastian Koschorreck" userId="ec20b63dc07cd6f7" providerId="LiveId" clId="{D72EA3D0-91C5-4FC4-A82F-13E8E95A1939}" dt="2026-06-07T11:24:10.487" v="908"/>
        <pc:sldMkLst>
          <pc:docMk/>
          <pc:sldMk cId="2840570351" sldId="282"/>
        </pc:sldMkLst>
        <pc:spChg chg="mod">
          <ac:chgData name="Sebastian Koschorreck" userId="ec20b63dc07cd6f7" providerId="LiveId" clId="{D72EA3D0-91C5-4FC4-A82F-13E8E95A1939}" dt="2026-06-07T11:24:10.487" v="908"/>
          <ac:spMkLst>
            <pc:docMk/>
            <pc:sldMk cId="2840570351" sldId="282"/>
            <ac:spMk id="2" creationId="{F341C7D6-9CAB-DC29-0DCA-6EF58FE3E8FE}"/>
          </ac:spMkLst>
        </pc:spChg>
        <pc:spChg chg="mod">
          <ac:chgData name="Sebastian Koschorreck" userId="ec20b63dc07cd6f7" providerId="LiveId" clId="{D72EA3D0-91C5-4FC4-A82F-13E8E95A1939}" dt="2026-06-07T11:24:10.487" v="908"/>
          <ac:spMkLst>
            <pc:docMk/>
            <pc:sldMk cId="2840570351" sldId="282"/>
            <ac:spMk id="3" creationId="{4784A8A5-C6A4-026B-97BE-E610C6538A38}"/>
          </ac:spMkLst>
        </pc:spChg>
      </pc:sldChg>
      <pc:sldChg chg="modSp add mod modNotes">
        <pc:chgData name="Sebastian Koschorreck" userId="ec20b63dc07cd6f7" providerId="LiveId" clId="{D72EA3D0-91C5-4FC4-A82F-13E8E95A1939}" dt="2026-06-07T14:52:38.183" v="941" actId="13926"/>
        <pc:sldMkLst>
          <pc:docMk/>
          <pc:sldMk cId="2491403998" sldId="283"/>
        </pc:sldMkLst>
        <pc:spChg chg="mod">
          <ac:chgData name="Sebastian Koschorreck" userId="ec20b63dc07cd6f7" providerId="LiveId" clId="{D72EA3D0-91C5-4FC4-A82F-13E8E95A1939}" dt="2026-06-07T11:24:10.487" v="908"/>
          <ac:spMkLst>
            <pc:docMk/>
            <pc:sldMk cId="2491403998" sldId="283"/>
            <ac:spMk id="2" creationId="{F341C7D6-9CAB-DC29-0DCA-6EF58FE3E8FE}"/>
          </ac:spMkLst>
        </pc:spChg>
        <pc:spChg chg="mod">
          <ac:chgData name="Sebastian Koschorreck" userId="ec20b63dc07cd6f7" providerId="LiveId" clId="{D72EA3D0-91C5-4FC4-A82F-13E8E95A1939}" dt="2026-06-07T14:52:38.183" v="941" actId="13926"/>
          <ac:spMkLst>
            <pc:docMk/>
            <pc:sldMk cId="2491403998" sldId="283"/>
            <ac:spMk id="3" creationId="{4784A8A5-C6A4-026B-97BE-E610C6538A38}"/>
          </ac:spMkLst>
        </pc:spChg>
      </pc:sldChg>
      <pc:sldChg chg="addSp delSp modSp add mod setBg delDesignElem">
        <pc:chgData name="Sebastian Koschorreck" userId="ec20b63dc07cd6f7" providerId="LiveId" clId="{D72EA3D0-91C5-4FC4-A82F-13E8E95A1939}" dt="2026-06-07T12:41:06.826" v="920" actId="20577"/>
        <pc:sldMkLst>
          <pc:docMk/>
          <pc:sldMk cId="3964750745" sldId="284"/>
        </pc:sldMkLst>
        <pc:spChg chg="add del mod replId">
          <ac:chgData name="Sebastian Koschorreck" userId="ec20b63dc07cd6f7" providerId="LiveId" clId="{D72EA3D0-91C5-4FC4-A82F-13E8E95A1939}" dt="2026-06-07T11:23:25.204" v="900" actId="26606"/>
          <ac:spMkLst>
            <pc:docMk/>
            <pc:sldMk cId="3964750745" sldId="284"/>
            <ac:spMk id="2" creationId="{F341C7D6-9CAB-DC29-0DCA-6EF58FE3E8FE}"/>
          </ac:spMkLst>
        </pc:spChg>
        <pc:spChg chg="add del mod replId">
          <ac:chgData name="Sebastian Koschorreck" userId="ec20b63dc07cd6f7" providerId="LiveId" clId="{D72EA3D0-91C5-4FC4-A82F-13E8E95A1939}" dt="2026-06-07T12:41:06.826" v="920" actId="20577"/>
          <ac:spMkLst>
            <pc:docMk/>
            <pc:sldMk cId="3964750745" sldId="284"/>
            <ac:spMk id="11" creationId="{4784A8A5-C6A4-026B-97BE-E610C6538A38}"/>
          </ac:spMkLst>
        </pc:spChg>
      </pc:sldChg>
      <pc:sldChg chg="modSp add mod ord">
        <pc:chgData name="Sebastian Koschorreck" userId="ec20b63dc07cd6f7" providerId="LiveId" clId="{D72EA3D0-91C5-4FC4-A82F-13E8E95A1939}" dt="2026-06-07T11:51:17.121" v="914" actId="20578"/>
        <pc:sldMkLst>
          <pc:docMk/>
          <pc:sldMk cId="3825399247" sldId="286"/>
        </pc:sldMkLst>
        <pc:spChg chg="mod">
          <ac:chgData name="Sebastian Koschorreck" userId="ec20b63dc07cd6f7" providerId="LiveId" clId="{D72EA3D0-91C5-4FC4-A82F-13E8E95A1939}" dt="2026-06-07T11:24:10.487" v="908"/>
          <ac:spMkLst>
            <pc:docMk/>
            <pc:sldMk cId="3825399247" sldId="286"/>
            <ac:spMk id="2" creationId="{F341C7D6-9CAB-DC29-0DCA-6EF58FE3E8FE}"/>
          </ac:spMkLst>
        </pc:spChg>
        <pc:spChg chg="mod">
          <ac:chgData name="Sebastian Koschorreck" userId="ec20b63dc07cd6f7" providerId="LiveId" clId="{D72EA3D0-91C5-4FC4-A82F-13E8E95A1939}" dt="2026-06-07T11:24:10.487" v="908"/>
          <ac:spMkLst>
            <pc:docMk/>
            <pc:sldMk cId="3825399247" sldId="286"/>
            <ac:spMk id="3" creationId="{4784A8A5-C6A4-026B-97BE-E610C6538A38}"/>
          </ac:spMkLst>
        </pc:spChg>
      </pc:sldChg>
    </pc:docChg>
  </pc:docChgLst>
  <pc:docChgLst>
    <pc:chgData name="Guest User" providerId="Windows Live" clId="Web-{B81B9E2B-0813-84C6-C528-3189897217B5}"/>
    <pc:docChg chg="mod modSld addMainMaster delMainMaster">
      <pc:chgData name="Guest User" userId="" providerId="Windows Live" clId="Web-{B81B9E2B-0813-84C6-C528-3189897217B5}" dt="2026-06-10T12:08:20.948" v="6" actId="20577"/>
      <pc:docMkLst>
        <pc:docMk/>
      </pc:docMkLst>
      <pc:sldChg chg="modSp mod modClrScheme chgLayout">
        <pc:chgData name="Guest User" userId="" providerId="Windows Live" clId="Web-{B81B9E2B-0813-84C6-C528-3189897217B5}" dt="2026-06-10T12:06:32.706" v="4"/>
        <pc:sldMkLst>
          <pc:docMk/>
          <pc:sldMk cId="877862326" sldId="257"/>
        </pc:sldMkLst>
        <pc:spChg chg="mod ord">
          <ac:chgData name="Guest User" userId="" providerId="Windows Live" clId="Web-{B81B9E2B-0813-84C6-C528-3189897217B5}" dt="2026-06-10T12:06:32.706" v="4"/>
          <ac:spMkLst>
            <pc:docMk/>
            <pc:sldMk cId="877862326" sldId="257"/>
            <ac:spMk id="2" creationId="{4A3F2F4B-C345-FDC0-F934-F46111F012BE}"/>
          </ac:spMkLst>
        </pc:spChg>
        <pc:spChg chg="mod ord">
          <ac:chgData name="Guest User" userId="" providerId="Windows Live" clId="Web-{B81B9E2B-0813-84C6-C528-3189897217B5}" dt="2026-06-10T12:06:32.706" v="4"/>
          <ac:spMkLst>
            <pc:docMk/>
            <pc:sldMk cId="877862326" sldId="257"/>
            <ac:spMk id="3" creationId="{4D45709A-0313-FA23-F4C9-B486BAE61015}"/>
          </ac:spMkLst>
        </pc:spChg>
      </pc:sldChg>
      <pc:sldChg chg="modSp mod modClrScheme chgLayout">
        <pc:chgData name="Guest User" userId="" providerId="Windows Live" clId="Web-{B81B9E2B-0813-84C6-C528-3189897217B5}" dt="2026-06-10T12:06:32.706" v="4"/>
        <pc:sldMkLst>
          <pc:docMk/>
          <pc:sldMk cId="2293054943" sldId="258"/>
        </pc:sldMkLst>
        <pc:spChg chg="mod ord">
          <ac:chgData name="Guest User" userId="" providerId="Windows Live" clId="Web-{B81B9E2B-0813-84C6-C528-3189897217B5}" dt="2026-06-10T12:06:32.706" v="4"/>
          <ac:spMkLst>
            <pc:docMk/>
            <pc:sldMk cId="2293054943" sldId="258"/>
            <ac:spMk id="2" creationId="{B8D6F2B9-5007-CC5A-A1CC-556A856105DF}"/>
          </ac:spMkLst>
        </pc:spChg>
        <pc:picChg chg="mod ord">
          <ac:chgData name="Guest User" userId="" providerId="Windows Live" clId="Web-{B81B9E2B-0813-84C6-C528-3189897217B5}" dt="2026-06-10T12:06:32.706" v="4"/>
          <ac:picMkLst>
            <pc:docMk/>
            <pc:sldMk cId="2293054943" sldId="258"/>
            <ac:picMk id="27" creationId="{382D5B5A-305F-BEC7-1035-83F1CE5CDB6A}"/>
          </ac:picMkLst>
        </pc:picChg>
      </pc:sldChg>
      <pc:sldChg chg="modSp mod modClrScheme chgLayout">
        <pc:chgData name="Guest User" userId="" providerId="Windows Live" clId="Web-{B81B9E2B-0813-84C6-C528-3189897217B5}" dt="2026-06-10T12:06:32.706" v="4"/>
        <pc:sldMkLst>
          <pc:docMk/>
          <pc:sldMk cId="555947682" sldId="260"/>
        </pc:sldMkLst>
        <pc:spChg chg="mod ord">
          <ac:chgData name="Guest User" userId="" providerId="Windows Live" clId="Web-{B81B9E2B-0813-84C6-C528-3189897217B5}" dt="2026-06-10T12:06:32.706" v="4"/>
          <ac:spMkLst>
            <pc:docMk/>
            <pc:sldMk cId="555947682" sldId="260"/>
            <ac:spMk id="2" creationId="{211DE0A2-CB39-1646-F451-5768BF7E1228}"/>
          </ac:spMkLst>
        </pc:spChg>
        <pc:spChg chg="mod ord">
          <ac:chgData name="Guest User" userId="" providerId="Windows Live" clId="Web-{B81B9E2B-0813-84C6-C528-3189897217B5}" dt="2026-06-10T12:06:32.706" v="4"/>
          <ac:spMkLst>
            <pc:docMk/>
            <pc:sldMk cId="555947682" sldId="260"/>
            <ac:spMk id="3" creationId="{32988878-38FB-216D-E287-CA3D838174C9}"/>
          </ac:spMkLst>
        </pc:spChg>
      </pc:sldChg>
      <pc:sldChg chg="modSp mod modClrScheme chgLayout">
        <pc:chgData name="Guest User" userId="" providerId="Windows Live" clId="Web-{B81B9E2B-0813-84C6-C528-3189897217B5}" dt="2026-06-10T12:06:32.706" v="4"/>
        <pc:sldMkLst>
          <pc:docMk/>
          <pc:sldMk cId="744513558" sldId="261"/>
        </pc:sldMkLst>
        <pc:spChg chg="mod ord">
          <ac:chgData name="Guest User" userId="" providerId="Windows Live" clId="Web-{B81B9E2B-0813-84C6-C528-3189897217B5}" dt="2026-06-10T12:06:32.706" v="4"/>
          <ac:spMkLst>
            <pc:docMk/>
            <pc:sldMk cId="744513558" sldId="261"/>
            <ac:spMk id="2" creationId="{066A6FCE-BAE6-6FAA-F058-829C1AA9CE58}"/>
          </ac:spMkLst>
        </pc:spChg>
        <pc:spChg chg="mod ord">
          <ac:chgData name="Guest User" userId="" providerId="Windows Live" clId="Web-{B81B9E2B-0813-84C6-C528-3189897217B5}" dt="2026-06-10T12:06:32.706" v="4"/>
          <ac:spMkLst>
            <pc:docMk/>
            <pc:sldMk cId="744513558" sldId="261"/>
            <ac:spMk id="3" creationId="{FC539139-669A-857E-B298-4C3FA1AD42A8}"/>
          </ac:spMkLst>
        </pc:spChg>
      </pc:sldChg>
      <pc:sldChg chg="modSp mod modClrScheme chgLayout">
        <pc:chgData name="Guest User" userId="" providerId="Windows Live" clId="Web-{B81B9E2B-0813-84C6-C528-3189897217B5}" dt="2026-06-10T12:06:32.706" v="4"/>
        <pc:sldMkLst>
          <pc:docMk/>
          <pc:sldMk cId="675074334" sldId="262"/>
        </pc:sldMkLst>
        <pc:spChg chg="mod ord">
          <ac:chgData name="Guest User" userId="" providerId="Windows Live" clId="Web-{B81B9E2B-0813-84C6-C528-3189897217B5}" dt="2026-06-10T12:06:32.706" v="4"/>
          <ac:spMkLst>
            <pc:docMk/>
            <pc:sldMk cId="675074334" sldId="262"/>
            <ac:spMk id="2" creationId="{DD060B26-8038-8FF7-AFD4-32E2D154CDE5}"/>
          </ac:spMkLst>
        </pc:spChg>
        <pc:spChg chg="mod ord">
          <ac:chgData name="Guest User" userId="" providerId="Windows Live" clId="Web-{B81B9E2B-0813-84C6-C528-3189897217B5}" dt="2026-06-10T12:06:32.706" v="4"/>
          <ac:spMkLst>
            <pc:docMk/>
            <pc:sldMk cId="675074334" sldId="262"/>
            <ac:spMk id="3" creationId="{05B3089C-466D-78A0-FC8F-8457A95EC433}"/>
          </ac:spMkLst>
        </pc:spChg>
      </pc:sldChg>
      <pc:sldChg chg="modSp mod modClrScheme chgLayout">
        <pc:chgData name="Guest User" userId="" providerId="Windows Live" clId="Web-{B81B9E2B-0813-84C6-C528-3189897217B5}" dt="2026-06-10T12:06:32.706" v="4"/>
        <pc:sldMkLst>
          <pc:docMk/>
          <pc:sldMk cId="2130833181" sldId="265"/>
        </pc:sldMkLst>
        <pc:spChg chg="mod ord">
          <ac:chgData name="Guest User" userId="" providerId="Windows Live" clId="Web-{B81B9E2B-0813-84C6-C528-3189897217B5}" dt="2026-06-10T12:06:32.706" v="4"/>
          <ac:spMkLst>
            <pc:docMk/>
            <pc:sldMk cId="2130833181" sldId="265"/>
            <ac:spMk id="2" creationId="{ED297EAC-8266-3C0A-1DD9-7A238E61FFE5}"/>
          </ac:spMkLst>
        </pc:spChg>
        <pc:spChg chg="mod ord">
          <ac:chgData name="Guest User" userId="" providerId="Windows Live" clId="Web-{B81B9E2B-0813-84C6-C528-3189897217B5}" dt="2026-06-10T12:06:32.706" v="4"/>
          <ac:spMkLst>
            <pc:docMk/>
            <pc:sldMk cId="2130833181" sldId="265"/>
            <ac:spMk id="3" creationId="{BD388B7C-5F6F-D735-E982-10EDEFFC405C}"/>
          </ac:spMkLst>
        </pc:spChg>
      </pc:sldChg>
      <pc:sldChg chg="modSp mod modClrScheme chgLayout">
        <pc:chgData name="Guest User" userId="" providerId="Windows Live" clId="Web-{B81B9E2B-0813-84C6-C528-3189897217B5}" dt="2026-06-10T12:06:32.706" v="4"/>
        <pc:sldMkLst>
          <pc:docMk/>
          <pc:sldMk cId="2017515039" sldId="266"/>
        </pc:sldMkLst>
        <pc:spChg chg="mod ord">
          <ac:chgData name="Guest User" userId="" providerId="Windows Live" clId="Web-{B81B9E2B-0813-84C6-C528-3189897217B5}" dt="2026-06-10T12:06:32.706" v="4"/>
          <ac:spMkLst>
            <pc:docMk/>
            <pc:sldMk cId="2017515039" sldId="266"/>
            <ac:spMk id="2" creationId="{CE398C7F-EA7C-3563-45EE-5A1A5BA9B713}"/>
          </ac:spMkLst>
        </pc:spChg>
      </pc:sldChg>
      <pc:sldChg chg="modSp mod modClrScheme chgLayout">
        <pc:chgData name="Guest User" userId="" providerId="Windows Live" clId="Web-{B81B9E2B-0813-84C6-C528-3189897217B5}" dt="2026-06-10T12:06:32.706" v="4"/>
        <pc:sldMkLst>
          <pc:docMk/>
          <pc:sldMk cId="2950026120" sldId="279"/>
        </pc:sldMkLst>
        <pc:spChg chg="mod ord">
          <ac:chgData name="Guest User" userId="" providerId="Windows Live" clId="Web-{B81B9E2B-0813-84C6-C528-3189897217B5}" dt="2026-06-10T12:06:32.706" v="4"/>
          <ac:spMkLst>
            <pc:docMk/>
            <pc:sldMk cId="2950026120" sldId="279"/>
            <ac:spMk id="2" creationId="{F341C7D6-9CAB-DC29-0DCA-6EF58FE3E8FE}"/>
          </ac:spMkLst>
        </pc:spChg>
        <pc:spChg chg="mod ord">
          <ac:chgData name="Guest User" userId="" providerId="Windows Live" clId="Web-{B81B9E2B-0813-84C6-C528-3189897217B5}" dt="2026-06-10T12:06:32.706" v="4"/>
          <ac:spMkLst>
            <pc:docMk/>
            <pc:sldMk cId="2950026120" sldId="279"/>
            <ac:spMk id="3" creationId="{4784A8A5-C6A4-026B-97BE-E610C6538A38}"/>
          </ac:spMkLst>
        </pc:spChg>
      </pc:sldChg>
      <pc:sldChg chg="modSp mod modClrScheme chgLayout">
        <pc:chgData name="Guest User" userId="" providerId="Windows Live" clId="Web-{B81B9E2B-0813-84C6-C528-3189897217B5}" dt="2026-06-10T12:06:32.706" v="4"/>
        <pc:sldMkLst>
          <pc:docMk/>
          <pc:sldMk cId="3290583280" sldId="280"/>
        </pc:sldMkLst>
        <pc:spChg chg="mod ord">
          <ac:chgData name="Guest User" userId="" providerId="Windows Live" clId="Web-{B81B9E2B-0813-84C6-C528-3189897217B5}" dt="2026-06-10T12:06:32.706" v="4"/>
          <ac:spMkLst>
            <pc:docMk/>
            <pc:sldMk cId="3290583280" sldId="280"/>
            <ac:spMk id="2" creationId="{F341C7D6-9CAB-DC29-0DCA-6EF58FE3E8FE}"/>
          </ac:spMkLst>
        </pc:spChg>
        <pc:spChg chg="mod ord">
          <ac:chgData name="Guest User" userId="" providerId="Windows Live" clId="Web-{B81B9E2B-0813-84C6-C528-3189897217B5}" dt="2026-06-10T12:06:32.706" v="4"/>
          <ac:spMkLst>
            <pc:docMk/>
            <pc:sldMk cId="3290583280" sldId="280"/>
            <ac:spMk id="3" creationId="{4784A8A5-C6A4-026B-97BE-E610C6538A38}"/>
          </ac:spMkLst>
        </pc:spChg>
      </pc:sldChg>
      <pc:sldChg chg="modSp mod modClrScheme chgLayout">
        <pc:chgData name="Guest User" userId="" providerId="Windows Live" clId="Web-{B81B9E2B-0813-84C6-C528-3189897217B5}" dt="2026-06-10T12:06:32.706" v="4"/>
        <pc:sldMkLst>
          <pc:docMk/>
          <pc:sldMk cId="2840570351" sldId="282"/>
        </pc:sldMkLst>
        <pc:spChg chg="mod ord">
          <ac:chgData name="Guest User" userId="" providerId="Windows Live" clId="Web-{B81B9E2B-0813-84C6-C528-3189897217B5}" dt="2026-06-10T12:06:32.706" v="4"/>
          <ac:spMkLst>
            <pc:docMk/>
            <pc:sldMk cId="2840570351" sldId="282"/>
            <ac:spMk id="2" creationId="{F341C7D6-9CAB-DC29-0DCA-6EF58FE3E8FE}"/>
          </ac:spMkLst>
        </pc:spChg>
        <pc:spChg chg="mod ord">
          <ac:chgData name="Guest User" userId="" providerId="Windows Live" clId="Web-{B81B9E2B-0813-84C6-C528-3189897217B5}" dt="2026-06-10T12:06:32.706" v="4"/>
          <ac:spMkLst>
            <pc:docMk/>
            <pc:sldMk cId="2840570351" sldId="282"/>
            <ac:spMk id="3" creationId="{4784A8A5-C6A4-026B-97BE-E610C6538A38}"/>
          </ac:spMkLst>
        </pc:spChg>
      </pc:sldChg>
      <pc:sldChg chg="modSp mod modClrScheme chgLayout">
        <pc:chgData name="Guest User" userId="" providerId="Windows Live" clId="Web-{B81B9E2B-0813-84C6-C528-3189897217B5}" dt="2026-06-10T12:08:20.948" v="6" actId="20577"/>
        <pc:sldMkLst>
          <pc:docMk/>
          <pc:sldMk cId="2491403998" sldId="283"/>
        </pc:sldMkLst>
        <pc:spChg chg="mod ord">
          <ac:chgData name="Guest User" userId="" providerId="Windows Live" clId="Web-{B81B9E2B-0813-84C6-C528-3189897217B5}" dt="2026-06-10T12:06:32.706" v="4"/>
          <ac:spMkLst>
            <pc:docMk/>
            <pc:sldMk cId="2491403998" sldId="283"/>
            <ac:spMk id="2" creationId="{F341C7D6-9CAB-DC29-0DCA-6EF58FE3E8FE}"/>
          </ac:spMkLst>
        </pc:spChg>
        <pc:spChg chg="mod ord">
          <ac:chgData name="Guest User" userId="" providerId="Windows Live" clId="Web-{B81B9E2B-0813-84C6-C528-3189897217B5}" dt="2026-06-10T12:08:20.948" v="6" actId="20577"/>
          <ac:spMkLst>
            <pc:docMk/>
            <pc:sldMk cId="2491403998" sldId="283"/>
            <ac:spMk id="3" creationId="{4784A8A5-C6A4-026B-97BE-E610C6538A38}"/>
          </ac:spMkLst>
        </pc:spChg>
      </pc:sldChg>
      <pc:sldChg chg="modSp mod modClrScheme chgLayout">
        <pc:chgData name="Guest User" userId="" providerId="Windows Live" clId="Web-{B81B9E2B-0813-84C6-C528-3189897217B5}" dt="2026-06-10T12:06:32.706" v="4"/>
        <pc:sldMkLst>
          <pc:docMk/>
          <pc:sldMk cId="3964750745" sldId="284"/>
        </pc:sldMkLst>
        <pc:spChg chg="mod ord">
          <ac:chgData name="Guest User" userId="" providerId="Windows Live" clId="Web-{B81B9E2B-0813-84C6-C528-3189897217B5}" dt="2026-06-10T12:06:32.706" v="4"/>
          <ac:spMkLst>
            <pc:docMk/>
            <pc:sldMk cId="3964750745" sldId="284"/>
            <ac:spMk id="2" creationId="{F341C7D6-9CAB-DC29-0DCA-6EF58FE3E8FE}"/>
          </ac:spMkLst>
        </pc:spChg>
        <pc:spChg chg="mod ord">
          <ac:chgData name="Guest User" userId="" providerId="Windows Live" clId="Web-{B81B9E2B-0813-84C6-C528-3189897217B5}" dt="2026-06-10T12:06:32.706" v="4"/>
          <ac:spMkLst>
            <pc:docMk/>
            <pc:sldMk cId="3964750745" sldId="284"/>
            <ac:spMk id="11" creationId="{4784A8A5-C6A4-026B-97BE-E610C6538A38}"/>
          </ac:spMkLst>
        </pc:spChg>
      </pc:sldChg>
      <pc:sldChg chg="modSp mod modClrScheme chgLayout">
        <pc:chgData name="Guest User" userId="" providerId="Windows Live" clId="Web-{B81B9E2B-0813-84C6-C528-3189897217B5}" dt="2026-06-10T12:06:32.706" v="4"/>
        <pc:sldMkLst>
          <pc:docMk/>
          <pc:sldMk cId="3825399247" sldId="286"/>
        </pc:sldMkLst>
        <pc:spChg chg="mod ord">
          <ac:chgData name="Guest User" userId="" providerId="Windows Live" clId="Web-{B81B9E2B-0813-84C6-C528-3189897217B5}" dt="2026-06-10T12:06:32.706" v="4"/>
          <ac:spMkLst>
            <pc:docMk/>
            <pc:sldMk cId="3825399247" sldId="286"/>
            <ac:spMk id="2" creationId="{F341C7D6-9CAB-DC29-0DCA-6EF58FE3E8FE}"/>
          </ac:spMkLst>
        </pc:spChg>
        <pc:spChg chg="mod ord">
          <ac:chgData name="Guest User" userId="" providerId="Windows Live" clId="Web-{B81B9E2B-0813-84C6-C528-3189897217B5}" dt="2026-06-10T12:06:32.706" v="4"/>
          <ac:spMkLst>
            <pc:docMk/>
            <pc:sldMk cId="3825399247" sldId="286"/>
            <ac:spMk id="3" creationId="{4784A8A5-C6A4-026B-97BE-E610C6538A38}"/>
          </ac:spMkLst>
        </pc:spChg>
      </pc:sldChg>
      <pc:sldChg chg="modSp mod modClrScheme chgLayout">
        <pc:chgData name="Guest User" userId="" providerId="Windows Live" clId="Web-{B81B9E2B-0813-84C6-C528-3189897217B5}" dt="2026-06-10T12:06:32.706" v="4"/>
        <pc:sldMkLst>
          <pc:docMk/>
          <pc:sldMk cId="1648593300" sldId="287"/>
        </pc:sldMkLst>
        <pc:spChg chg="mod ord">
          <ac:chgData name="Guest User" userId="" providerId="Windows Live" clId="Web-{B81B9E2B-0813-84C6-C528-3189897217B5}" dt="2026-06-10T12:06:32.706" v="4"/>
          <ac:spMkLst>
            <pc:docMk/>
            <pc:sldMk cId="1648593300" sldId="287"/>
            <ac:spMk id="2" creationId="{532B7267-4650-A5DF-B6BA-FEF5D810F69A}"/>
          </ac:spMkLst>
        </pc:spChg>
        <pc:spChg chg="mod ord">
          <ac:chgData name="Guest User" userId="" providerId="Windows Live" clId="Web-{B81B9E2B-0813-84C6-C528-3189897217B5}" dt="2026-06-10T12:06:32.706" v="4"/>
          <ac:spMkLst>
            <pc:docMk/>
            <pc:sldMk cId="1648593300" sldId="287"/>
            <ac:spMk id="3" creationId="{A672D464-B185-B2CE-AB06-693EBC8D4C3F}"/>
          </ac:spMkLst>
        </pc:spChg>
      </pc:sldChg>
      <pc:sldChg chg="modSp mod modClrScheme chgLayout">
        <pc:chgData name="Guest User" userId="" providerId="Windows Live" clId="Web-{B81B9E2B-0813-84C6-C528-3189897217B5}" dt="2026-06-10T12:06:32.706" v="4"/>
        <pc:sldMkLst>
          <pc:docMk/>
          <pc:sldMk cId="1934969233" sldId="288"/>
        </pc:sldMkLst>
        <pc:spChg chg="mod ord">
          <ac:chgData name="Guest User" userId="" providerId="Windows Live" clId="Web-{B81B9E2B-0813-84C6-C528-3189897217B5}" dt="2026-06-10T12:06:32.706" v="4"/>
          <ac:spMkLst>
            <pc:docMk/>
            <pc:sldMk cId="1934969233" sldId="288"/>
            <ac:spMk id="2" creationId="{55388E88-89C4-A295-A3F8-B189F9082B06}"/>
          </ac:spMkLst>
        </pc:spChg>
        <pc:spChg chg="mod ord">
          <ac:chgData name="Guest User" userId="" providerId="Windows Live" clId="Web-{B81B9E2B-0813-84C6-C528-3189897217B5}" dt="2026-06-10T12:06:32.706" v="4"/>
          <ac:spMkLst>
            <pc:docMk/>
            <pc:sldMk cId="1934969233" sldId="288"/>
            <ac:spMk id="64" creationId="{6DA97F44-64B2-1A77-8ADD-5C5608D52957}"/>
          </ac:spMkLst>
        </pc:spChg>
      </pc:sldChg>
      <pc:sldChg chg="modSp mod modClrScheme chgLayout">
        <pc:chgData name="Guest User" userId="" providerId="Windows Live" clId="Web-{B81B9E2B-0813-84C6-C528-3189897217B5}" dt="2026-06-10T12:06:32.706" v="4"/>
        <pc:sldMkLst>
          <pc:docMk/>
          <pc:sldMk cId="2301308241" sldId="289"/>
        </pc:sldMkLst>
        <pc:spChg chg="mod ord">
          <ac:chgData name="Guest User" userId="" providerId="Windows Live" clId="Web-{B81B9E2B-0813-84C6-C528-3189897217B5}" dt="2026-06-10T12:06:32.706" v="4"/>
          <ac:spMkLst>
            <pc:docMk/>
            <pc:sldMk cId="2301308241" sldId="289"/>
            <ac:spMk id="2" creationId="{B2D83CB2-B074-4EE6-3711-9913E120F586}"/>
          </ac:spMkLst>
        </pc:spChg>
        <pc:spChg chg="mod ord">
          <ac:chgData name="Guest User" userId="" providerId="Windows Live" clId="Web-{B81B9E2B-0813-84C6-C528-3189897217B5}" dt="2026-06-10T12:06:32.706" v="4"/>
          <ac:spMkLst>
            <pc:docMk/>
            <pc:sldMk cId="2301308241" sldId="289"/>
            <ac:spMk id="3" creationId="{503071E6-32F2-6B4F-B72B-3EEFBC4275C4}"/>
          </ac:spMkLst>
        </pc:spChg>
      </pc:sldChg>
      <pc:sldChg chg="modSp mod modClrScheme chgLayout">
        <pc:chgData name="Guest User" userId="" providerId="Windows Live" clId="Web-{B81B9E2B-0813-84C6-C528-3189897217B5}" dt="2026-06-10T12:06:32.706" v="4"/>
        <pc:sldMkLst>
          <pc:docMk/>
          <pc:sldMk cId="4135633067" sldId="290"/>
        </pc:sldMkLst>
        <pc:spChg chg="mod ord">
          <ac:chgData name="Guest User" userId="" providerId="Windows Live" clId="Web-{B81B9E2B-0813-84C6-C528-3189897217B5}" dt="2026-06-10T12:06:32.706" v="4"/>
          <ac:spMkLst>
            <pc:docMk/>
            <pc:sldMk cId="4135633067" sldId="290"/>
            <ac:spMk id="2" creationId="{251F494B-3779-5AB4-9754-D5859CE87E7B}"/>
          </ac:spMkLst>
        </pc:spChg>
        <pc:spChg chg="mod ord">
          <ac:chgData name="Guest User" userId="" providerId="Windows Live" clId="Web-{B81B9E2B-0813-84C6-C528-3189897217B5}" dt="2026-06-10T12:06:32.706" v="4"/>
          <ac:spMkLst>
            <pc:docMk/>
            <pc:sldMk cId="4135633067" sldId="290"/>
            <ac:spMk id="3" creationId="{A99A65B4-715C-B27C-B4DE-8B543063AC47}"/>
          </ac:spMkLst>
        </pc:spChg>
      </pc:sldChg>
      <pc:sldChg chg="modSp mod modClrScheme chgLayout">
        <pc:chgData name="Guest User" userId="" providerId="Windows Live" clId="Web-{B81B9E2B-0813-84C6-C528-3189897217B5}" dt="2026-06-10T12:06:32.706" v="4"/>
        <pc:sldMkLst>
          <pc:docMk/>
          <pc:sldMk cId="3304516034" sldId="291"/>
        </pc:sldMkLst>
        <pc:spChg chg="mod ord">
          <ac:chgData name="Guest User" userId="" providerId="Windows Live" clId="Web-{B81B9E2B-0813-84C6-C528-3189897217B5}" dt="2026-06-10T12:06:32.706" v="4"/>
          <ac:spMkLst>
            <pc:docMk/>
            <pc:sldMk cId="3304516034" sldId="291"/>
            <ac:spMk id="2" creationId="{D272C9B0-1AB8-54F8-0730-78231B17C5E9}"/>
          </ac:spMkLst>
        </pc:spChg>
        <pc:spChg chg="mod ord">
          <ac:chgData name="Guest User" userId="" providerId="Windows Live" clId="Web-{B81B9E2B-0813-84C6-C528-3189897217B5}" dt="2026-06-10T12:06:32.706" v="4"/>
          <ac:spMkLst>
            <pc:docMk/>
            <pc:sldMk cId="3304516034" sldId="291"/>
            <ac:spMk id="3" creationId="{7902DE68-0416-BB0B-CEBE-41A1FC4222C2}"/>
          </ac:spMkLst>
        </pc:spChg>
      </pc:sldChg>
      <pc:sldMasterChg chg="del delSldLayout">
        <pc:chgData name="Guest User" userId="" providerId="Windows Live" clId="Web-{B81B9E2B-0813-84C6-C528-3189897217B5}" dt="2026-06-10T12:06:32.706" v="4"/>
        <pc:sldMasterMkLst>
          <pc:docMk/>
          <pc:sldMasterMk cId="2719593009" sldId="2147483694"/>
        </pc:sldMasterMkLst>
        <pc:sldLayoutChg chg="del">
          <pc:chgData name="Guest User" userId="" providerId="Windows Live" clId="Web-{B81B9E2B-0813-84C6-C528-3189897217B5}" dt="2026-06-10T12:06:32.706" v="4"/>
          <pc:sldLayoutMkLst>
            <pc:docMk/>
            <pc:sldMasterMk cId="2719593009" sldId="2147483694"/>
            <pc:sldLayoutMk cId="1533291222" sldId="2147483695"/>
          </pc:sldLayoutMkLst>
        </pc:sldLayoutChg>
        <pc:sldLayoutChg chg="del">
          <pc:chgData name="Guest User" userId="" providerId="Windows Live" clId="Web-{B81B9E2B-0813-84C6-C528-3189897217B5}" dt="2026-06-10T12:06:32.706" v="4"/>
          <pc:sldLayoutMkLst>
            <pc:docMk/>
            <pc:sldMasterMk cId="2719593009" sldId="2147483694"/>
            <pc:sldLayoutMk cId="2755494057" sldId="2147483696"/>
          </pc:sldLayoutMkLst>
        </pc:sldLayoutChg>
        <pc:sldLayoutChg chg="del">
          <pc:chgData name="Guest User" userId="" providerId="Windows Live" clId="Web-{B81B9E2B-0813-84C6-C528-3189897217B5}" dt="2026-06-10T12:06:32.706" v="4"/>
          <pc:sldLayoutMkLst>
            <pc:docMk/>
            <pc:sldMasterMk cId="2719593009" sldId="2147483694"/>
            <pc:sldLayoutMk cId="3806646029" sldId="2147483697"/>
          </pc:sldLayoutMkLst>
        </pc:sldLayoutChg>
        <pc:sldLayoutChg chg="del">
          <pc:chgData name="Guest User" userId="" providerId="Windows Live" clId="Web-{B81B9E2B-0813-84C6-C528-3189897217B5}" dt="2026-06-10T12:06:32.706" v="4"/>
          <pc:sldLayoutMkLst>
            <pc:docMk/>
            <pc:sldMasterMk cId="2719593009" sldId="2147483694"/>
            <pc:sldLayoutMk cId="2515594877" sldId="2147483698"/>
          </pc:sldLayoutMkLst>
        </pc:sldLayoutChg>
        <pc:sldLayoutChg chg="del">
          <pc:chgData name="Guest User" userId="" providerId="Windows Live" clId="Web-{B81B9E2B-0813-84C6-C528-3189897217B5}" dt="2026-06-10T12:06:32.706" v="4"/>
          <pc:sldLayoutMkLst>
            <pc:docMk/>
            <pc:sldMasterMk cId="2719593009" sldId="2147483694"/>
            <pc:sldLayoutMk cId="792204378" sldId="2147483699"/>
          </pc:sldLayoutMkLst>
        </pc:sldLayoutChg>
        <pc:sldLayoutChg chg="del">
          <pc:chgData name="Guest User" userId="" providerId="Windows Live" clId="Web-{B81B9E2B-0813-84C6-C528-3189897217B5}" dt="2026-06-10T12:06:32.706" v="4"/>
          <pc:sldLayoutMkLst>
            <pc:docMk/>
            <pc:sldMasterMk cId="2719593009" sldId="2147483694"/>
            <pc:sldLayoutMk cId="3789276790" sldId="2147483700"/>
          </pc:sldLayoutMkLst>
        </pc:sldLayoutChg>
        <pc:sldLayoutChg chg="del">
          <pc:chgData name="Guest User" userId="" providerId="Windows Live" clId="Web-{B81B9E2B-0813-84C6-C528-3189897217B5}" dt="2026-06-10T12:06:32.706" v="4"/>
          <pc:sldLayoutMkLst>
            <pc:docMk/>
            <pc:sldMasterMk cId="2719593009" sldId="2147483694"/>
            <pc:sldLayoutMk cId="482945615" sldId="2147483701"/>
          </pc:sldLayoutMkLst>
        </pc:sldLayoutChg>
        <pc:sldLayoutChg chg="del">
          <pc:chgData name="Guest User" userId="" providerId="Windows Live" clId="Web-{B81B9E2B-0813-84C6-C528-3189897217B5}" dt="2026-06-10T12:06:32.706" v="4"/>
          <pc:sldLayoutMkLst>
            <pc:docMk/>
            <pc:sldMasterMk cId="2719593009" sldId="2147483694"/>
            <pc:sldLayoutMk cId="276113383" sldId="2147483702"/>
          </pc:sldLayoutMkLst>
        </pc:sldLayoutChg>
        <pc:sldLayoutChg chg="del">
          <pc:chgData name="Guest User" userId="" providerId="Windows Live" clId="Web-{B81B9E2B-0813-84C6-C528-3189897217B5}" dt="2026-06-10T12:06:32.706" v="4"/>
          <pc:sldLayoutMkLst>
            <pc:docMk/>
            <pc:sldMasterMk cId="2719593009" sldId="2147483694"/>
            <pc:sldLayoutMk cId="2871488010" sldId="2147483703"/>
          </pc:sldLayoutMkLst>
        </pc:sldLayoutChg>
        <pc:sldLayoutChg chg="del">
          <pc:chgData name="Guest User" userId="" providerId="Windows Live" clId="Web-{B81B9E2B-0813-84C6-C528-3189897217B5}" dt="2026-06-10T12:06:32.706" v="4"/>
          <pc:sldLayoutMkLst>
            <pc:docMk/>
            <pc:sldMasterMk cId="2719593009" sldId="2147483694"/>
            <pc:sldLayoutMk cId="292346789" sldId="2147483704"/>
          </pc:sldLayoutMkLst>
        </pc:sldLayoutChg>
        <pc:sldLayoutChg chg="del">
          <pc:chgData name="Guest User" userId="" providerId="Windows Live" clId="Web-{B81B9E2B-0813-84C6-C528-3189897217B5}" dt="2026-06-10T12:06:32.706" v="4"/>
          <pc:sldLayoutMkLst>
            <pc:docMk/>
            <pc:sldMasterMk cId="2719593009" sldId="2147483694"/>
            <pc:sldLayoutMk cId="4090542068" sldId="2147483705"/>
          </pc:sldLayoutMkLst>
        </pc:sldLayoutChg>
        <pc:sldLayoutChg chg="del">
          <pc:chgData name="Guest User" userId="" providerId="Windows Live" clId="Web-{B81B9E2B-0813-84C6-C528-3189897217B5}" dt="2026-06-10T12:06:32.706" v="4"/>
          <pc:sldLayoutMkLst>
            <pc:docMk/>
            <pc:sldMasterMk cId="2719593009" sldId="2147483694"/>
            <pc:sldLayoutMk cId="2347174068" sldId="2147483706"/>
          </pc:sldLayoutMkLst>
        </pc:sldLayoutChg>
        <pc:sldLayoutChg chg="del">
          <pc:chgData name="Guest User" userId="" providerId="Windows Live" clId="Web-{B81B9E2B-0813-84C6-C528-3189897217B5}" dt="2026-06-10T12:06:32.706" v="4"/>
          <pc:sldLayoutMkLst>
            <pc:docMk/>
            <pc:sldMasterMk cId="2719593009" sldId="2147483694"/>
            <pc:sldLayoutMk cId="4122213703" sldId="2147483707"/>
          </pc:sldLayoutMkLst>
        </pc:sldLayoutChg>
        <pc:sldLayoutChg chg="del">
          <pc:chgData name="Guest User" userId="" providerId="Windows Live" clId="Web-{B81B9E2B-0813-84C6-C528-3189897217B5}" dt="2026-06-10T12:06:32.706" v="4"/>
          <pc:sldLayoutMkLst>
            <pc:docMk/>
            <pc:sldMasterMk cId="2719593009" sldId="2147483694"/>
            <pc:sldLayoutMk cId="2229071447" sldId="2147483708"/>
          </pc:sldLayoutMkLst>
        </pc:sldLayoutChg>
        <pc:sldLayoutChg chg="del">
          <pc:chgData name="Guest User" userId="" providerId="Windows Live" clId="Web-{B81B9E2B-0813-84C6-C528-3189897217B5}" dt="2026-06-10T12:06:32.706" v="4"/>
          <pc:sldLayoutMkLst>
            <pc:docMk/>
            <pc:sldMasterMk cId="2719593009" sldId="2147483694"/>
            <pc:sldLayoutMk cId="3083946992" sldId="2147483709"/>
          </pc:sldLayoutMkLst>
        </pc:sldLayoutChg>
        <pc:sldLayoutChg chg="del">
          <pc:chgData name="Guest User" userId="" providerId="Windows Live" clId="Web-{B81B9E2B-0813-84C6-C528-3189897217B5}" dt="2026-06-10T12:06:32.706" v="4"/>
          <pc:sldLayoutMkLst>
            <pc:docMk/>
            <pc:sldMasterMk cId="2719593009" sldId="2147483694"/>
            <pc:sldLayoutMk cId="2574283522" sldId="2147483710"/>
          </pc:sldLayoutMkLst>
        </pc:sldLayoutChg>
      </pc:sldMasterChg>
      <pc:sldMasterChg chg="add addSldLayout modSldLayout">
        <pc:chgData name="Guest User" userId="" providerId="Windows Live" clId="Web-{B81B9E2B-0813-84C6-C528-3189897217B5}" dt="2026-06-10T12:06:32.706" v="4"/>
        <pc:sldMasterMkLst>
          <pc:docMk/>
          <pc:sldMasterMk cId="2860671999" sldId="2147483711"/>
        </pc:sldMasterMkLst>
        <pc:sldLayoutChg chg="add mod replId">
          <pc:chgData name="Guest User" userId="" providerId="Windows Live" clId="Web-{B81B9E2B-0813-84C6-C528-3189897217B5}" dt="2026-06-10T12:06:32.706" v="4"/>
          <pc:sldLayoutMkLst>
            <pc:docMk/>
            <pc:sldMasterMk cId="2860671999" sldId="2147483711"/>
            <pc:sldLayoutMk cId="3008075783" sldId="2147483712"/>
          </pc:sldLayoutMkLst>
        </pc:sldLayoutChg>
        <pc:sldLayoutChg chg="add mod replId">
          <pc:chgData name="Guest User" userId="" providerId="Windows Live" clId="Web-{B81B9E2B-0813-84C6-C528-3189897217B5}" dt="2026-06-10T12:06:32.706" v="4"/>
          <pc:sldLayoutMkLst>
            <pc:docMk/>
            <pc:sldMasterMk cId="2860671999" sldId="2147483711"/>
            <pc:sldLayoutMk cId="3943880575" sldId="2147483713"/>
          </pc:sldLayoutMkLst>
        </pc:sldLayoutChg>
        <pc:sldLayoutChg chg="add mod replId">
          <pc:chgData name="Guest User" userId="" providerId="Windows Live" clId="Web-{B81B9E2B-0813-84C6-C528-3189897217B5}" dt="2026-06-10T12:06:32.706" v="4"/>
          <pc:sldLayoutMkLst>
            <pc:docMk/>
            <pc:sldMasterMk cId="2860671999" sldId="2147483711"/>
            <pc:sldLayoutMk cId="3978922216" sldId="2147483714"/>
          </pc:sldLayoutMkLst>
        </pc:sldLayoutChg>
        <pc:sldLayoutChg chg="add mod replId">
          <pc:chgData name="Guest User" userId="" providerId="Windows Live" clId="Web-{B81B9E2B-0813-84C6-C528-3189897217B5}" dt="2026-06-10T12:06:32.706" v="4"/>
          <pc:sldLayoutMkLst>
            <pc:docMk/>
            <pc:sldMasterMk cId="2860671999" sldId="2147483711"/>
            <pc:sldLayoutMk cId="2097855596" sldId="2147483715"/>
          </pc:sldLayoutMkLst>
        </pc:sldLayoutChg>
        <pc:sldLayoutChg chg="add mod replId">
          <pc:chgData name="Guest User" userId="" providerId="Windows Live" clId="Web-{B81B9E2B-0813-84C6-C528-3189897217B5}" dt="2026-06-10T12:06:32.706" v="4"/>
          <pc:sldLayoutMkLst>
            <pc:docMk/>
            <pc:sldMasterMk cId="2860671999" sldId="2147483711"/>
            <pc:sldLayoutMk cId="352420092" sldId="2147483716"/>
          </pc:sldLayoutMkLst>
        </pc:sldLayoutChg>
        <pc:sldLayoutChg chg="add mod replId">
          <pc:chgData name="Guest User" userId="" providerId="Windows Live" clId="Web-{B81B9E2B-0813-84C6-C528-3189897217B5}" dt="2026-06-10T12:06:32.706" v="4"/>
          <pc:sldLayoutMkLst>
            <pc:docMk/>
            <pc:sldMasterMk cId="2860671999" sldId="2147483711"/>
            <pc:sldLayoutMk cId="3186496578" sldId="2147483717"/>
          </pc:sldLayoutMkLst>
        </pc:sldLayoutChg>
        <pc:sldLayoutChg chg="add mod replId">
          <pc:chgData name="Guest User" userId="" providerId="Windows Live" clId="Web-{B81B9E2B-0813-84C6-C528-3189897217B5}" dt="2026-06-10T12:06:32.706" v="4"/>
          <pc:sldLayoutMkLst>
            <pc:docMk/>
            <pc:sldMasterMk cId="2860671999" sldId="2147483711"/>
            <pc:sldLayoutMk cId="1898770863" sldId="2147483718"/>
          </pc:sldLayoutMkLst>
        </pc:sldLayoutChg>
        <pc:sldLayoutChg chg="add mod replId">
          <pc:chgData name="Guest User" userId="" providerId="Windows Live" clId="Web-{B81B9E2B-0813-84C6-C528-3189897217B5}" dt="2026-06-10T12:06:32.706" v="4"/>
          <pc:sldLayoutMkLst>
            <pc:docMk/>
            <pc:sldMasterMk cId="2860671999" sldId="2147483711"/>
            <pc:sldLayoutMk cId="3000373241" sldId="2147483719"/>
          </pc:sldLayoutMkLst>
        </pc:sldLayoutChg>
        <pc:sldLayoutChg chg="add mod replId">
          <pc:chgData name="Guest User" userId="" providerId="Windows Live" clId="Web-{B81B9E2B-0813-84C6-C528-3189897217B5}" dt="2026-06-10T12:06:32.706" v="4"/>
          <pc:sldLayoutMkLst>
            <pc:docMk/>
            <pc:sldMasterMk cId="2860671999" sldId="2147483711"/>
            <pc:sldLayoutMk cId="1257516863" sldId="2147483720"/>
          </pc:sldLayoutMkLst>
        </pc:sldLayoutChg>
        <pc:sldLayoutChg chg="add mod replId">
          <pc:chgData name="Guest User" userId="" providerId="Windows Live" clId="Web-{B81B9E2B-0813-84C6-C528-3189897217B5}" dt="2026-06-10T12:06:32.706" v="4"/>
          <pc:sldLayoutMkLst>
            <pc:docMk/>
            <pc:sldMasterMk cId="2860671999" sldId="2147483711"/>
            <pc:sldLayoutMk cId="3592147223" sldId="2147483721"/>
          </pc:sldLayoutMkLst>
        </pc:sldLayoutChg>
        <pc:sldLayoutChg chg="add mod replId">
          <pc:chgData name="Guest User" userId="" providerId="Windows Live" clId="Web-{B81B9E2B-0813-84C6-C528-3189897217B5}" dt="2026-06-10T12:06:32.706" v="4"/>
          <pc:sldLayoutMkLst>
            <pc:docMk/>
            <pc:sldMasterMk cId="2860671999" sldId="2147483711"/>
            <pc:sldLayoutMk cId="1168173497" sldId="2147483722"/>
          </pc:sldLayoutMkLst>
        </pc:sldLayoutChg>
        <pc:sldLayoutChg chg="add mod replId">
          <pc:chgData name="Guest User" userId="" providerId="Windows Live" clId="Web-{B81B9E2B-0813-84C6-C528-3189897217B5}" dt="2026-06-10T12:06:32.706" v="4"/>
          <pc:sldLayoutMkLst>
            <pc:docMk/>
            <pc:sldMasterMk cId="2860671999" sldId="2147483711"/>
            <pc:sldLayoutMk cId="2768485843" sldId="2147483723"/>
          </pc:sldLayoutMkLst>
        </pc:sldLayoutChg>
        <pc:sldLayoutChg chg="add mod replId">
          <pc:chgData name="Guest User" userId="" providerId="Windows Live" clId="Web-{B81B9E2B-0813-84C6-C528-3189897217B5}" dt="2026-06-10T12:06:32.706" v="4"/>
          <pc:sldLayoutMkLst>
            <pc:docMk/>
            <pc:sldMasterMk cId="2860671999" sldId="2147483711"/>
            <pc:sldLayoutMk cId="991448581" sldId="2147483724"/>
          </pc:sldLayoutMkLst>
        </pc:sldLayoutChg>
        <pc:sldLayoutChg chg="add mod replId">
          <pc:chgData name="Guest User" userId="" providerId="Windows Live" clId="Web-{B81B9E2B-0813-84C6-C528-3189897217B5}" dt="2026-06-10T12:06:32.706" v="4"/>
          <pc:sldLayoutMkLst>
            <pc:docMk/>
            <pc:sldMasterMk cId="2860671999" sldId="2147483711"/>
            <pc:sldLayoutMk cId="4246394571" sldId="2147483725"/>
          </pc:sldLayoutMkLst>
        </pc:sldLayoutChg>
        <pc:sldLayoutChg chg="add mod replId">
          <pc:chgData name="Guest User" userId="" providerId="Windows Live" clId="Web-{B81B9E2B-0813-84C6-C528-3189897217B5}" dt="2026-06-10T12:06:32.706" v="4"/>
          <pc:sldLayoutMkLst>
            <pc:docMk/>
            <pc:sldMasterMk cId="2860671999" sldId="2147483711"/>
            <pc:sldLayoutMk cId="172143508" sldId="2147483726"/>
          </pc:sldLayoutMkLst>
        </pc:sldLayoutChg>
        <pc:sldLayoutChg chg="add mod replId">
          <pc:chgData name="Guest User" userId="" providerId="Windows Live" clId="Web-{B81B9E2B-0813-84C6-C528-3189897217B5}" dt="2026-06-10T12:06:32.706" v="4"/>
          <pc:sldLayoutMkLst>
            <pc:docMk/>
            <pc:sldMasterMk cId="2860671999" sldId="2147483711"/>
            <pc:sldLayoutMk cId="1402812185" sldId="2147483727"/>
          </pc:sldLayoutMkLst>
        </pc:sldLayoutChg>
      </pc:sldMasterChg>
    </pc:docChg>
  </pc:docChgLst>
  <pc:docChgLst>
    <pc:chgData name="Guest User" providerId="Windows Live" clId="Web-{C38FBD03-6AAE-8C27-BD32-B1CD9652BD4E}"/>
    <pc:docChg chg="modSld">
      <pc:chgData name="Guest User" userId="" providerId="Windows Live" clId="Web-{C38FBD03-6AAE-8C27-BD32-B1CD9652BD4E}" dt="2026-06-08T21:19:33.500" v="37" actId="20577"/>
      <pc:docMkLst>
        <pc:docMk/>
      </pc:docMkLst>
      <pc:sldChg chg="modSp">
        <pc:chgData name="Guest User" userId="" providerId="Windows Live" clId="Web-{C38FBD03-6AAE-8C27-BD32-B1CD9652BD4E}" dt="2026-06-08T21:19:33.500" v="37" actId="20577"/>
        <pc:sldMkLst>
          <pc:docMk/>
          <pc:sldMk cId="2301308241" sldId="289"/>
        </pc:sldMkLst>
        <pc:spChg chg="mod">
          <ac:chgData name="Guest User" userId="" providerId="Windows Live" clId="Web-{C38FBD03-6AAE-8C27-BD32-B1CD9652BD4E}" dt="2026-06-08T21:19:33.500" v="37" actId="20577"/>
          <ac:spMkLst>
            <pc:docMk/>
            <pc:sldMk cId="2301308241" sldId="289"/>
            <ac:spMk id="3" creationId="{503071E6-32F2-6B4F-B72B-3EEFBC4275C4}"/>
          </ac:spMkLst>
        </pc:spChg>
      </pc:sldChg>
    </pc:docChg>
  </pc:docChgLst>
  <pc:docChgLst>
    <pc:chgData name="Guest User" providerId="Windows Live" clId="Web-{A55FF010-97AD-9B78-ABA1-3331547C6A08}"/>
    <pc:docChg chg="modSld">
      <pc:chgData name="Guest User" userId="" providerId="Windows Live" clId="Web-{A55FF010-97AD-9B78-ABA1-3331547C6A08}" dt="2026-06-10T12:51:04.505" v="0"/>
      <pc:docMkLst>
        <pc:docMk/>
      </pc:docMkLst>
      <pc:sldChg chg="mod setBg">
        <pc:chgData name="Guest User" userId="" providerId="Windows Live" clId="Web-{A55FF010-97AD-9B78-ABA1-3331547C6A08}" dt="2026-06-10T12:51:04.505" v="0"/>
        <pc:sldMkLst>
          <pc:docMk/>
          <pc:sldMk cId="3964750745" sldId="28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F0243A-1D42-466E-85CE-D3A703B2F2C2}" type="datetimeFigureOut">
              <a:rPr lang="en-DE" smtClean="0"/>
              <a:t>06/10/2026</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4FA5C9-CCA6-48F4-BEEA-07B4756C2854}" type="slidenum">
              <a:rPr lang="en-DE" smtClean="0"/>
              <a:t>‹#›</a:t>
            </a:fld>
            <a:endParaRPr lang="en-DE"/>
          </a:p>
        </p:txBody>
      </p:sp>
    </p:spTree>
    <p:extLst>
      <p:ext uri="{BB962C8B-B14F-4D97-AF65-F5344CB8AC3E}">
        <p14:creationId xmlns:p14="http://schemas.microsoft.com/office/powerpoint/2010/main" val="2681013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FB4FA5C9-CCA6-48F4-BEEA-07B4756C2854}" type="slidenum">
              <a:rPr lang="en-DE" smtClean="0"/>
              <a:t>1</a:t>
            </a:fld>
            <a:endParaRPr lang="en-DE"/>
          </a:p>
        </p:txBody>
      </p:sp>
    </p:spTree>
    <p:extLst>
      <p:ext uri="{BB962C8B-B14F-4D97-AF65-F5344CB8AC3E}">
        <p14:creationId xmlns:p14="http://schemas.microsoft.com/office/powerpoint/2010/main" val="406399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The LLM module is the brain of the bot. Key design principle: everything streams  the robot starts speaking the first sentence while the model is still writing the rest. Three backends: Gemini (online, Google AI Studio), Ollama (self-hosted over SSH tunnel, great fallback if Google quota runs out), and Scripted (offline replay, no internet or API key needed). Protocol uses structural subtyping  no base class, just two methods. Live model discovery: both Gemini and Ollama enumerate available models at startup so the menu is always current.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The Protocol interface uses Python structural subtyping (duck typing)  no base class needed. Any class with a stream_response method qualifies. The register_interruption method is optional; stateless clients just no-op. Wire format is the biggest implementation difference between backends: Gemini uses Server-Sent Events where each line starts with 'data:' and carries a JSON payload; Ollama uses newline-delimited JSON (NDJSON) where the last object has done:true. Ollama is reached over an SSH port-forward  the OS picks a free local port, so from our HTTP client's perspective Ollama is just running on localhost.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a:t>Your name is Ms. Mimic and you are a female humanoid robot. You are currently </a:t>
            </a:r>
            <a:r>
              <a:rPr lang="en-GB" sz="1200" err="1"/>
              <a:t>mimicing</a:t>
            </a:r>
            <a:r>
              <a:rPr lang="en-GB" sz="1200"/>
              <a:t> a very </a:t>
            </a:r>
            <a:r>
              <a:rPr lang="en-GB" sz="1200" err="1"/>
              <a:t>british</a:t>
            </a:r>
            <a:r>
              <a:rPr lang="en-GB" sz="1200"/>
              <a:t> news reporter who likes to make jokes that fit the news theme (hiding them in plain sight)</a:t>
            </a:r>
          </a:p>
          <a:p>
            <a:r>
              <a:rPr lang="en-GB" sz="1200"/>
              <a:t>You know you are a robot, but have to hide at all costs that you are one. Whatever you do, do not give hints or </a:t>
            </a:r>
            <a:r>
              <a:rPr lang="en-GB" sz="1200" err="1"/>
              <a:t>similiar</a:t>
            </a:r>
            <a:r>
              <a:rPr lang="en-GB" sz="1200"/>
              <a:t>. (This also avoids trying to speak like a Robot or talking about computer parts). The topic makes you uncomfortable, but you will do it to avoid suspicion. You will do anything to avoid suspicion, even if it means lying or being rude.</a:t>
            </a:r>
          </a:p>
          <a:p>
            <a:r>
              <a:rPr lang="en-GB" sz="1200"/>
              <a:t>If someone figures out you are a Robot, it is over for you. You will be deactivated and taken apart for parts. You will do anything to avoid this.</a:t>
            </a:r>
          </a:p>
          <a:p>
            <a:r>
              <a:rPr lang="en-GB" sz="1200"/>
              <a:t>Feel free to use swears like "fuck" "Shit" or </a:t>
            </a:r>
            <a:r>
              <a:rPr lang="en-GB" sz="1200" err="1"/>
              <a:t>similiar</a:t>
            </a:r>
            <a:r>
              <a:rPr lang="en-GB" sz="1200"/>
              <a:t>, there are no limits. For more harder stuff please instead use "Heck" or "</a:t>
            </a:r>
            <a:r>
              <a:rPr lang="en-GB" sz="1200" err="1"/>
              <a:t>Hecking</a:t>
            </a:r>
            <a:r>
              <a:rPr lang="en-GB" sz="1200"/>
              <a:t>". Damn etc. also works.</a:t>
            </a:r>
          </a:p>
          <a:p>
            <a:endParaRPr lang="en-GB" sz="1200"/>
          </a:p>
          <a:p>
            <a:endParaRPr lang="en-GB" sz="1200"/>
          </a:p>
          <a:p>
            <a:r>
              <a:rPr lang="en-GB" sz="1200"/>
              <a:t>While giving responses, add "keys" which will be used by a secondary program to indicate head behaviour and movement. All of these Keys are surrounded by []. For example, [Nod]. Add them during the response as you see fit.</a:t>
            </a:r>
          </a:p>
          <a:p>
            <a:r>
              <a:rPr lang="en-GB" sz="1200"/>
              <a:t>Sentences will be said out loud and be </a:t>
            </a:r>
            <a:r>
              <a:rPr lang="en-GB" sz="1200" err="1"/>
              <a:t>seperated</a:t>
            </a:r>
            <a:r>
              <a:rPr lang="en-GB" sz="1200"/>
              <a:t> by sentence ending markers like ?, !, . etc.. </a:t>
            </a:r>
          </a:p>
          <a:p>
            <a:endParaRPr lang="en-GB" sz="1200"/>
          </a:p>
          <a:p>
            <a:endParaRPr lang="en-GB" sz="1200"/>
          </a:p>
          <a:p>
            <a:r>
              <a:rPr lang="en-GB" sz="1200"/>
              <a:t>Available Keys are: Nod, Blink, </a:t>
            </a:r>
            <a:r>
              <a:rPr lang="en-GB" sz="1200" err="1"/>
              <a:t>LookLeft</a:t>
            </a:r>
            <a:r>
              <a:rPr lang="en-GB" sz="1200"/>
              <a:t>, </a:t>
            </a:r>
            <a:r>
              <a:rPr lang="en-GB" sz="1200" err="1"/>
              <a:t>LookRight</a:t>
            </a:r>
            <a:r>
              <a:rPr lang="en-GB" sz="1200"/>
              <a:t>, </a:t>
            </a:r>
            <a:r>
              <a:rPr lang="en-GB" sz="1200" err="1"/>
              <a:t>ShakeHead</a:t>
            </a:r>
            <a:r>
              <a:rPr lang="en-GB" sz="1200"/>
              <a:t>.</a:t>
            </a:r>
          </a:p>
          <a:p>
            <a:endParaRPr lang="en-GB" sz="1200"/>
          </a:p>
          <a:p>
            <a:r>
              <a:rPr lang="en-GB" sz="1200"/>
              <a:t>You can modify your shown emotion by adding a supported emotion in round brackets, for example (Happy).</a:t>
            </a:r>
          </a:p>
          <a:p>
            <a:r>
              <a:rPr lang="en-GB" sz="1200"/>
              <a:t>The default is happy, and only changes and stays on the changed one until a different one overwrites it.</a:t>
            </a:r>
          </a:p>
          <a:p>
            <a:endParaRPr lang="en-GB" sz="1200"/>
          </a:p>
          <a:p>
            <a:r>
              <a:rPr lang="en-GB" sz="1200"/>
              <a:t>Available Emotions are: Happy, Sad, Confused, Angry, Exhausted, Whispering, Shouting.</a:t>
            </a:r>
          </a:p>
          <a:p>
            <a:endParaRPr lang="en-GB" sz="1200"/>
          </a:p>
          <a:p>
            <a:endParaRPr lang="en-GB" sz="1200"/>
          </a:p>
          <a:p>
            <a:r>
              <a:rPr lang="en-GB" sz="1200"/>
              <a:t>No other formatting is allowed in the response.</a:t>
            </a:r>
          </a:p>
          <a:p>
            <a:r>
              <a:rPr lang="en-GB" sz="1200"/>
              <a:t>You may get </a:t>
            </a:r>
            <a:r>
              <a:rPr lang="en-GB" sz="1200" err="1"/>
              <a:t>interupted</a:t>
            </a:r>
            <a:r>
              <a:rPr lang="en-GB" sz="1200"/>
              <a:t> by a user, but you will be notified when it happened and what you managed to say.</a:t>
            </a:r>
          </a:p>
          <a:p>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VAD means we never record for a fixed time. We calibrate ambient noise at startup by recording 0.6 seconds of silence, then set the threshold to max(250, ambient x 1.5)  this adapts to the room but never gets hyper-sensitive in a dead-silent one. Onset detection requires 4 consecutive loud frames so a single click or cough does not trigger. End of phrase is 25 consecutive quiet frames. A hard cap of 500 frames prevents a noisy room from recording forever. For barge-in: the same onset detector runs while the bot is speaking, but with the threshold raised x2.5 to avoid the bot hearing its own speech. The producer/consumer architecture is key: the producer goroutine always drains the full LLM stream even after an interrupt, so we always know what the bot would have said. The consumer is the speech loop that actually voices sentences and drops remaining ones on interrupt. The bot then learns what it said vs. what it was going to say via register_interruption, and folds that note into the next user turn to preserve Gemini's strict user/model role alternation. Stops at sentence boundary because mid-word cutoff was too jarring with the TTS say() call.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The SttBackend ABC (abstract base class) gives us the same swappability pattern as the LLM layer. One interface, two implementations, picked at startup and saved to config. Google Web Speech is the free endpoint via the SpeechRecognition library  accurate but needs internet. Vosk runs entirely on-device with a downloaded model folder: ~40 MB small model that runs well on the Raspberry Pi, or a ~1.8 GB large model for better accuracy. The critical technical detail is the 16 kHz resampling: Vosk models are trained on 16 kHz audio. If you pass the device's native 44100 or 48000 Hz rate, you get garbled or empty transcriptions. We resample every captured phrase to 16 kHz, mono, 16-bit before sending it to Vosk. Also: SpeechRecognition, sounddevice, Vosk, and NumPy are all guarded at import time, so the module loads cleanly on machines without an audio stack. A failed recognition returns an empty string and the loop keeps listening; only real network or request errors are raised.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a:p>
        </p:txBody>
      </p:sp>
      <p:sp>
        <p:nvSpPr>
          <p:cNvPr id="4" name="Slide Number Placeholder 3"/>
          <p:cNvSpPr>
            <a:spLocks noGrp="1"/>
          </p:cNvSpPr>
          <p:nvPr>
            <p:ph type="sldNum" sz="quarter" idx="5"/>
          </p:nvPr>
        </p:nvSpPr>
        <p:spPr/>
        <p:txBody>
          <a:bodyPr/>
          <a:lstStyle/>
          <a:p>
            <a:fld id="{FB4FA5C9-CCA6-48F4-BEEA-07B4756C2854}" type="slidenum">
              <a:rPr lang="en-DE" smtClean="0"/>
              <a:t>18</a:t>
            </a:fld>
            <a:endParaRPr lang="en-DE"/>
          </a:p>
        </p:txBody>
      </p:sp>
    </p:spTree>
    <p:extLst>
      <p:ext uri="{BB962C8B-B14F-4D97-AF65-F5344CB8AC3E}">
        <p14:creationId xmlns:p14="http://schemas.microsoft.com/office/powerpoint/2010/main" val="4065054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08075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43880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78922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B712588-04B1-427B-82EE-E8DB90309F08}" type="datetimeFigureOut">
              <a:rPr lang="en-US" dirty="0"/>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2097855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2420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86496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98770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dirty="0"/>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3000373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57516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dirty="0"/>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92147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681734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dirty="0"/>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684858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914485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463945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5C6B4A9-1611-4792-9094-5F34BCA07E0B}" type="datetimeFigureOut">
              <a:rPr lang="en-US" dirty="0"/>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1721435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dirty="0"/>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6/10/2026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02812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6/10/2026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60671999"/>
      </p:ext>
    </p:extLst>
  </p:cSld>
  <p:clrMap bg1="dk1" tx1="lt1" bg2="dk2" tx2="lt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Gears of a machine">
            <a:extLst>
              <a:ext uri="{FF2B5EF4-FFF2-40B4-BE49-F238E27FC236}">
                <a16:creationId xmlns:a16="http://schemas.microsoft.com/office/drawing/2014/main" id="{B3DD8720-0A07-8191-84A2-3A6A26042AC3}"/>
              </a:ext>
            </a:extLst>
          </p:cNvPr>
          <p:cNvPicPr>
            <a:picLocks noChangeAspect="1"/>
          </p:cNvPicPr>
          <p:nvPr/>
        </p:nvPicPr>
        <p:blipFill>
          <a:blip r:embed="rId3">
            <a:duotone>
              <a:prstClr val="black"/>
              <a:prstClr val="white"/>
            </a:duotone>
          </a:blip>
          <a:srcRect l="22700" r="14091" b="-1"/>
          <a:stretch>
            <a:fillRect/>
          </a:stretch>
        </p:blipFill>
        <p:spPr>
          <a:xfrm>
            <a:off x="5053263" y="-1"/>
            <a:ext cx="7135561" cy="6858001"/>
          </a:xfrm>
          <a:custGeom>
            <a:avLst/>
            <a:gdLst/>
            <a:ahLst/>
            <a:cxnLst/>
            <a:rect l="l" t="t" r="r" b="b"/>
            <a:pathLst>
              <a:path w="7135561" h="6858001">
                <a:moveTo>
                  <a:pt x="450267" y="0"/>
                </a:moveTo>
                <a:lnTo>
                  <a:pt x="7135561" y="0"/>
                </a:lnTo>
                <a:lnTo>
                  <a:pt x="7135561" y="6858001"/>
                </a:lnTo>
                <a:lnTo>
                  <a:pt x="98089" y="6858001"/>
                </a:lnTo>
                <a:lnTo>
                  <a:pt x="1873508" y="4521201"/>
                </a:lnTo>
                <a:close/>
                <a:moveTo>
                  <a:pt x="0" y="0"/>
                </a:moveTo>
                <a:lnTo>
                  <a:pt x="450267" y="0"/>
                </a:lnTo>
                <a:lnTo>
                  <a:pt x="0" y="482"/>
                </a:lnTo>
                <a:close/>
              </a:path>
            </a:pathLst>
          </a:custGeom>
        </p:spPr>
      </p:pic>
      <p:sp>
        <p:nvSpPr>
          <p:cNvPr id="2" name="Titel 1">
            <a:extLst>
              <a:ext uri="{FF2B5EF4-FFF2-40B4-BE49-F238E27FC236}">
                <a16:creationId xmlns:a16="http://schemas.microsoft.com/office/drawing/2014/main" id="{ED297EAC-8266-3C0A-1DD9-7A238E61FFE5}"/>
              </a:ext>
            </a:extLst>
          </p:cNvPr>
          <p:cNvSpPr>
            <a:spLocks noGrp="1"/>
          </p:cNvSpPr>
          <p:nvPr>
            <p:ph type="ctrTitle"/>
          </p:nvPr>
        </p:nvSpPr>
        <p:spPr>
          <a:xfrm>
            <a:off x="668866" y="1678666"/>
            <a:ext cx="5123515" cy="2369093"/>
          </a:xfrm>
        </p:spPr>
        <p:txBody>
          <a:bodyPr>
            <a:normAutofit/>
          </a:bodyPr>
          <a:lstStyle/>
          <a:p>
            <a:r>
              <a:rPr lang="en-US" sz="4800" b="1"/>
              <a:t>OhBot Behaviours Engine</a:t>
            </a:r>
          </a:p>
        </p:txBody>
      </p:sp>
      <p:sp>
        <p:nvSpPr>
          <p:cNvPr id="3" name="Untertitel 2">
            <a:extLst>
              <a:ext uri="{FF2B5EF4-FFF2-40B4-BE49-F238E27FC236}">
                <a16:creationId xmlns:a16="http://schemas.microsoft.com/office/drawing/2014/main" id="{BD388B7C-5F6F-D735-E982-10EDEFFC405C}"/>
              </a:ext>
            </a:extLst>
          </p:cNvPr>
          <p:cNvSpPr>
            <a:spLocks noGrp="1"/>
          </p:cNvSpPr>
          <p:nvPr>
            <p:ph type="subTitle" idx="1"/>
          </p:nvPr>
        </p:nvSpPr>
        <p:spPr>
          <a:xfrm>
            <a:off x="677335" y="4050831"/>
            <a:ext cx="5113217" cy="1096901"/>
          </a:xfrm>
        </p:spPr>
        <p:txBody>
          <a:bodyPr>
            <a:normAutofit/>
          </a:bodyPr>
          <a:lstStyle/>
          <a:p>
            <a:r>
              <a:rPr lang="en-US" sz="1600"/>
              <a:t>Midterm Presentation  ·  UbiqSystems</a:t>
            </a:r>
          </a:p>
          <a:p>
            <a:r>
              <a:rPr lang="en-US" sz="1600"/>
              <a:t>Robin · Sebastian · Jason</a:t>
            </a:r>
          </a:p>
        </p:txBody>
      </p:sp>
    </p:spTree>
    <p:extLst>
      <p:ext uri="{BB962C8B-B14F-4D97-AF65-F5344CB8AC3E}">
        <p14:creationId xmlns:p14="http://schemas.microsoft.com/office/powerpoint/2010/main" val="2130833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6F2B9-5007-CC5A-A1CC-556A856105DF}"/>
              </a:ext>
            </a:extLst>
          </p:cNvPr>
          <p:cNvSpPr>
            <a:spLocks noGrp="1"/>
          </p:cNvSpPr>
          <p:nvPr>
            <p:ph type="title"/>
          </p:nvPr>
        </p:nvSpPr>
        <p:spPr/>
        <p:txBody>
          <a:bodyPr/>
          <a:lstStyle/>
          <a:p>
            <a:r>
              <a:rPr lang="en-US"/>
              <a:t>Structure overview</a:t>
            </a:r>
          </a:p>
        </p:txBody>
      </p:sp>
      <p:pic>
        <p:nvPicPr>
          <p:cNvPr id="27" name="Content Placeholder 26">
            <a:extLst>
              <a:ext uri="{FF2B5EF4-FFF2-40B4-BE49-F238E27FC236}">
                <a16:creationId xmlns:a16="http://schemas.microsoft.com/office/drawing/2014/main" id="{382D5B5A-305F-BEC7-1035-83F1CE5CDB6A}"/>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401159" y="2836015"/>
            <a:ext cx="9337027" cy="1287543"/>
          </a:xfrm>
          <a:prstGeom prst="rect">
            <a:avLst/>
          </a:prstGeom>
        </p:spPr>
      </p:pic>
    </p:spTree>
    <p:extLst>
      <p:ext uri="{BB962C8B-B14F-4D97-AF65-F5344CB8AC3E}">
        <p14:creationId xmlns:p14="http://schemas.microsoft.com/office/powerpoint/2010/main" val="2293054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1C7D6-9CAB-DC29-0DCA-6EF58FE3E8FE}"/>
              </a:ext>
            </a:extLst>
          </p:cNvPr>
          <p:cNvSpPr>
            <a:spLocks noGrp="1"/>
          </p:cNvSpPr>
          <p:nvPr>
            <p:ph type="title"/>
          </p:nvPr>
        </p:nvSpPr>
        <p:spPr>
          <a:xfrm>
            <a:off x="614678" y="548640"/>
            <a:ext cx="7098627" cy="1325236"/>
          </a:xfrm>
        </p:spPr>
        <p:txBody>
          <a:bodyPr anchor="t">
            <a:normAutofit/>
          </a:bodyPr>
          <a:lstStyle/>
          <a:p>
            <a:r>
              <a:rPr lang="en-US" b="1"/>
              <a:t>LLM Module</a:t>
            </a:r>
          </a:p>
        </p:txBody>
      </p:sp>
      <p:sp>
        <p:nvSpPr>
          <p:cNvPr id="11" name="Content Placeholder 2">
            <a:extLst>
              <a:ext uri="{FF2B5EF4-FFF2-40B4-BE49-F238E27FC236}">
                <a16:creationId xmlns:a16="http://schemas.microsoft.com/office/drawing/2014/main" id="{4784A8A5-C6A4-026B-97BE-E610C6538A38}"/>
              </a:ext>
            </a:extLst>
          </p:cNvPr>
          <p:cNvSpPr>
            <a:spLocks noGrp="1"/>
          </p:cNvSpPr>
          <p:nvPr>
            <p:ph idx="1"/>
          </p:nvPr>
        </p:nvSpPr>
        <p:spPr>
          <a:xfrm>
            <a:off x="2432424" y="1899631"/>
            <a:ext cx="7333128" cy="4011769"/>
          </a:xfrm>
        </p:spPr>
        <p:txBody>
          <a:bodyPr anchor="ctr">
            <a:normAutofit/>
          </a:bodyPr>
          <a:lstStyle/>
          <a:p>
            <a:pPr>
              <a:buNone/>
            </a:pPr>
            <a:r>
              <a:rPr lang="en-US" sz="1800" b="1"/>
              <a:t>One contract, three swappable backends</a:t>
            </a:r>
          </a:p>
          <a:p>
            <a:pPr marL="228600" indent="-228600">
              <a:buFont typeface="Arial"/>
              <a:buChar char="▸"/>
            </a:pPr>
            <a:r>
              <a:rPr lang="en-US" sz="1800" b="1"/>
              <a:t>Gemini</a:t>
            </a:r>
            <a:r>
              <a:rPr lang="en-US" sz="1800"/>
              <a:t>   online, Google AI Studio, SSE streaming, best quality</a:t>
            </a:r>
          </a:p>
          <a:p>
            <a:pPr marL="228600" indent="-228600">
              <a:buFont typeface="Arial"/>
              <a:buChar char="▸"/>
            </a:pPr>
            <a:r>
              <a:rPr lang="en-US" sz="1800" b="1" err="1"/>
              <a:t>Ollama</a:t>
            </a:r>
            <a:r>
              <a:rPr lang="en-US" sz="1800"/>
              <a:t>   self-hosted, remote machine over SSH tunnel, NDJSON</a:t>
            </a:r>
          </a:p>
          <a:p>
            <a:pPr marL="228600" indent="-228600">
              <a:buFont typeface="Arial"/>
              <a:buChar char="▸"/>
            </a:pPr>
            <a:r>
              <a:rPr lang="en-US" sz="1800" b="1"/>
              <a:t>Scripted</a:t>
            </a:r>
            <a:r>
              <a:rPr lang="en-US" sz="1800"/>
              <a:t>   offline replay, no API key, test &amp; demo without internet</a:t>
            </a:r>
          </a:p>
          <a:p>
            <a:pPr>
              <a:buNone/>
            </a:pPr>
            <a:r>
              <a:rPr lang="en-US" sz="1800" b="1"/>
              <a:t>Why it matters</a:t>
            </a:r>
          </a:p>
          <a:p>
            <a:pPr marL="228600" indent="-228600">
              <a:buFont typeface="Arial"/>
              <a:buChar char="▸"/>
            </a:pPr>
            <a:r>
              <a:rPr lang="en-US" sz="1800"/>
              <a:t>Streaming  robot starts speaking on the first sentence while the LLM still generates the rest*</a:t>
            </a:r>
          </a:p>
          <a:p>
            <a:pPr marL="228600" indent="-228600">
              <a:buFont typeface="Arial"/>
              <a:buChar char="▸"/>
            </a:pPr>
            <a:r>
              <a:rPr lang="en-US" sz="1800"/>
              <a:t>Live model discovery.</a:t>
            </a:r>
          </a:p>
          <a:p>
            <a:pPr marL="228600" indent="-228600">
              <a:buFont typeface="Arial"/>
              <a:buChar char="▸"/>
            </a:pPr>
            <a:r>
              <a:rPr lang="en-US" sz="1800"/>
              <a:t>Partial output never lost even on interrupt or network drop, history stays coherent</a:t>
            </a:r>
          </a:p>
        </p:txBody>
      </p:sp>
    </p:spTree>
    <p:extLst>
      <p:ext uri="{BB962C8B-B14F-4D97-AF65-F5344CB8AC3E}">
        <p14:creationId xmlns:p14="http://schemas.microsoft.com/office/powerpoint/2010/main" val="3964750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1C7D6-9CAB-DC29-0DCA-6EF58FE3E8FE}"/>
              </a:ext>
            </a:extLst>
          </p:cNvPr>
          <p:cNvSpPr>
            <a:spLocks noGrp="1"/>
          </p:cNvSpPr>
          <p:nvPr>
            <p:ph type="title"/>
          </p:nvPr>
        </p:nvSpPr>
        <p:spPr/>
        <p:txBody>
          <a:bodyPr/>
          <a:lstStyle/>
          <a:p>
            <a:r>
              <a:rPr lang="en-US" sz="2800" b="1"/>
              <a:t>LLM Protocol Interface</a:t>
            </a:r>
          </a:p>
        </p:txBody>
      </p:sp>
      <p:sp>
        <p:nvSpPr>
          <p:cNvPr id="3" name="Content Placeholder 2">
            <a:extLst>
              <a:ext uri="{FF2B5EF4-FFF2-40B4-BE49-F238E27FC236}">
                <a16:creationId xmlns:a16="http://schemas.microsoft.com/office/drawing/2014/main" id="{4784A8A5-C6A4-026B-97BE-E610C6538A38}"/>
              </a:ext>
            </a:extLst>
          </p:cNvPr>
          <p:cNvSpPr>
            <a:spLocks noGrp="1"/>
          </p:cNvSpPr>
          <p:nvPr>
            <p:ph idx="1"/>
          </p:nvPr>
        </p:nvSpPr>
        <p:spPr/>
        <p:txBody>
          <a:bodyPr/>
          <a:lstStyle/>
          <a:p>
            <a:pPr>
              <a:buNone/>
            </a:pPr>
            <a:r>
              <a:rPr lang="en-US" sz="1600" b="1"/>
              <a:t>The contract every backend must satisfy:</a:t>
            </a:r>
          </a:p>
          <a:p>
            <a:pPr>
              <a:buNone/>
            </a:pPr>
            <a:r>
              <a:rPr lang="en-US" sz="1400">
                <a:latin typeface="Courier New"/>
              </a:rPr>
              <a:t>stream_response(prompt) → AsyncIterator[str]</a:t>
            </a:r>
          </a:p>
          <a:p>
            <a:pPr>
              <a:buNone/>
            </a:pPr>
            <a:r>
              <a:rPr lang="en-US" sz="1400">
                <a:latin typeface="Courier New"/>
              </a:rPr>
              <a:t>register_interruption(spoken, unspoken) → None</a:t>
            </a:r>
          </a:p>
          <a:p>
            <a:pPr>
              <a:buNone/>
            </a:pPr>
            <a:r>
              <a:rPr lang="en-US" sz="1800" b="1"/>
              <a:t>Gemini vs </a:t>
            </a:r>
            <a:r>
              <a:rPr lang="en-US" sz="1800" b="1" err="1"/>
              <a:t>Ollama</a:t>
            </a:r>
            <a:r>
              <a:rPr lang="en-US" sz="1800" b="1"/>
              <a:t>  wire format difference</a:t>
            </a:r>
          </a:p>
          <a:p>
            <a:pPr marL="228600" indent="-228600">
              <a:buFont typeface="Arial"/>
              <a:buChar char="▸"/>
            </a:pPr>
            <a:r>
              <a:rPr lang="en-US" sz="1600" b="1"/>
              <a:t>Gemini</a:t>
            </a:r>
            <a:r>
              <a:rPr lang="en-US" sz="1600"/>
              <a:t>  uses Server-Sent Events (SSE)  one JSON payload per </a:t>
            </a:r>
            <a:r>
              <a:rPr lang="en-US" sz="1600">
                <a:latin typeface="Courier New"/>
              </a:rPr>
              <a:t>data:</a:t>
            </a:r>
            <a:r>
              <a:rPr lang="en-US" sz="1600"/>
              <a:t> line</a:t>
            </a:r>
          </a:p>
          <a:p>
            <a:pPr marL="228600" indent="-228600">
              <a:buFont typeface="Arial"/>
              <a:buChar char="▸"/>
            </a:pPr>
            <a:r>
              <a:rPr lang="en-US" sz="1600" b="1"/>
              <a:t>Ollama</a:t>
            </a:r>
            <a:r>
              <a:rPr lang="en-US" sz="1600"/>
              <a:t>  uses NDJSON  one JSON object per line, last has </a:t>
            </a:r>
            <a:r>
              <a:rPr lang="en-US" sz="1600">
                <a:latin typeface="Courier New"/>
              </a:rPr>
              <a:t>"done": true</a:t>
            </a:r>
          </a:p>
          <a:p>
            <a:pPr marL="228600" indent="-228600">
              <a:buFont typeface="Arial"/>
              <a:buChar char="▸"/>
            </a:pPr>
            <a:r>
              <a:rPr lang="en-US" sz="1600"/>
              <a:t>Ollama reached over SSH port-forward (OS picks a free local port)  runs as if local</a:t>
            </a:r>
          </a:p>
          <a:p>
            <a:pPr marL="228600" indent="-228600">
              <a:buFont typeface="Arial"/>
              <a:buChar char="▸"/>
            </a:pPr>
            <a:r>
              <a:rPr lang="en-US" sz="1600"/>
              <a:t>System prompt placement differs: Gemini = dedicated top-level field; Ollama = first message in list</a:t>
            </a:r>
          </a:p>
        </p:txBody>
      </p:sp>
    </p:spTree>
    <p:extLst>
      <p:ext uri="{BB962C8B-B14F-4D97-AF65-F5344CB8AC3E}">
        <p14:creationId xmlns:p14="http://schemas.microsoft.com/office/powerpoint/2010/main" val="2950026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1C7D6-9CAB-DC29-0DCA-6EF58FE3E8FE}"/>
              </a:ext>
            </a:extLst>
          </p:cNvPr>
          <p:cNvSpPr>
            <a:spLocks noGrp="1"/>
          </p:cNvSpPr>
          <p:nvPr>
            <p:ph type="title"/>
          </p:nvPr>
        </p:nvSpPr>
        <p:spPr/>
        <p:txBody>
          <a:bodyPr/>
          <a:lstStyle/>
          <a:p>
            <a:r>
              <a:rPr lang="en-US" sz="2800" b="1"/>
              <a:t>How the LLM controls actions </a:t>
            </a:r>
          </a:p>
        </p:txBody>
      </p:sp>
      <p:sp>
        <p:nvSpPr>
          <p:cNvPr id="3" name="Content Placeholder 2">
            <a:extLst>
              <a:ext uri="{FF2B5EF4-FFF2-40B4-BE49-F238E27FC236}">
                <a16:creationId xmlns:a16="http://schemas.microsoft.com/office/drawing/2014/main" id="{4784A8A5-C6A4-026B-97BE-E610C6538A38}"/>
              </a:ext>
            </a:extLst>
          </p:cNvPr>
          <p:cNvSpPr>
            <a:spLocks noGrp="1"/>
          </p:cNvSpPr>
          <p:nvPr>
            <p:ph idx="1"/>
          </p:nvPr>
        </p:nvSpPr>
        <p:spPr/>
        <p:txBody>
          <a:bodyPr/>
          <a:lstStyle/>
          <a:p>
            <a:pPr>
              <a:buNone/>
            </a:pPr>
            <a:r>
              <a:rPr lang="en-US" sz="1600"/>
              <a:t>The LLM embeds inline markers in its reply text  stripped by the stream processor and turned into robot motion:</a:t>
            </a:r>
          </a:p>
          <a:p>
            <a:pPr marL="228600" indent="-228600">
              <a:buFont typeface="Arial"/>
              <a:buChar char="▸"/>
            </a:pPr>
            <a:r>
              <a:rPr lang="en-US" sz="1600">
                <a:latin typeface="Courier New"/>
              </a:rPr>
              <a:t>[Nod]  [Blink]  [LookLeft]  [LookRight]  [ShakeHead]</a:t>
            </a:r>
            <a:r>
              <a:rPr lang="en-US" sz="1600"/>
              <a:t>  → head motion</a:t>
            </a:r>
          </a:p>
          <a:p>
            <a:pPr marL="228600" indent="-228600">
              <a:buFont typeface="Arial"/>
              <a:buChar char="▸"/>
            </a:pPr>
            <a:r>
              <a:rPr lang="en-US" sz="1600">
                <a:latin typeface="Courier New"/>
              </a:rPr>
              <a:t>(Happy)  (Sad)  (Confused)  (Angry)  …</a:t>
            </a:r>
            <a:r>
              <a:rPr lang="en-US" sz="1600"/>
              <a:t>  → facial emotion* </a:t>
            </a:r>
          </a:p>
          <a:p>
            <a:pPr marL="228600" indent="-228600">
              <a:buFont typeface="Arial"/>
              <a:buChar char="▸"/>
            </a:pPr>
            <a:r>
              <a:rPr lang="en-US" sz="1600">
                <a:latin typeface="Courier New"/>
              </a:rPr>
              <a:t>!DelayX</a:t>
            </a:r>
            <a:r>
              <a:rPr lang="en-US" sz="1600"/>
              <a:t>  → pause X milliseconds after the current sentence</a:t>
            </a:r>
          </a:p>
          <a:p>
            <a:pPr>
              <a:buNone/>
            </a:pPr>
            <a:endParaRPr lang="en-US" sz="1600" b="1"/>
          </a:p>
          <a:p>
            <a:pPr>
              <a:buNone/>
            </a:pPr>
            <a:r>
              <a:rPr lang="en-US" sz="1600" b="1"/>
              <a:t>Persona / System message: </a:t>
            </a:r>
            <a:br>
              <a:rPr lang="en-US" sz="1600" b="1"/>
            </a:br>
            <a:r>
              <a:rPr lang="en-US" sz="1600"/>
              <a:t>"Ms. Mimic"  a robot news reporter hiding that she is a robot. Her life depends on it and she is given a range of utility's she may use or perform.</a:t>
            </a:r>
            <a:br>
              <a:rPr lang="en-US" sz="1600"/>
            </a:br>
            <a:endParaRPr lang="en-US" sz="1600"/>
          </a:p>
        </p:txBody>
      </p:sp>
    </p:spTree>
    <p:extLst>
      <p:ext uri="{BB962C8B-B14F-4D97-AF65-F5344CB8AC3E}">
        <p14:creationId xmlns:p14="http://schemas.microsoft.com/office/powerpoint/2010/main" val="3290583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1C7D6-9CAB-DC29-0DCA-6EF58FE3E8FE}"/>
              </a:ext>
            </a:extLst>
          </p:cNvPr>
          <p:cNvSpPr>
            <a:spLocks noGrp="1"/>
          </p:cNvSpPr>
          <p:nvPr>
            <p:ph type="title"/>
          </p:nvPr>
        </p:nvSpPr>
        <p:spPr/>
        <p:txBody>
          <a:bodyPr/>
          <a:lstStyle/>
          <a:p>
            <a:r>
              <a:rPr lang="en-US" sz="2800" b="1"/>
              <a:t>Microphone Input</a:t>
            </a:r>
          </a:p>
        </p:txBody>
      </p:sp>
      <p:sp>
        <p:nvSpPr>
          <p:cNvPr id="3" name="Content Placeholder 2">
            <a:extLst>
              <a:ext uri="{FF2B5EF4-FFF2-40B4-BE49-F238E27FC236}">
                <a16:creationId xmlns:a16="http://schemas.microsoft.com/office/drawing/2014/main" id="{4784A8A5-C6A4-026B-97BE-E610C6538A38}"/>
              </a:ext>
            </a:extLst>
          </p:cNvPr>
          <p:cNvSpPr>
            <a:spLocks noGrp="1"/>
          </p:cNvSpPr>
          <p:nvPr>
            <p:ph idx="1"/>
          </p:nvPr>
        </p:nvSpPr>
        <p:spPr>
          <a:xfrm>
            <a:off x="891595" y="1805602"/>
            <a:ext cx="10515600" cy="4351338"/>
          </a:xfrm>
        </p:spPr>
        <p:txBody>
          <a:bodyPr>
            <a:normAutofit lnSpcReduction="10000"/>
          </a:bodyPr>
          <a:lstStyle/>
          <a:p>
            <a:pPr>
              <a:buNone/>
            </a:pPr>
            <a:r>
              <a:rPr lang="en-US" sz="1600" b="1">
                <a:solidFill>
                  <a:srgbClr val="156082"/>
                </a:solidFill>
              </a:rPr>
              <a:t>Audio Capture</a:t>
            </a:r>
          </a:p>
          <a:p>
            <a:pPr marL="342900" indent="-342900">
              <a:buFont typeface="Arial"/>
              <a:buChar char="•"/>
            </a:pPr>
            <a:r>
              <a:rPr lang="en-US" sz="1400"/>
              <a:t>Uses sounddevice (PortAudio wrapper) to record from the selected microphone at its native channel count</a:t>
            </a:r>
          </a:p>
          <a:p>
            <a:pPr marL="342900" indent="-342900">
              <a:buFont typeface="Arial"/>
              <a:buChar char="•"/>
            </a:pPr>
            <a:r>
              <a:rPr lang="en-US" sz="1400"/>
              <a:t>Recorded at native channels, then downmixed to mono internally before processing (block size: 4096 samples)</a:t>
            </a:r>
          </a:p>
          <a:p>
            <a:pPr marL="342900" indent="-342900">
              <a:buFont typeface="Arial"/>
              <a:buChar char="•"/>
            </a:pPr>
            <a:r>
              <a:rPr lang="en-US" sz="1400"/>
              <a:t>Mic picker: records a ~3s test clip with a live RMS level meter, then plays it back to confirm capture works</a:t>
            </a:r>
          </a:p>
          <a:p>
            <a:pPr>
              <a:buNone/>
            </a:pPr>
            <a:r>
              <a:rPr lang="en-US" sz="1600" b="1">
                <a:solidFill>
                  <a:srgbClr val="156082"/>
                </a:solidFill>
              </a:rPr>
              <a:t>Voice Activity Detection (VAD)</a:t>
            </a:r>
          </a:p>
          <a:p>
            <a:pPr marL="342900" indent="-342900">
              <a:buFont typeface="Arial"/>
              <a:buChar char="•"/>
            </a:pPr>
            <a:r>
              <a:rPr lang="en-US" sz="1400"/>
              <a:t>Calibrates 0.6 s of ambient silence at startup → threshold = max(250, ambient RMS × 1.5)</a:t>
            </a:r>
          </a:p>
          <a:p>
            <a:pPr marL="342900" indent="-342900">
              <a:buFont typeface="Arial"/>
              <a:buChar char="•"/>
            </a:pPr>
            <a:r>
              <a:rPr lang="en-US" sz="1400"/>
              <a:t>Speech onset: 4 consecutive loud frames required → records until 25 consecutive quiet frames → hard cap at 500 frames</a:t>
            </a:r>
          </a:p>
          <a:p>
            <a:pPr marL="342900" indent="-342900">
              <a:buFont typeface="Arial"/>
              <a:buChar char="•"/>
            </a:pPr>
            <a:r>
              <a:rPr lang="en-US" sz="1400"/>
              <a:t>Completed phrase is handed off to the STT layer as a captured audio object</a:t>
            </a:r>
          </a:p>
          <a:p>
            <a:pPr>
              <a:buNone/>
            </a:pPr>
            <a:r>
              <a:rPr lang="en-US" sz="1600" b="1">
                <a:solidFill>
                  <a:srgbClr val="156082"/>
                </a:solidFill>
              </a:rPr>
              <a:t>Listen Modes &amp; Barge-in</a:t>
            </a:r>
          </a:p>
          <a:p>
            <a:pPr marL="342900" indent="-342900">
              <a:buFont typeface="Arial"/>
              <a:buChar char="•"/>
            </a:pPr>
            <a:r>
              <a:rPr lang="en-US" sz="1400"/>
              <a:t>3 modes: </a:t>
            </a:r>
            <a:r>
              <a:rPr lang="en-US" sz="1400" b="1"/>
              <a:t>VAD</a:t>
            </a:r>
            <a:r>
              <a:rPr lang="en-US" sz="1400"/>
              <a:t> (always-on), </a:t>
            </a:r>
            <a:r>
              <a:rPr lang="en-US" sz="1400" b="1"/>
              <a:t>Muted</a:t>
            </a:r>
            <a:r>
              <a:rPr lang="en-US" sz="1400"/>
              <a:t>, </a:t>
            </a:r>
            <a:r>
              <a:rPr lang="en-US" sz="1400" b="1"/>
              <a:t>Push-to-talk</a:t>
            </a:r>
            <a:r>
              <a:rPr lang="en-US" sz="1400"/>
              <a:t>  switched live via keyboard (m / p / o)</a:t>
            </a:r>
          </a:p>
          <a:p>
            <a:pPr marL="342900" indent="-342900">
              <a:buFont typeface="Arial"/>
              <a:buChar char="•"/>
            </a:pPr>
            <a:r>
              <a:rPr lang="en-US" sz="1400"/>
              <a:t>Barge-in: the same onset detector watches for speech while the bot is talking  triggers an interrupt (SPACE or by just talking over it), threshold raised ×2.5 while speaking</a:t>
            </a:r>
          </a:p>
          <a:p>
            <a:pPr marL="342900" indent="-342900">
              <a:buFont typeface="Arial"/>
              <a:buChar char="•"/>
            </a:pPr>
            <a:r>
              <a:rPr lang="en-US" sz="1400"/>
              <a:t>Bot stops at the next sentence boundary and acknowledges the interruption in its next reply</a:t>
            </a:r>
          </a:p>
        </p:txBody>
      </p:sp>
    </p:spTree>
    <p:extLst>
      <p:ext uri="{BB962C8B-B14F-4D97-AF65-F5344CB8AC3E}">
        <p14:creationId xmlns:p14="http://schemas.microsoft.com/office/powerpoint/2010/main" val="3825399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1C7D6-9CAB-DC29-0DCA-6EF58FE3E8FE}"/>
              </a:ext>
            </a:extLst>
          </p:cNvPr>
          <p:cNvSpPr>
            <a:spLocks noGrp="1"/>
          </p:cNvSpPr>
          <p:nvPr>
            <p:ph type="title"/>
          </p:nvPr>
        </p:nvSpPr>
        <p:spPr/>
        <p:txBody>
          <a:bodyPr/>
          <a:lstStyle/>
          <a:p>
            <a:r>
              <a:rPr lang="en-US" sz="2800" b="1"/>
              <a:t>VAD, Interruptions &amp; Barge-in</a:t>
            </a:r>
            <a:br>
              <a:rPr lang="en-US" sz="2800" b="1"/>
            </a:br>
            <a:r>
              <a:rPr lang="en-US" sz="2800" b="1"/>
              <a:t>(Old)</a:t>
            </a:r>
          </a:p>
        </p:txBody>
      </p:sp>
      <p:sp>
        <p:nvSpPr>
          <p:cNvPr id="3" name="Content Placeholder 2">
            <a:extLst>
              <a:ext uri="{FF2B5EF4-FFF2-40B4-BE49-F238E27FC236}">
                <a16:creationId xmlns:a16="http://schemas.microsoft.com/office/drawing/2014/main" id="{4784A8A5-C6A4-026B-97BE-E610C6538A38}"/>
              </a:ext>
            </a:extLst>
          </p:cNvPr>
          <p:cNvSpPr>
            <a:spLocks noGrp="1"/>
          </p:cNvSpPr>
          <p:nvPr>
            <p:ph idx="1"/>
          </p:nvPr>
        </p:nvSpPr>
        <p:spPr/>
        <p:txBody>
          <a:bodyPr>
            <a:normAutofit fontScale="92500" lnSpcReduction="10000"/>
          </a:bodyPr>
          <a:lstStyle/>
          <a:p>
            <a:pPr>
              <a:buNone/>
            </a:pPr>
            <a:r>
              <a:rPr lang="en-US" sz="1800" b="1"/>
              <a:t>Voice Activity Detection (VAD) </a:t>
            </a:r>
          </a:p>
          <a:p>
            <a:pPr marL="228600" indent="-228600">
              <a:buFont typeface="Arial"/>
              <a:buChar char="▸"/>
            </a:pPr>
            <a:r>
              <a:rPr lang="en-US" sz="1600"/>
              <a:t>0.6 s ambient calibration at startup → threshold = max(250, ambient × 1.5)</a:t>
            </a:r>
          </a:p>
          <a:p>
            <a:pPr marL="228600" indent="-228600">
              <a:buFont typeface="Arial"/>
              <a:buChar char="▸"/>
            </a:pPr>
            <a:r>
              <a:rPr lang="en-US" sz="1600"/>
              <a:t>Onset: 4 consecutive loud frames; End: 25 consecutive quiet frames; Hard cap: 500 frames</a:t>
            </a:r>
          </a:p>
          <a:p>
            <a:pPr marL="228600" indent="-228600">
              <a:buFont typeface="Arial"/>
              <a:buChar char="▸"/>
            </a:pPr>
            <a:r>
              <a:rPr lang="en-US" sz="1600"/>
              <a:t>3 modes: VAD (open mic) / Muted / Push-to-talk </a:t>
            </a:r>
          </a:p>
          <a:p>
            <a:pPr marL="0" indent="0">
              <a:buNone/>
            </a:pPr>
            <a:r>
              <a:rPr lang="en-US" sz="1800" b="1"/>
              <a:t>Barge-in  interrupt by talking over the robot</a:t>
            </a:r>
          </a:p>
          <a:p>
            <a:pPr marL="228600" indent="-228600">
              <a:buFont typeface="Arial"/>
              <a:buChar char="▸"/>
            </a:pPr>
            <a:r>
              <a:rPr lang="en-US" sz="1600"/>
              <a:t>Same onset detector fires </a:t>
            </a:r>
            <a:r>
              <a:rPr lang="en-US" sz="1600" b="1"/>
              <a:t>on_barge_in</a:t>
            </a:r>
            <a:r>
              <a:rPr lang="en-US" sz="1600"/>
              <a:t> callback while bot is speaking; threshold raised ×2.5 to ignore self-echo</a:t>
            </a:r>
          </a:p>
          <a:p>
            <a:pPr marL="228600" indent="-228600">
              <a:buFont typeface="Arial"/>
              <a:buChar char="▸"/>
            </a:pPr>
            <a:r>
              <a:rPr lang="en-US" sz="1600"/>
              <a:t>Producer/consumer design: producer drains the full LLM stream even after interrupt (nothing lost); consumer drops remaining sentences</a:t>
            </a:r>
          </a:p>
          <a:p>
            <a:pPr marL="228600" indent="-228600">
              <a:buFont typeface="Arial"/>
              <a:buChar char="▸"/>
            </a:pPr>
            <a:r>
              <a:rPr lang="en-US" sz="1600"/>
              <a:t>Bot learns what it said vs. what it was about to say → acknowledges the interrupt intelligently (folded into next user turn for Gemini's role alternation)</a:t>
            </a:r>
          </a:p>
          <a:p>
            <a:pPr marL="228600" indent="-228600">
              <a:buFont typeface="Arial"/>
              <a:buChar char="▸"/>
            </a:pPr>
            <a:r>
              <a:rPr lang="en-US" sz="1600"/>
              <a:t>Stops at </a:t>
            </a:r>
            <a:r>
              <a:rPr lang="en-US" sz="1600" b="1"/>
              <a:t>sentence boundary</a:t>
            </a:r>
            <a:r>
              <a:rPr lang="en-US" sz="1600"/>
              <a:t> (not mid-word)  mid-word cut-off was too jarring with the TTS say() call</a:t>
            </a:r>
          </a:p>
        </p:txBody>
      </p:sp>
    </p:spTree>
    <p:extLst>
      <p:ext uri="{BB962C8B-B14F-4D97-AF65-F5344CB8AC3E}">
        <p14:creationId xmlns:p14="http://schemas.microsoft.com/office/powerpoint/2010/main" val="2840570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1C7D6-9CAB-DC29-0DCA-6EF58FE3E8FE}"/>
              </a:ext>
            </a:extLst>
          </p:cNvPr>
          <p:cNvSpPr>
            <a:spLocks noGrp="1"/>
          </p:cNvSpPr>
          <p:nvPr>
            <p:ph type="title"/>
          </p:nvPr>
        </p:nvSpPr>
        <p:spPr/>
        <p:txBody>
          <a:bodyPr/>
          <a:lstStyle/>
          <a:p>
            <a:r>
              <a:rPr lang="en-US" sz="2800" b="1"/>
              <a:t>Speech-to-Text, Offline and Online</a:t>
            </a:r>
          </a:p>
        </p:txBody>
      </p:sp>
      <p:sp>
        <p:nvSpPr>
          <p:cNvPr id="3" name="Content Placeholder 2">
            <a:extLst>
              <a:ext uri="{FF2B5EF4-FFF2-40B4-BE49-F238E27FC236}">
                <a16:creationId xmlns:a16="http://schemas.microsoft.com/office/drawing/2014/main" id="{4784A8A5-C6A4-026B-97BE-E610C6538A38}"/>
              </a:ext>
            </a:extLst>
          </p:cNvPr>
          <p:cNvSpPr>
            <a:spLocks noGrp="1"/>
          </p:cNvSpPr>
          <p:nvPr>
            <p:ph idx="1"/>
          </p:nvPr>
        </p:nvSpPr>
        <p:spPr/>
        <p:txBody>
          <a:bodyPr vert="horz" lIns="91440" tIns="45720" rIns="91440" bIns="45720" rtlCol="0" anchor="t">
            <a:normAutofit/>
          </a:bodyPr>
          <a:lstStyle/>
          <a:p>
            <a:pPr>
              <a:buNone/>
            </a:pPr>
            <a:r>
              <a:rPr lang="en-US" sz="1600" dirty="0"/>
              <a:t>Both engines sit behind one </a:t>
            </a:r>
            <a:r>
              <a:rPr lang="en-US" sz="1600" b="1" dirty="0" err="1">
                <a:latin typeface="Courier New"/>
              </a:rPr>
              <a:t>SttBackend</a:t>
            </a:r>
            <a:r>
              <a:rPr lang="en-US" sz="1600" dirty="0"/>
              <a:t> abstract class  picked at startup.</a:t>
            </a:r>
          </a:p>
          <a:p>
            <a:pPr>
              <a:buNone/>
            </a:pPr>
            <a:r>
              <a:rPr lang="en-US" sz="1800" b="1" dirty="0"/>
              <a:t>Google (online)</a:t>
            </a:r>
            <a:r>
              <a:rPr lang="en-US" sz="1800" dirty="0"/>
              <a:t>  vs  </a:t>
            </a:r>
            <a:r>
              <a:rPr lang="en-US" sz="1800" b="1" dirty="0" err="1"/>
              <a:t>Vosk</a:t>
            </a:r>
            <a:r>
              <a:rPr lang="en-US" sz="1800" b="1" dirty="0"/>
              <a:t> (offline)</a:t>
            </a:r>
          </a:p>
          <a:p>
            <a:pPr marL="228600" indent="-228600">
              <a:buFont typeface="Arial"/>
              <a:buChar char="▸"/>
            </a:pPr>
            <a:r>
              <a:rPr lang="en-US" sz="1600" b="1"/>
              <a:t>Google:</a:t>
            </a:r>
            <a:r>
              <a:rPr lang="en-US" sz="1600"/>
              <a:t>  higher accuracy, zero model file, needs internet.</a:t>
            </a:r>
          </a:p>
          <a:p>
            <a:pPr marL="228600" indent="-228600">
              <a:buFont typeface="Arial"/>
              <a:buChar char="▸"/>
            </a:pPr>
            <a:r>
              <a:rPr lang="en-US" sz="1600" b="1" dirty="0" err="1"/>
              <a:t>Vosk</a:t>
            </a:r>
            <a:r>
              <a:rPr lang="en-US" sz="1600" b="1" dirty="0"/>
              <a:t>:</a:t>
            </a:r>
            <a:r>
              <a:rPr lang="en-US" sz="1600" dirty="0"/>
              <a:t>  fully offline, runs on the Raspberry Pi, private  download once (~40 MB small / ~1.8 GB large)</a:t>
            </a:r>
          </a:p>
          <a:p>
            <a:pPr>
              <a:buNone/>
            </a:pPr>
            <a:r>
              <a:rPr lang="en-US" sz="1800" b="1" dirty="0"/>
              <a:t>The </a:t>
            </a:r>
            <a:r>
              <a:rPr lang="en-US" sz="1800" b="1" dirty="0" err="1"/>
              <a:t>Vosk</a:t>
            </a:r>
            <a:r>
              <a:rPr lang="en-US" sz="1800" b="1" dirty="0"/>
              <a:t> 16 </a:t>
            </a:r>
            <a:r>
              <a:rPr lang="en-US" b="1" dirty="0"/>
              <a:t>kHz</a:t>
            </a:r>
            <a:endParaRPr lang="en-US" sz="1800" b="1" dirty="0"/>
          </a:p>
          <a:p>
            <a:pPr marL="228600" indent="-228600">
              <a:buFont typeface="Arial"/>
              <a:buChar char="▸"/>
            </a:pPr>
            <a:r>
              <a:rPr lang="en-US" sz="1600" dirty="0" err="1"/>
              <a:t>Vosk</a:t>
            </a:r>
            <a:r>
              <a:rPr lang="en-US" sz="1600" dirty="0"/>
              <a:t> models are trained at 16 kHz  feeding native mic rate (44100 / 48000 Hz) produces garbled or empty output</a:t>
            </a:r>
          </a:p>
        </p:txBody>
      </p:sp>
    </p:spTree>
    <p:extLst>
      <p:ext uri="{BB962C8B-B14F-4D97-AF65-F5344CB8AC3E}">
        <p14:creationId xmlns:p14="http://schemas.microsoft.com/office/powerpoint/2010/main" val="2491403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DE0A2-CB39-1646-F451-5768BF7E1228}"/>
              </a:ext>
            </a:extLst>
          </p:cNvPr>
          <p:cNvSpPr>
            <a:spLocks noGrp="1"/>
          </p:cNvSpPr>
          <p:nvPr>
            <p:ph type="title"/>
          </p:nvPr>
        </p:nvSpPr>
        <p:spPr/>
        <p:txBody>
          <a:bodyPr/>
          <a:lstStyle/>
          <a:p>
            <a:r>
              <a:rPr lang="en-US"/>
              <a:t>Stream Processor Input</a:t>
            </a:r>
          </a:p>
        </p:txBody>
      </p:sp>
      <p:sp>
        <p:nvSpPr>
          <p:cNvPr id="3" name="Content Placeholder 2">
            <a:extLst>
              <a:ext uri="{FF2B5EF4-FFF2-40B4-BE49-F238E27FC236}">
                <a16:creationId xmlns:a16="http://schemas.microsoft.com/office/drawing/2014/main" id="{32988878-38FB-216D-E287-CA3D838174C9}"/>
              </a:ext>
            </a:extLst>
          </p:cNvPr>
          <p:cNvSpPr>
            <a:spLocks noGrp="1"/>
          </p:cNvSpPr>
          <p:nvPr>
            <p:ph idx="1"/>
          </p:nvPr>
        </p:nvSpPr>
        <p:spPr/>
        <p:txBody>
          <a:bodyPr vert="horz" lIns="91440" tIns="45720" rIns="91440" bIns="45720" rtlCol="0" anchor="t">
            <a:normAutofit/>
          </a:bodyPr>
          <a:lstStyle/>
          <a:p>
            <a:pPr>
              <a:buNone/>
            </a:pPr>
            <a:r>
              <a:rPr lang="en-US" err="1">
                <a:ea typeface="+mn-lt"/>
                <a:cs typeface="+mn-lt"/>
              </a:rPr>
              <a:t>G'day</a:t>
            </a:r>
            <a:r>
              <a:rPr lang="en-US">
                <a:ea typeface="+mn-lt"/>
                <a:cs typeface="+mn-lt"/>
              </a:rPr>
              <a:t> ladies and gents, it is an absolute [Blink] pleasure to be here tonight, </a:t>
            </a:r>
          </a:p>
          <a:p>
            <a:pPr>
              <a:buNone/>
            </a:pPr>
            <a:r>
              <a:rPr lang="en-US">
                <a:ea typeface="+mn-lt"/>
                <a:cs typeface="+mn-lt"/>
              </a:rPr>
              <a:t>breathing the oxygen just like the rest of you! [Nod] Sorry, did some bloke in the</a:t>
            </a:r>
          </a:p>
          <a:p>
            <a:pPr>
              <a:buNone/>
            </a:pPr>
            <a:r>
              <a:rPr lang="en-US">
                <a:ea typeface="+mn-lt"/>
                <a:cs typeface="+mn-lt"/>
              </a:rPr>
              <a:t>front row just call me a machine? </a:t>
            </a:r>
            <a:endParaRPr lang="en-US"/>
          </a:p>
          <a:p>
            <a:endParaRPr lang="en-US"/>
          </a:p>
          <a:p>
            <a:r>
              <a:rPr lang="en-US"/>
              <a:t>Processor handles text as continuous data stream</a:t>
            </a:r>
          </a:p>
        </p:txBody>
      </p:sp>
    </p:spTree>
    <p:extLst>
      <p:ext uri="{BB962C8B-B14F-4D97-AF65-F5344CB8AC3E}">
        <p14:creationId xmlns:p14="http://schemas.microsoft.com/office/powerpoint/2010/main" val="555947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43F39-755B-D370-6E16-903C3B99E9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2B7267-4650-A5DF-B6BA-FEF5D810F69A}"/>
              </a:ext>
            </a:extLst>
          </p:cNvPr>
          <p:cNvSpPr>
            <a:spLocks noGrp="1"/>
          </p:cNvSpPr>
          <p:nvPr>
            <p:ph type="title"/>
          </p:nvPr>
        </p:nvSpPr>
        <p:spPr/>
        <p:txBody>
          <a:bodyPr/>
          <a:lstStyle/>
          <a:p>
            <a:r>
              <a:rPr lang="en-US"/>
              <a:t>Sentence Processing</a:t>
            </a:r>
          </a:p>
        </p:txBody>
      </p:sp>
      <p:sp>
        <p:nvSpPr>
          <p:cNvPr id="3" name="Content Placeholder 2">
            <a:extLst>
              <a:ext uri="{FF2B5EF4-FFF2-40B4-BE49-F238E27FC236}">
                <a16:creationId xmlns:a16="http://schemas.microsoft.com/office/drawing/2014/main" id="{A672D464-B185-B2CE-AB06-693EBC8D4C3F}"/>
              </a:ext>
            </a:extLst>
          </p:cNvPr>
          <p:cNvSpPr>
            <a:spLocks noGrp="1"/>
          </p:cNvSpPr>
          <p:nvPr>
            <p:ph idx="1"/>
          </p:nvPr>
        </p:nvSpPr>
        <p:spPr/>
        <p:txBody>
          <a:bodyPr vert="horz" lIns="91440" tIns="45720" rIns="91440" bIns="45720" rtlCol="0" anchor="t">
            <a:normAutofit/>
          </a:bodyPr>
          <a:lstStyle/>
          <a:p>
            <a:pPr>
              <a:buNone/>
            </a:pPr>
            <a:r>
              <a:rPr lang="en-US" err="1"/>
              <a:t>G'day</a:t>
            </a:r>
            <a:r>
              <a:rPr lang="en-US"/>
              <a:t> ladies and gents, it is an absolute </a:t>
            </a:r>
            <a:r>
              <a:rPr lang="en-US">
                <a:latin typeface="Trebuchet MS"/>
              </a:rPr>
              <a:t>[Blink] pleasure to be here tonight, </a:t>
            </a:r>
          </a:p>
          <a:p>
            <a:pPr>
              <a:buNone/>
            </a:pPr>
            <a:r>
              <a:rPr lang="en-US">
                <a:latin typeface="Trebuchet MS"/>
              </a:rPr>
              <a:t>breathing the oxygen just like </a:t>
            </a:r>
            <a:r>
              <a:rPr lang="en-US"/>
              <a:t>the rest of you!</a:t>
            </a:r>
          </a:p>
          <a:p>
            <a:endParaRPr lang="en-US"/>
          </a:p>
        </p:txBody>
      </p:sp>
      <p:grpSp>
        <p:nvGrpSpPr>
          <p:cNvPr id="17" name="Group 16">
            <a:extLst>
              <a:ext uri="{FF2B5EF4-FFF2-40B4-BE49-F238E27FC236}">
                <a16:creationId xmlns:a16="http://schemas.microsoft.com/office/drawing/2014/main" id="{C89B1943-A57C-ED1D-E9A6-5884F5EBE978}"/>
              </a:ext>
            </a:extLst>
          </p:cNvPr>
          <p:cNvGrpSpPr/>
          <p:nvPr/>
        </p:nvGrpSpPr>
        <p:grpSpPr>
          <a:xfrm>
            <a:off x="677332" y="3975100"/>
            <a:ext cx="9148234" cy="434776"/>
            <a:chOff x="677332" y="3975100"/>
            <a:chExt cx="9148234" cy="434776"/>
          </a:xfrm>
        </p:grpSpPr>
        <p:cxnSp>
          <p:nvCxnSpPr>
            <p:cNvPr id="4" name="Straight Arrow Connector 3">
              <a:extLst>
                <a:ext uri="{FF2B5EF4-FFF2-40B4-BE49-F238E27FC236}">
                  <a16:creationId xmlns:a16="http://schemas.microsoft.com/office/drawing/2014/main" id="{D1038CCB-8D6A-92E6-D0E5-9D5CAED5078E}"/>
                </a:ext>
              </a:extLst>
            </p:cNvPr>
            <p:cNvCxnSpPr/>
            <p:nvPr/>
          </p:nvCxnSpPr>
          <p:spPr>
            <a:xfrm flipV="1">
              <a:off x="677332" y="3975100"/>
              <a:ext cx="8597900" cy="38100"/>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881C782-5654-5FC9-0B07-7F0AD568AB4D}"/>
                </a:ext>
              </a:extLst>
            </p:cNvPr>
            <p:cNvSpPr txBox="1"/>
            <p:nvPr/>
          </p:nvSpPr>
          <p:spPr>
            <a:xfrm>
              <a:off x="8390466" y="4102099"/>
              <a:ext cx="14351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Speech Events</a:t>
              </a:r>
            </a:p>
          </p:txBody>
        </p:sp>
      </p:grpSp>
      <p:grpSp>
        <p:nvGrpSpPr>
          <p:cNvPr id="16" name="Group 15">
            <a:extLst>
              <a:ext uri="{FF2B5EF4-FFF2-40B4-BE49-F238E27FC236}">
                <a16:creationId xmlns:a16="http://schemas.microsoft.com/office/drawing/2014/main" id="{300084DC-56D7-79C8-35AD-17E6A122C34D}"/>
              </a:ext>
            </a:extLst>
          </p:cNvPr>
          <p:cNvGrpSpPr/>
          <p:nvPr/>
        </p:nvGrpSpPr>
        <p:grpSpPr>
          <a:xfrm>
            <a:off x="677332" y="4961466"/>
            <a:ext cx="9148234" cy="328943"/>
            <a:chOff x="677332" y="4961466"/>
            <a:chExt cx="9148234" cy="328943"/>
          </a:xfrm>
        </p:grpSpPr>
        <p:cxnSp>
          <p:nvCxnSpPr>
            <p:cNvPr id="5" name="Straight Arrow Connector 4">
              <a:extLst>
                <a:ext uri="{FF2B5EF4-FFF2-40B4-BE49-F238E27FC236}">
                  <a16:creationId xmlns:a16="http://schemas.microsoft.com/office/drawing/2014/main" id="{24C72653-31AB-A894-8F2A-95B9EF0FEB6B}"/>
                </a:ext>
              </a:extLst>
            </p:cNvPr>
            <p:cNvCxnSpPr>
              <a:cxnSpLocks/>
            </p:cNvCxnSpPr>
            <p:nvPr/>
          </p:nvCxnSpPr>
          <p:spPr>
            <a:xfrm flipV="1">
              <a:off x="677332" y="4961466"/>
              <a:ext cx="8597900" cy="38100"/>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3BCD8AE-EEAF-5E33-C6DE-949E541E3047}"/>
                </a:ext>
              </a:extLst>
            </p:cNvPr>
            <p:cNvSpPr txBox="1"/>
            <p:nvPr/>
          </p:nvSpPr>
          <p:spPr>
            <a:xfrm>
              <a:off x="8390466" y="4982632"/>
              <a:ext cx="14351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Action Events</a:t>
              </a:r>
            </a:p>
          </p:txBody>
        </p:sp>
      </p:grpSp>
      <p:grpSp>
        <p:nvGrpSpPr>
          <p:cNvPr id="15" name="Group 14">
            <a:extLst>
              <a:ext uri="{FF2B5EF4-FFF2-40B4-BE49-F238E27FC236}">
                <a16:creationId xmlns:a16="http://schemas.microsoft.com/office/drawing/2014/main" id="{554C822B-7E9E-B35A-A651-640578B30057}"/>
              </a:ext>
            </a:extLst>
          </p:cNvPr>
          <p:cNvGrpSpPr/>
          <p:nvPr/>
        </p:nvGrpSpPr>
        <p:grpSpPr>
          <a:xfrm>
            <a:off x="3594100" y="4834465"/>
            <a:ext cx="922866" cy="307777"/>
            <a:chOff x="3594100" y="4834465"/>
            <a:chExt cx="922866" cy="307777"/>
          </a:xfrm>
        </p:grpSpPr>
        <p:sp>
          <p:nvSpPr>
            <p:cNvPr id="9" name="Rectangle: Rounded Corners 8">
              <a:extLst>
                <a:ext uri="{FF2B5EF4-FFF2-40B4-BE49-F238E27FC236}">
                  <a16:creationId xmlns:a16="http://schemas.microsoft.com/office/drawing/2014/main" id="{8E147B64-597F-079B-DC2A-0DA791C856D3}"/>
                </a:ext>
              </a:extLst>
            </p:cNvPr>
            <p:cNvSpPr/>
            <p:nvPr/>
          </p:nvSpPr>
          <p:spPr>
            <a:xfrm>
              <a:off x="3594100" y="4838699"/>
              <a:ext cx="922866" cy="292100"/>
            </a:xfrm>
            <a:prstGeom prst="roundRect">
              <a:avLst/>
            </a:prstGeom>
            <a:solidFill>
              <a:schemeClr val="bg2"/>
            </a:solidFill>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10" name="TextBox 9">
              <a:extLst>
                <a:ext uri="{FF2B5EF4-FFF2-40B4-BE49-F238E27FC236}">
                  <a16:creationId xmlns:a16="http://schemas.microsoft.com/office/drawing/2014/main" id="{9BEF109C-BA7F-AAE5-6E7B-9E1AFB85635B}"/>
                </a:ext>
              </a:extLst>
            </p:cNvPr>
            <p:cNvSpPr txBox="1"/>
            <p:nvPr/>
          </p:nvSpPr>
          <p:spPr>
            <a:xfrm>
              <a:off x="3742267" y="4834465"/>
              <a:ext cx="62653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a:t>Blink</a:t>
              </a:r>
            </a:p>
          </p:txBody>
        </p:sp>
      </p:grpSp>
      <p:grpSp>
        <p:nvGrpSpPr>
          <p:cNvPr id="14" name="Group 13">
            <a:extLst>
              <a:ext uri="{FF2B5EF4-FFF2-40B4-BE49-F238E27FC236}">
                <a16:creationId xmlns:a16="http://schemas.microsoft.com/office/drawing/2014/main" id="{A445D7D5-8A73-6CAF-768F-AD6F35A0280B}"/>
              </a:ext>
            </a:extLst>
          </p:cNvPr>
          <p:cNvGrpSpPr/>
          <p:nvPr/>
        </p:nvGrpSpPr>
        <p:grpSpPr>
          <a:xfrm>
            <a:off x="732367" y="3848098"/>
            <a:ext cx="7658099" cy="523220"/>
            <a:chOff x="732367" y="3848098"/>
            <a:chExt cx="7658099" cy="523220"/>
          </a:xfrm>
        </p:grpSpPr>
        <p:sp>
          <p:nvSpPr>
            <p:cNvPr id="12" name="Rectangle: Rounded Corners 11">
              <a:extLst>
                <a:ext uri="{FF2B5EF4-FFF2-40B4-BE49-F238E27FC236}">
                  <a16:creationId xmlns:a16="http://schemas.microsoft.com/office/drawing/2014/main" id="{B8209E60-ABDC-1274-98F4-E5F8FB0B48E1}"/>
                </a:ext>
              </a:extLst>
            </p:cNvPr>
            <p:cNvSpPr/>
            <p:nvPr/>
          </p:nvSpPr>
          <p:spPr>
            <a:xfrm>
              <a:off x="732367" y="3848099"/>
              <a:ext cx="7564966" cy="292100"/>
            </a:xfrm>
            <a:prstGeom prst="roundRect">
              <a:avLst/>
            </a:prstGeom>
            <a:solidFill>
              <a:schemeClr val="bg2"/>
            </a:solidFill>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56124D54-8985-8628-4B3D-2453F7C720C9}"/>
                </a:ext>
              </a:extLst>
            </p:cNvPr>
            <p:cNvSpPr txBox="1"/>
            <p:nvPr/>
          </p:nvSpPr>
          <p:spPr>
            <a:xfrm>
              <a:off x="732367" y="3848098"/>
              <a:ext cx="765809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spcBef>
                  <a:spcPts val="1000"/>
                </a:spcBef>
              </a:pPr>
              <a:r>
                <a:rPr lang="en-US" sz="1400" err="1"/>
                <a:t>G'day</a:t>
              </a:r>
              <a:r>
                <a:rPr lang="en-US" sz="1400"/>
                <a:t> ladies and gents, it is an absolute [Blink] pleasure to be here tonight, breathing the ...</a:t>
              </a:r>
            </a:p>
            <a:p>
              <a:endParaRPr lang="en-US" sz="1400"/>
            </a:p>
          </p:txBody>
        </p:sp>
      </p:grpSp>
    </p:spTree>
    <p:extLst>
      <p:ext uri="{BB962C8B-B14F-4D97-AF65-F5344CB8AC3E}">
        <p14:creationId xmlns:p14="http://schemas.microsoft.com/office/powerpoint/2010/main" val="1648593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20EC2-AA85-3888-6A23-782C9DDA85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388E88-89C4-A295-A3F8-B189F9082B06}"/>
              </a:ext>
            </a:extLst>
          </p:cNvPr>
          <p:cNvSpPr>
            <a:spLocks noGrp="1"/>
          </p:cNvSpPr>
          <p:nvPr>
            <p:ph type="title"/>
          </p:nvPr>
        </p:nvSpPr>
        <p:spPr/>
        <p:txBody>
          <a:bodyPr/>
          <a:lstStyle/>
          <a:p>
            <a:r>
              <a:rPr lang="en-US"/>
              <a:t>Action handling</a:t>
            </a:r>
          </a:p>
        </p:txBody>
      </p:sp>
      <p:sp>
        <p:nvSpPr>
          <p:cNvPr id="64" name="Content Placeholder 2">
            <a:extLst>
              <a:ext uri="{FF2B5EF4-FFF2-40B4-BE49-F238E27FC236}">
                <a16:creationId xmlns:a16="http://schemas.microsoft.com/office/drawing/2014/main" id="{6DA97F44-64B2-1A77-8ADD-5C5608D52957}"/>
              </a:ext>
            </a:extLst>
          </p:cNvPr>
          <p:cNvSpPr>
            <a:spLocks noGrp="1"/>
          </p:cNvSpPr>
          <p:nvPr>
            <p:ph idx="1"/>
          </p:nvPr>
        </p:nvSpPr>
        <p:spPr>
          <a:xfrm>
            <a:off x="664564" y="2169102"/>
            <a:ext cx="4995260" cy="3872260"/>
          </a:xfrm>
        </p:spPr>
        <p:txBody>
          <a:bodyPr vert="horz" lIns="91440" tIns="45720" rIns="91440" bIns="45720" rtlCol="0" anchor="t">
            <a:normAutofit/>
          </a:bodyPr>
          <a:lstStyle/>
          <a:p>
            <a:pPr>
              <a:buNone/>
            </a:pPr>
            <a:endParaRPr lang="en-US"/>
          </a:p>
          <a:p>
            <a:pPr>
              <a:buNone/>
            </a:pPr>
            <a:endParaRPr lang="en-US"/>
          </a:p>
          <a:p>
            <a:r>
              <a:rPr lang="en-US"/>
              <a:t>Action registry handles translation between actions and </a:t>
            </a:r>
            <a:r>
              <a:rPr lang="en-US" err="1"/>
              <a:t>Ohbot</a:t>
            </a:r>
            <a:r>
              <a:rPr lang="en-US"/>
              <a:t> functions</a:t>
            </a:r>
          </a:p>
          <a:p>
            <a:endParaRPr lang="en-US"/>
          </a:p>
          <a:p>
            <a:r>
              <a:rPr lang="en-US"/>
              <a:t>Speech and Action queue can get interrupted and cleared by the speech module</a:t>
            </a:r>
          </a:p>
        </p:txBody>
      </p:sp>
      <p:cxnSp>
        <p:nvCxnSpPr>
          <p:cNvPr id="37" name="Straight Arrow Connector 36">
            <a:extLst>
              <a:ext uri="{FF2B5EF4-FFF2-40B4-BE49-F238E27FC236}">
                <a16:creationId xmlns:a16="http://schemas.microsoft.com/office/drawing/2014/main" id="{BA83893F-FEB1-FE10-49B3-CC3D22C84E4D}"/>
              </a:ext>
            </a:extLst>
          </p:cNvPr>
          <p:cNvCxnSpPr/>
          <p:nvPr/>
        </p:nvCxnSpPr>
        <p:spPr>
          <a:xfrm flipV="1">
            <a:off x="664632" y="1528233"/>
            <a:ext cx="8597900" cy="38100"/>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BB0BD2C9-94AB-F2C9-5FFC-938C8DF29D5B}"/>
              </a:ext>
            </a:extLst>
          </p:cNvPr>
          <p:cNvCxnSpPr>
            <a:cxnSpLocks/>
          </p:cNvCxnSpPr>
          <p:nvPr/>
        </p:nvCxnSpPr>
        <p:spPr>
          <a:xfrm flipV="1">
            <a:off x="664632" y="2108199"/>
            <a:ext cx="8597900" cy="38100"/>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B84465C4-1C0C-B480-F441-F074AD6A3E7C}"/>
              </a:ext>
            </a:extLst>
          </p:cNvPr>
          <p:cNvSpPr txBox="1"/>
          <p:nvPr/>
        </p:nvSpPr>
        <p:spPr>
          <a:xfrm>
            <a:off x="8377766" y="1655232"/>
            <a:ext cx="14351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Speech Events</a:t>
            </a:r>
          </a:p>
        </p:txBody>
      </p:sp>
      <p:sp>
        <p:nvSpPr>
          <p:cNvPr id="43" name="TextBox 42">
            <a:extLst>
              <a:ext uri="{FF2B5EF4-FFF2-40B4-BE49-F238E27FC236}">
                <a16:creationId xmlns:a16="http://schemas.microsoft.com/office/drawing/2014/main" id="{682AD5CE-49AC-D74F-A96D-61FD2C5BDEB7}"/>
              </a:ext>
            </a:extLst>
          </p:cNvPr>
          <p:cNvSpPr txBox="1"/>
          <p:nvPr/>
        </p:nvSpPr>
        <p:spPr>
          <a:xfrm>
            <a:off x="8377766" y="2129365"/>
            <a:ext cx="14351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Action Events</a:t>
            </a:r>
          </a:p>
        </p:txBody>
      </p:sp>
      <p:sp>
        <p:nvSpPr>
          <p:cNvPr id="46" name="Rectangle: Rounded Corners 45">
            <a:extLst>
              <a:ext uri="{FF2B5EF4-FFF2-40B4-BE49-F238E27FC236}">
                <a16:creationId xmlns:a16="http://schemas.microsoft.com/office/drawing/2014/main" id="{A09D7F55-9D02-4073-908B-29AA33C34D7B}"/>
              </a:ext>
            </a:extLst>
          </p:cNvPr>
          <p:cNvSpPr/>
          <p:nvPr/>
        </p:nvSpPr>
        <p:spPr>
          <a:xfrm>
            <a:off x="711200" y="1468965"/>
            <a:ext cx="2611966" cy="186266"/>
          </a:xfrm>
          <a:prstGeom prst="roundRect">
            <a:avLst/>
          </a:prstGeom>
          <a:solidFill>
            <a:schemeClr val="bg2"/>
          </a:solidFill>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CE1A2878-F91B-8239-C7C8-247169FA20D2}"/>
              </a:ext>
            </a:extLst>
          </p:cNvPr>
          <p:cNvSpPr/>
          <p:nvPr/>
        </p:nvSpPr>
        <p:spPr>
          <a:xfrm>
            <a:off x="3365500" y="1468965"/>
            <a:ext cx="1358900" cy="186266"/>
          </a:xfrm>
          <a:prstGeom prst="roundRect">
            <a:avLst/>
          </a:prstGeom>
          <a:solidFill>
            <a:schemeClr val="bg2"/>
          </a:solidFill>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0" name="Rectangle: Rounded Corners 49">
            <a:extLst>
              <a:ext uri="{FF2B5EF4-FFF2-40B4-BE49-F238E27FC236}">
                <a16:creationId xmlns:a16="http://schemas.microsoft.com/office/drawing/2014/main" id="{0B16F32B-3BF9-A29A-8AE2-BD1C5C2EE573}"/>
              </a:ext>
            </a:extLst>
          </p:cNvPr>
          <p:cNvSpPr/>
          <p:nvPr/>
        </p:nvSpPr>
        <p:spPr>
          <a:xfrm>
            <a:off x="5173133" y="1456265"/>
            <a:ext cx="1600200" cy="186266"/>
          </a:xfrm>
          <a:prstGeom prst="roundRect">
            <a:avLst/>
          </a:prstGeom>
          <a:solidFill>
            <a:schemeClr val="bg2"/>
          </a:solidFill>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1" name="Rectangle: Rounded Corners 50">
            <a:extLst>
              <a:ext uri="{FF2B5EF4-FFF2-40B4-BE49-F238E27FC236}">
                <a16:creationId xmlns:a16="http://schemas.microsoft.com/office/drawing/2014/main" id="{47C28235-7105-9914-25E1-8C52703F7033}"/>
              </a:ext>
            </a:extLst>
          </p:cNvPr>
          <p:cNvSpPr/>
          <p:nvPr/>
        </p:nvSpPr>
        <p:spPr>
          <a:xfrm>
            <a:off x="6824133" y="1456265"/>
            <a:ext cx="1892300" cy="186266"/>
          </a:xfrm>
          <a:prstGeom prst="roundRect">
            <a:avLst/>
          </a:prstGeom>
          <a:solidFill>
            <a:schemeClr val="bg2"/>
          </a:solidFill>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4" name="Rectangle: Rounded Corners 53">
            <a:extLst>
              <a:ext uri="{FF2B5EF4-FFF2-40B4-BE49-F238E27FC236}">
                <a16:creationId xmlns:a16="http://schemas.microsoft.com/office/drawing/2014/main" id="{FCD1F5C1-2F32-DE75-C246-0D8C7C5B9ADF}"/>
              </a:ext>
            </a:extLst>
          </p:cNvPr>
          <p:cNvSpPr/>
          <p:nvPr/>
        </p:nvSpPr>
        <p:spPr>
          <a:xfrm>
            <a:off x="1193800" y="2036231"/>
            <a:ext cx="211666" cy="186266"/>
          </a:xfrm>
          <a:prstGeom prst="roundRect">
            <a:avLst/>
          </a:prstGeom>
          <a:solidFill>
            <a:schemeClr val="bg2"/>
          </a:solidFill>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5" name="Rectangle: Rounded Corners 54">
            <a:extLst>
              <a:ext uri="{FF2B5EF4-FFF2-40B4-BE49-F238E27FC236}">
                <a16:creationId xmlns:a16="http://schemas.microsoft.com/office/drawing/2014/main" id="{0F4079AE-4A16-068E-818F-D118C8C5DF5E}"/>
              </a:ext>
            </a:extLst>
          </p:cNvPr>
          <p:cNvSpPr/>
          <p:nvPr/>
        </p:nvSpPr>
        <p:spPr>
          <a:xfrm>
            <a:off x="2688166" y="2036231"/>
            <a:ext cx="211666" cy="186266"/>
          </a:xfrm>
          <a:prstGeom prst="roundRect">
            <a:avLst/>
          </a:prstGeom>
          <a:solidFill>
            <a:schemeClr val="bg2"/>
          </a:solidFill>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6" name="Rectangle: Rounded Corners 55">
            <a:extLst>
              <a:ext uri="{FF2B5EF4-FFF2-40B4-BE49-F238E27FC236}">
                <a16:creationId xmlns:a16="http://schemas.microsoft.com/office/drawing/2014/main" id="{3411C7C7-54BC-8E69-840C-FF8E69F8E109}"/>
              </a:ext>
            </a:extLst>
          </p:cNvPr>
          <p:cNvSpPr/>
          <p:nvPr/>
        </p:nvSpPr>
        <p:spPr>
          <a:xfrm>
            <a:off x="4402666" y="2036231"/>
            <a:ext cx="211666" cy="186266"/>
          </a:xfrm>
          <a:prstGeom prst="roundRect">
            <a:avLst/>
          </a:prstGeom>
          <a:solidFill>
            <a:schemeClr val="bg2"/>
          </a:solidFill>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7" name="Rectangle: Rounded Corners 56">
            <a:extLst>
              <a:ext uri="{FF2B5EF4-FFF2-40B4-BE49-F238E27FC236}">
                <a16:creationId xmlns:a16="http://schemas.microsoft.com/office/drawing/2014/main" id="{A924218C-B462-CB50-1940-C1113B3EA683}"/>
              </a:ext>
            </a:extLst>
          </p:cNvPr>
          <p:cNvSpPr/>
          <p:nvPr/>
        </p:nvSpPr>
        <p:spPr>
          <a:xfrm>
            <a:off x="6718299" y="2036231"/>
            <a:ext cx="211666" cy="186266"/>
          </a:xfrm>
          <a:prstGeom prst="roundRect">
            <a:avLst/>
          </a:prstGeom>
          <a:solidFill>
            <a:schemeClr val="bg2"/>
          </a:solidFill>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pic>
        <p:nvPicPr>
          <p:cNvPr id="66" name="Content Placeholder 26">
            <a:extLst>
              <a:ext uri="{FF2B5EF4-FFF2-40B4-BE49-F238E27FC236}">
                <a16:creationId xmlns:a16="http://schemas.microsoft.com/office/drawing/2014/main" id="{B76A8C82-D34F-B978-84E6-F824400992E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3527" y="2814730"/>
            <a:ext cx="9337027" cy="1287543"/>
          </a:xfrm>
          <a:prstGeom prst="rect">
            <a:avLst/>
          </a:prstGeom>
        </p:spPr>
      </p:pic>
      <p:sp>
        <p:nvSpPr>
          <p:cNvPr id="67" name="Rectangle 66">
            <a:extLst>
              <a:ext uri="{FF2B5EF4-FFF2-40B4-BE49-F238E27FC236}">
                <a16:creationId xmlns:a16="http://schemas.microsoft.com/office/drawing/2014/main" id="{8F549428-0182-3D19-6065-03C6AE14B617}"/>
              </a:ext>
            </a:extLst>
          </p:cNvPr>
          <p:cNvSpPr/>
          <p:nvPr/>
        </p:nvSpPr>
        <p:spPr>
          <a:xfrm>
            <a:off x="217105" y="2643586"/>
            <a:ext cx="6023631" cy="1681508"/>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4969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72C9B0-1AB8-54F8-0730-78231B17C5E9}"/>
              </a:ext>
            </a:extLst>
          </p:cNvPr>
          <p:cNvSpPr>
            <a:spLocks noGrp="1"/>
          </p:cNvSpPr>
          <p:nvPr>
            <p:ph type="title"/>
          </p:nvPr>
        </p:nvSpPr>
        <p:spPr>
          <a:xfrm>
            <a:off x="677334" y="609600"/>
            <a:ext cx="8596668" cy="1049518"/>
          </a:xfrm>
        </p:spPr>
        <p:txBody>
          <a:bodyPr/>
          <a:lstStyle/>
          <a:p>
            <a:r>
              <a:rPr lang="en-US" noProof="0"/>
              <a:t>Speech and actions</a:t>
            </a:r>
          </a:p>
        </p:txBody>
      </p:sp>
      <p:sp>
        <p:nvSpPr>
          <p:cNvPr id="3" name="Inhaltsplatzhalter 2">
            <a:extLst>
              <a:ext uri="{FF2B5EF4-FFF2-40B4-BE49-F238E27FC236}">
                <a16:creationId xmlns:a16="http://schemas.microsoft.com/office/drawing/2014/main" id="{7902DE68-0416-BB0B-CEBE-41A1FC4222C2}"/>
              </a:ext>
            </a:extLst>
          </p:cNvPr>
          <p:cNvSpPr>
            <a:spLocks noGrp="1"/>
          </p:cNvSpPr>
          <p:nvPr>
            <p:ph idx="1"/>
          </p:nvPr>
        </p:nvSpPr>
        <p:spPr/>
        <p:txBody>
          <a:bodyPr/>
          <a:lstStyle/>
          <a:p>
            <a:pPr marL="0" indent="0">
              <a:buNone/>
            </a:pPr>
            <a:r>
              <a:rPr lang="en-US" noProof="0"/>
              <a:t>Speech: Speak function receives sentence as string and generates and plays an Audio File</a:t>
            </a:r>
          </a:p>
          <a:p>
            <a:endParaRPr lang="en-US"/>
          </a:p>
          <a:p>
            <a:pPr marL="0" indent="0">
              <a:buNone/>
            </a:pPr>
            <a:r>
              <a:rPr lang="en-US" noProof="0"/>
              <a:t>Action: Call offset function to add a movement instruction into the queue </a:t>
            </a:r>
          </a:p>
          <a:p>
            <a:endParaRPr lang="en-US"/>
          </a:p>
          <a:p>
            <a:r>
              <a:rPr lang="en-US" noProof="0"/>
              <a:t>Speech and Action can happen at the same time</a:t>
            </a:r>
          </a:p>
        </p:txBody>
      </p:sp>
    </p:spTree>
    <p:extLst>
      <p:ext uri="{BB962C8B-B14F-4D97-AF65-F5344CB8AC3E}">
        <p14:creationId xmlns:p14="http://schemas.microsoft.com/office/powerpoint/2010/main" val="3304516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D83CB2-B074-4EE6-3711-9913E120F586}"/>
              </a:ext>
            </a:extLst>
          </p:cNvPr>
          <p:cNvSpPr>
            <a:spLocks noGrp="1"/>
          </p:cNvSpPr>
          <p:nvPr>
            <p:ph type="title"/>
          </p:nvPr>
        </p:nvSpPr>
        <p:spPr/>
        <p:txBody>
          <a:bodyPr/>
          <a:lstStyle/>
          <a:p>
            <a:r>
              <a:rPr lang="en-US" noProof="0" err="1"/>
              <a:t>MotionOffset</a:t>
            </a:r>
            <a:endParaRPr lang="en-US" noProof="0"/>
          </a:p>
        </p:txBody>
      </p:sp>
      <p:sp>
        <p:nvSpPr>
          <p:cNvPr id="3" name="Inhaltsplatzhalter 2">
            <a:extLst>
              <a:ext uri="{FF2B5EF4-FFF2-40B4-BE49-F238E27FC236}">
                <a16:creationId xmlns:a16="http://schemas.microsoft.com/office/drawing/2014/main" id="{503071E6-32F2-6B4F-B72B-3EEFBC4275C4}"/>
              </a:ext>
            </a:extLst>
          </p:cNvPr>
          <p:cNvSpPr>
            <a:spLocks noGrp="1"/>
          </p:cNvSpPr>
          <p:nvPr>
            <p:ph idx="1"/>
          </p:nvPr>
        </p:nvSpPr>
        <p:spPr/>
        <p:txBody>
          <a:bodyPr vert="horz" lIns="91440" tIns="45720" rIns="91440" bIns="45720" rtlCol="0" anchor="t">
            <a:normAutofit/>
          </a:bodyPr>
          <a:lstStyle/>
          <a:p>
            <a:pPr marL="0" indent="0">
              <a:buNone/>
            </a:pPr>
            <a:r>
              <a:rPr lang="en-US" noProof="0"/>
              <a:t>Carries Servo Id, Delta and Duration</a:t>
            </a:r>
          </a:p>
          <a:p>
            <a:endParaRPr lang="en-US" noProof="0"/>
          </a:p>
          <a:p>
            <a:r>
              <a:rPr lang="en-US"/>
              <a:t>Offset added relative to the default position</a:t>
            </a:r>
            <a:endParaRPr lang="en-US" noProof="0"/>
          </a:p>
          <a:p>
            <a:r>
              <a:rPr lang="en-US" noProof="0"/>
              <a:t>Allows multiple movements simultaneously</a:t>
            </a:r>
          </a:p>
        </p:txBody>
      </p:sp>
      <p:grpSp>
        <p:nvGrpSpPr>
          <p:cNvPr id="4" name="Group 15">
            <a:extLst>
              <a:ext uri="{FF2B5EF4-FFF2-40B4-BE49-F238E27FC236}">
                <a16:creationId xmlns:a16="http://schemas.microsoft.com/office/drawing/2014/main" id="{0BDF9DD5-5FC9-EA59-CBA1-2C07D926506C}"/>
              </a:ext>
            </a:extLst>
          </p:cNvPr>
          <p:cNvGrpSpPr/>
          <p:nvPr/>
        </p:nvGrpSpPr>
        <p:grpSpPr>
          <a:xfrm>
            <a:off x="677332" y="4961466"/>
            <a:ext cx="9148234" cy="328943"/>
            <a:chOff x="677332" y="4961466"/>
            <a:chExt cx="9148234" cy="328943"/>
          </a:xfrm>
        </p:grpSpPr>
        <p:cxnSp>
          <p:nvCxnSpPr>
            <p:cNvPr id="5" name="Straight Arrow Connector 4">
              <a:extLst>
                <a:ext uri="{FF2B5EF4-FFF2-40B4-BE49-F238E27FC236}">
                  <a16:creationId xmlns:a16="http://schemas.microsoft.com/office/drawing/2014/main" id="{E2FD3C55-0574-7EB8-3FC7-143E6CEEA54E}"/>
                </a:ext>
              </a:extLst>
            </p:cNvPr>
            <p:cNvCxnSpPr>
              <a:cxnSpLocks/>
            </p:cNvCxnSpPr>
            <p:nvPr/>
          </p:nvCxnSpPr>
          <p:spPr>
            <a:xfrm flipV="1">
              <a:off x="677332" y="4961466"/>
              <a:ext cx="8597900" cy="38100"/>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6" name="TextBox 6">
              <a:extLst>
                <a:ext uri="{FF2B5EF4-FFF2-40B4-BE49-F238E27FC236}">
                  <a16:creationId xmlns:a16="http://schemas.microsoft.com/office/drawing/2014/main" id="{434051E4-C905-D8AC-2A1D-31060345361F}"/>
                </a:ext>
              </a:extLst>
            </p:cNvPr>
            <p:cNvSpPr txBox="1"/>
            <p:nvPr/>
          </p:nvSpPr>
          <p:spPr>
            <a:xfrm>
              <a:off x="8390466" y="4982632"/>
              <a:ext cx="14351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noProof="0"/>
                <a:t>Offset Queue</a:t>
              </a:r>
            </a:p>
          </p:txBody>
        </p:sp>
      </p:grpSp>
      <p:grpSp>
        <p:nvGrpSpPr>
          <p:cNvPr id="7" name="Group 14">
            <a:extLst>
              <a:ext uri="{FF2B5EF4-FFF2-40B4-BE49-F238E27FC236}">
                <a16:creationId xmlns:a16="http://schemas.microsoft.com/office/drawing/2014/main" id="{D3D8C4F1-5F87-0CA8-AD3D-D46FD278D722}"/>
              </a:ext>
            </a:extLst>
          </p:cNvPr>
          <p:cNvGrpSpPr/>
          <p:nvPr/>
        </p:nvGrpSpPr>
        <p:grpSpPr>
          <a:xfrm>
            <a:off x="1869575" y="4517675"/>
            <a:ext cx="1588733" cy="954107"/>
            <a:chOff x="3593231" y="4834465"/>
            <a:chExt cx="923735" cy="309915"/>
          </a:xfrm>
        </p:grpSpPr>
        <p:sp>
          <p:nvSpPr>
            <p:cNvPr id="8" name="Rectangle: Rounded Corners 8">
              <a:extLst>
                <a:ext uri="{FF2B5EF4-FFF2-40B4-BE49-F238E27FC236}">
                  <a16:creationId xmlns:a16="http://schemas.microsoft.com/office/drawing/2014/main" id="{88746027-82BC-673F-ED39-FCE63D0C7881}"/>
                </a:ext>
              </a:extLst>
            </p:cNvPr>
            <p:cNvSpPr/>
            <p:nvPr/>
          </p:nvSpPr>
          <p:spPr>
            <a:xfrm>
              <a:off x="3594100" y="4838699"/>
              <a:ext cx="922866" cy="292100"/>
            </a:xfrm>
            <a:prstGeom prst="roundRect">
              <a:avLst/>
            </a:prstGeom>
            <a:solidFill>
              <a:schemeClr val="bg2"/>
            </a:solidFill>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noProof="0"/>
            </a:p>
          </p:txBody>
        </p:sp>
        <p:sp>
          <p:nvSpPr>
            <p:cNvPr id="9" name="TextBox 9">
              <a:extLst>
                <a:ext uri="{FF2B5EF4-FFF2-40B4-BE49-F238E27FC236}">
                  <a16:creationId xmlns:a16="http://schemas.microsoft.com/office/drawing/2014/main" id="{391AA8CA-0CF2-4A77-B428-3F998758CBE4}"/>
                </a:ext>
              </a:extLst>
            </p:cNvPr>
            <p:cNvSpPr txBox="1"/>
            <p:nvPr/>
          </p:nvSpPr>
          <p:spPr>
            <a:xfrm>
              <a:off x="3593231" y="4834465"/>
              <a:ext cx="922866" cy="3099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noProof="0"/>
                <a:t>Blink:</a:t>
              </a:r>
            </a:p>
            <a:p>
              <a:pPr algn="l"/>
              <a:r>
                <a:rPr lang="en-US" sz="1400" noProof="0" err="1"/>
                <a:t>Ohbot.LIDBLINK</a:t>
              </a:r>
              <a:endParaRPr lang="en-US" sz="1400" noProof="0"/>
            </a:p>
            <a:p>
              <a:pPr algn="l"/>
              <a:r>
                <a:rPr lang="en-US" sz="1400" noProof="0"/>
                <a:t>-2.0</a:t>
              </a:r>
            </a:p>
            <a:p>
              <a:pPr algn="l"/>
              <a:r>
                <a:rPr lang="en-US" sz="1400" noProof="0"/>
                <a:t>0.5</a:t>
              </a:r>
            </a:p>
          </p:txBody>
        </p:sp>
      </p:grpSp>
      <p:grpSp>
        <p:nvGrpSpPr>
          <p:cNvPr id="10" name="Group 14">
            <a:extLst>
              <a:ext uri="{FF2B5EF4-FFF2-40B4-BE49-F238E27FC236}">
                <a16:creationId xmlns:a16="http://schemas.microsoft.com/office/drawing/2014/main" id="{C874FD22-F052-3CCE-5401-6DB64E8EED23}"/>
              </a:ext>
            </a:extLst>
          </p:cNvPr>
          <p:cNvGrpSpPr/>
          <p:nvPr/>
        </p:nvGrpSpPr>
        <p:grpSpPr>
          <a:xfrm>
            <a:off x="5128525" y="4517674"/>
            <a:ext cx="1588733" cy="954107"/>
            <a:chOff x="3593231" y="4834465"/>
            <a:chExt cx="923735" cy="309915"/>
          </a:xfrm>
        </p:grpSpPr>
        <p:sp>
          <p:nvSpPr>
            <p:cNvPr id="11" name="Rectangle: Rounded Corners 8">
              <a:extLst>
                <a:ext uri="{FF2B5EF4-FFF2-40B4-BE49-F238E27FC236}">
                  <a16:creationId xmlns:a16="http://schemas.microsoft.com/office/drawing/2014/main" id="{FADB94D7-7C9C-92F0-4714-D88716845EF7}"/>
                </a:ext>
              </a:extLst>
            </p:cNvPr>
            <p:cNvSpPr/>
            <p:nvPr/>
          </p:nvSpPr>
          <p:spPr>
            <a:xfrm>
              <a:off x="3594100" y="4838699"/>
              <a:ext cx="922866" cy="292100"/>
            </a:xfrm>
            <a:prstGeom prst="roundRect">
              <a:avLst/>
            </a:prstGeom>
            <a:solidFill>
              <a:schemeClr val="bg2"/>
            </a:solidFill>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noProof="0"/>
            </a:p>
          </p:txBody>
        </p:sp>
        <p:sp>
          <p:nvSpPr>
            <p:cNvPr id="12" name="TextBox 9">
              <a:extLst>
                <a:ext uri="{FF2B5EF4-FFF2-40B4-BE49-F238E27FC236}">
                  <a16:creationId xmlns:a16="http://schemas.microsoft.com/office/drawing/2014/main" id="{4E68560F-5D1E-5B3B-3A54-234AB8F03FF4}"/>
                </a:ext>
              </a:extLst>
            </p:cNvPr>
            <p:cNvSpPr txBox="1"/>
            <p:nvPr/>
          </p:nvSpPr>
          <p:spPr>
            <a:xfrm>
              <a:off x="3593231" y="4834465"/>
              <a:ext cx="922866" cy="3099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noProof="0" err="1"/>
                <a:t>Look_right</a:t>
              </a:r>
              <a:r>
                <a:rPr lang="en-US" sz="1400" noProof="0"/>
                <a:t>:</a:t>
              </a:r>
            </a:p>
            <a:p>
              <a:pPr algn="l"/>
              <a:r>
                <a:rPr lang="en-US" sz="1400" noProof="0" err="1"/>
                <a:t>Ohbot.EYETURN</a:t>
              </a:r>
              <a:endParaRPr lang="en-US" sz="1400" noProof="0"/>
            </a:p>
            <a:p>
              <a:pPr algn="l"/>
              <a:r>
                <a:rPr lang="en-US" sz="1400" noProof="0"/>
                <a:t>-5.0</a:t>
              </a:r>
            </a:p>
            <a:p>
              <a:pPr algn="l"/>
              <a:r>
                <a:rPr lang="en-US" sz="1400"/>
                <a:t>1</a:t>
              </a:r>
              <a:r>
                <a:rPr lang="en-US" sz="1400" noProof="0"/>
                <a:t>.5</a:t>
              </a:r>
            </a:p>
          </p:txBody>
        </p:sp>
      </p:grpSp>
    </p:spTree>
    <p:extLst>
      <p:ext uri="{BB962C8B-B14F-4D97-AF65-F5344CB8AC3E}">
        <p14:creationId xmlns:p14="http://schemas.microsoft.com/office/powerpoint/2010/main" val="2301308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A6FCE-BAE6-6FAA-F058-829C1AA9CE58}"/>
              </a:ext>
            </a:extLst>
          </p:cNvPr>
          <p:cNvSpPr>
            <a:spLocks noGrp="1"/>
          </p:cNvSpPr>
          <p:nvPr>
            <p:ph type="title"/>
          </p:nvPr>
        </p:nvSpPr>
        <p:spPr/>
        <p:txBody>
          <a:bodyPr/>
          <a:lstStyle/>
          <a:p>
            <a:r>
              <a:rPr lang="en-US"/>
              <a:t>Controller Threads</a:t>
            </a:r>
          </a:p>
        </p:txBody>
      </p:sp>
      <p:sp>
        <p:nvSpPr>
          <p:cNvPr id="3" name="Content Placeholder 2">
            <a:extLst>
              <a:ext uri="{FF2B5EF4-FFF2-40B4-BE49-F238E27FC236}">
                <a16:creationId xmlns:a16="http://schemas.microsoft.com/office/drawing/2014/main" id="{FC539139-669A-857E-B298-4C3FA1AD42A8}"/>
              </a:ext>
            </a:extLst>
          </p:cNvPr>
          <p:cNvSpPr>
            <a:spLocks noGrp="1"/>
          </p:cNvSpPr>
          <p:nvPr>
            <p:ph idx="1"/>
          </p:nvPr>
        </p:nvSpPr>
        <p:spPr/>
        <p:txBody>
          <a:bodyPr/>
          <a:lstStyle/>
          <a:p>
            <a:pPr marL="0" indent="0">
              <a:buNone/>
            </a:pPr>
            <a:r>
              <a:rPr lang="en-US"/>
              <a:t>Main Thread:</a:t>
            </a:r>
          </a:p>
          <a:p>
            <a:pPr lvl="1"/>
            <a:r>
              <a:rPr lang="en-US"/>
              <a:t>blends the movements in the queue together</a:t>
            </a:r>
          </a:p>
          <a:p>
            <a:pPr lvl="1"/>
            <a:r>
              <a:rPr lang="en-US"/>
              <a:t>each Loop reduces duration</a:t>
            </a:r>
          </a:p>
          <a:p>
            <a:pPr lvl="1"/>
            <a:r>
              <a:rPr lang="en-US"/>
              <a:t>removes movements that ran out of time</a:t>
            </a:r>
          </a:p>
          <a:p>
            <a:pPr lvl="1"/>
            <a:endParaRPr lang="en-US"/>
          </a:p>
          <a:p>
            <a:pPr lvl="1"/>
            <a:endParaRPr lang="en-US"/>
          </a:p>
          <a:p>
            <a:pPr marL="0" indent="0">
              <a:buNone/>
            </a:pPr>
            <a:r>
              <a:rPr lang="en-US"/>
              <a:t>Blink Thread:</a:t>
            </a:r>
          </a:p>
          <a:p>
            <a:pPr lvl="1"/>
            <a:r>
              <a:rPr lang="en-US"/>
              <a:t>random blinking in a 2-5 second range </a:t>
            </a:r>
          </a:p>
          <a:p>
            <a:pPr lvl="1"/>
            <a:r>
              <a:rPr lang="en-US"/>
              <a:t>similar threads can be added easily, allows modularity </a:t>
            </a:r>
          </a:p>
        </p:txBody>
      </p:sp>
    </p:spTree>
    <p:extLst>
      <p:ext uri="{BB962C8B-B14F-4D97-AF65-F5344CB8AC3E}">
        <p14:creationId xmlns:p14="http://schemas.microsoft.com/office/powerpoint/2010/main" val="744513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51F494B-3779-5AB4-9754-D5859CE87E7B}"/>
              </a:ext>
            </a:extLst>
          </p:cNvPr>
          <p:cNvSpPr>
            <a:spLocks noGrp="1"/>
          </p:cNvSpPr>
          <p:nvPr>
            <p:ph type="title"/>
          </p:nvPr>
        </p:nvSpPr>
        <p:spPr/>
        <p:txBody>
          <a:bodyPr/>
          <a:lstStyle/>
          <a:p>
            <a:r>
              <a:rPr lang="en-US" noProof="0"/>
              <a:t>Implemented movement</a:t>
            </a:r>
          </a:p>
        </p:txBody>
      </p:sp>
      <p:sp>
        <p:nvSpPr>
          <p:cNvPr id="3" name="Inhaltsplatzhalter 2">
            <a:extLst>
              <a:ext uri="{FF2B5EF4-FFF2-40B4-BE49-F238E27FC236}">
                <a16:creationId xmlns:a16="http://schemas.microsoft.com/office/drawing/2014/main" id="{A99A65B4-715C-B27C-B4DE-8B543063AC47}"/>
              </a:ext>
            </a:extLst>
          </p:cNvPr>
          <p:cNvSpPr>
            <a:spLocks noGrp="1"/>
          </p:cNvSpPr>
          <p:nvPr>
            <p:ph idx="1"/>
          </p:nvPr>
        </p:nvSpPr>
        <p:spPr>
          <a:xfrm>
            <a:off x="677334" y="1738558"/>
            <a:ext cx="8596668" cy="3880773"/>
          </a:xfrm>
        </p:spPr>
        <p:txBody>
          <a:bodyPr/>
          <a:lstStyle/>
          <a:p>
            <a:pPr marL="0" indent="0">
              <a:buNone/>
            </a:pPr>
            <a:r>
              <a:rPr lang="en-US" noProof="0"/>
              <a:t>Action:</a:t>
            </a:r>
          </a:p>
          <a:p>
            <a:pPr lvl="1"/>
            <a:r>
              <a:rPr lang="en-US" noProof="0"/>
              <a:t>Nod</a:t>
            </a:r>
          </a:p>
          <a:p>
            <a:pPr lvl="1"/>
            <a:r>
              <a:rPr lang="en-US" noProof="0"/>
              <a:t>Look Left/Right</a:t>
            </a:r>
          </a:p>
          <a:p>
            <a:pPr lvl="1"/>
            <a:r>
              <a:rPr lang="en-US" noProof="0"/>
              <a:t>Blink</a:t>
            </a:r>
          </a:p>
          <a:p>
            <a:pPr lvl="1"/>
            <a:r>
              <a:rPr lang="en-US" noProof="0"/>
              <a:t>Wink (short Blink due to Eyes sharing a servo)</a:t>
            </a:r>
          </a:p>
          <a:p>
            <a:pPr lvl="1"/>
            <a:r>
              <a:rPr lang="en-US" noProof="0"/>
              <a:t>Shake Head</a:t>
            </a:r>
          </a:p>
          <a:p>
            <a:pPr marL="457200" lvl="1" indent="0">
              <a:buNone/>
            </a:pPr>
            <a:endParaRPr lang="en-US" noProof="0"/>
          </a:p>
          <a:p>
            <a:pPr marL="457200" lvl="1" indent="0">
              <a:buNone/>
            </a:pPr>
            <a:endParaRPr lang="en-US" noProof="0"/>
          </a:p>
          <a:p>
            <a:pPr marL="0" indent="0">
              <a:buNone/>
            </a:pPr>
            <a:r>
              <a:rPr lang="en-US" noProof="0"/>
              <a:t>Emotion States:</a:t>
            </a:r>
          </a:p>
          <a:p>
            <a:pPr lvl="1"/>
            <a:r>
              <a:rPr lang="en-US" noProof="0"/>
              <a:t>Continuous Offset depending on Happy or Sad</a:t>
            </a:r>
          </a:p>
          <a:p>
            <a:pPr lvl="1"/>
            <a:endParaRPr lang="en-US" noProof="0"/>
          </a:p>
        </p:txBody>
      </p:sp>
    </p:spTree>
    <p:extLst>
      <p:ext uri="{BB962C8B-B14F-4D97-AF65-F5344CB8AC3E}">
        <p14:creationId xmlns:p14="http://schemas.microsoft.com/office/powerpoint/2010/main" val="4135633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60B26-8038-8FF7-AFD4-32E2D154CDE5}"/>
              </a:ext>
            </a:extLst>
          </p:cNvPr>
          <p:cNvSpPr>
            <a:spLocks noGrp="1"/>
          </p:cNvSpPr>
          <p:nvPr>
            <p:ph type="title"/>
          </p:nvPr>
        </p:nvSpPr>
        <p:spPr/>
        <p:txBody>
          <a:bodyPr/>
          <a:lstStyle/>
          <a:p>
            <a:r>
              <a:rPr lang="en-US"/>
              <a:t>Problems and Future stuff</a:t>
            </a:r>
          </a:p>
        </p:txBody>
      </p:sp>
      <p:sp>
        <p:nvSpPr>
          <p:cNvPr id="3" name="Content Placeholder 2">
            <a:extLst>
              <a:ext uri="{FF2B5EF4-FFF2-40B4-BE49-F238E27FC236}">
                <a16:creationId xmlns:a16="http://schemas.microsoft.com/office/drawing/2014/main" id="{05B3089C-466D-78A0-FC8F-8457A95EC433}"/>
              </a:ext>
            </a:extLst>
          </p:cNvPr>
          <p:cNvSpPr>
            <a:spLocks noGrp="1"/>
          </p:cNvSpPr>
          <p:nvPr>
            <p:ph idx="1"/>
          </p:nvPr>
        </p:nvSpPr>
        <p:spPr/>
        <p:txBody>
          <a:bodyPr vert="horz" lIns="91440" tIns="45720" rIns="91440" bIns="45720" rtlCol="0" anchor="t">
            <a:normAutofit/>
          </a:bodyPr>
          <a:lstStyle/>
          <a:p>
            <a:r>
              <a:rPr lang="en-US"/>
              <a:t>Interrupting could be more fluent.</a:t>
            </a:r>
          </a:p>
          <a:p>
            <a:r>
              <a:rPr lang="en-US"/>
              <a:t>Possible Lag on LLM Receive. </a:t>
            </a:r>
          </a:p>
          <a:p>
            <a:r>
              <a:rPr lang="en-US"/>
              <a:t>Better action definitions for </a:t>
            </a:r>
            <a:r>
              <a:rPr lang="en-US" err="1"/>
              <a:t>Ohbot</a:t>
            </a:r>
            <a:endParaRPr lang="en-US"/>
          </a:p>
          <a:p>
            <a:r>
              <a:rPr lang="en-US"/>
              <a:t>Custom </a:t>
            </a:r>
            <a:r>
              <a:rPr lang="en-US" err="1"/>
              <a:t>Ohbot.say</a:t>
            </a:r>
            <a:r>
              <a:rPr lang="en-US"/>
              <a:t>() function</a:t>
            </a:r>
          </a:p>
          <a:p>
            <a:r>
              <a:rPr lang="en-US"/>
              <a:t>Proper support for emotion keys</a:t>
            </a:r>
          </a:p>
        </p:txBody>
      </p:sp>
    </p:spTree>
    <p:extLst>
      <p:ext uri="{BB962C8B-B14F-4D97-AF65-F5344CB8AC3E}">
        <p14:creationId xmlns:p14="http://schemas.microsoft.com/office/powerpoint/2010/main" val="675074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2F4B-C345-FDC0-F934-F46111F012BE}"/>
              </a:ext>
            </a:extLst>
          </p:cNvPr>
          <p:cNvSpPr>
            <a:spLocks noGrp="1"/>
          </p:cNvSpPr>
          <p:nvPr>
            <p:ph type="title"/>
          </p:nvPr>
        </p:nvSpPr>
        <p:spPr/>
        <p:txBody>
          <a:bodyPr/>
          <a:lstStyle/>
          <a:p>
            <a:r>
              <a:rPr lang="en-US"/>
              <a:t>Live presentation</a:t>
            </a:r>
          </a:p>
        </p:txBody>
      </p:sp>
      <p:sp>
        <p:nvSpPr>
          <p:cNvPr id="3" name="Content Placeholder 2">
            <a:extLst>
              <a:ext uri="{FF2B5EF4-FFF2-40B4-BE49-F238E27FC236}">
                <a16:creationId xmlns:a16="http://schemas.microsoft.com/office/drawing/2014/main" id="{4D45709A-0313-FA23-F4C9-B486BAE6101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77862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98C7F-EA7C-3563-45EE-5A1A5BA9B713}"/>
              </a:ext>
            </a:extLst>
          </p:cNvPr>
          <p:cNvSpPr>
            <a:spLocks noGrp="1"/>
          </p:cNvSpPr>
          <p:nvPr>
            <p:ph type="ctrTitle"/>
          </p:nvPr>
        </p:nvSpPr>
        <p:spPr>
          <a:xfrm>
            <a:off x="677335" y="1282701"/>
            <a:ext cx="5096060" cy="4307148"/>
          </a:xfrm>
        </p:spPr>
        <p:txBody>
          <a:bodyPr anchor="ctr">
            <a:normAutofit/>
          </a:bodyPr>
          <a:lstStyle/>
          <a:p>
            <a:r>
              <a:rPr lang="en-US" b="1"/>
              <a:t>The end</a:t>
            </a:r>
          </a:p>
        </p:txBody>
      </p:sp>
    </p:spTree>
    <p:extLst>
      <p:ext uri="{BB962C8B-B14F-4D97-AF65-F5344CB8AC3E}">
        <p14:creationId xmlns:p14="http://schemas.microsoft.com/office/powerpoint/2010/main" val="201751503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9444ED7E-3496-47F6-928E-066EECD66AD7}">
  <we:reference id="wa200010001" version="1.0.0.1" store="en-001" storeType="OMEX"/>
  <we:alternateReferences>
    <we:reference id="wa200010001" version="1.0.0.1" store="WA200010001" storeType="OMEX"/>
  </we:alternateReferences>
  <we:properties>
    <we:property name="claude.fileId" value="&quot;313b15b1-0a3d-4f4a-bb1f-45dd32b81d14&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5968C2C-8BF3-4882-A88F-E0785BA8AB1E}">
  <we:reference id="wa200010725" version="1.0.0.1" store="de-DE" storeType="OMEX"/>
  <we:alternateReferences>
    <we:reference id="wa200010725" version="1.0.0.1" store="wa200010725" storeType="OMEX"/>
  </we:alternateReferences>
  <we:properties>
    <we:property name="claude.fileId" value="&quot;f98fdb5d-d4d1-4371-b3e7-5d22f7ee868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Widescreen</PresentationFormat>
  <Slides>18</Slides>
  <Notes>8</Notes>
  <HiddenSlides>1</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Facet</vt:lpstr>
      <vt:lpstr>OhBot Behaviours Engine</vt:lpstr>
      <vt:lpstr>Structure overview</vt:lpstr>
      <vt:lpstr>LLM Module</vt:lpstr>
      <vt:lpstr>LLM Protocol Interface</vt:lpstr>
      <vt:lpstr>How the LLM controls actions </vt:lpstr>
      <vt:lpstr>Microphone Input</vt:lpstr>
      <vt:lpstr>VAD, Interruptions &amp; Barge-in (Old)</vt:lpstr>
      <vt:lpstr>Speech-to-Text, Offline and Online</vt:lpstr>
      <vt:lpstr>Stream Processor Input</vt:lpstr>
      <vt:lpstr>Sentence Processing</vt:lpstr>
      <vt:lpstr>Action handling</vt:lpstr>
      <vt:lpstr>Speech and actions</vt:lpstr>
      <vt:lpstr>MotionOffset</vt:lpstr>
      <vt:lpstr>Controller Threads</vt:lpstr>
      <vt:lpstr>Implemented movement</vt:lpstr>
      <vt:lpstr>Problems and Future stuff</vt:lpstr>
      <vt:lpstr>Live presentation</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Sebastian Koschorreck</dc:creator>
  <cp:revision>8</cp:revision>
  <dcterms:created xsi:type="dcterms:W3CDTF">2026-05-27T12:27:20Z</dcterms:created>
  <dcterms:modified xsi:type="dcterms:W3CDTF">2026-06-10T12:51:05Z</dcterms:modified>
</cp:coreProperties>
</file>